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8756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Retrieval-Augmented Generation (RAG) &amp; Knowledge Grounding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22912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3 — Part 2 · Advanced CS/ML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588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Problem: LLM Knowledge Limitations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3661"/>
            <a:ext cx="4722763" cy="10188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1587773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Static Knowledge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26430" y="187612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learn general patterns but have no access to private documents, real-time data, or domain-specific knowledge.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81201"/>
            <a:ext cx="4722763" cy="1018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2735312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Hallucinations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26430" y="302366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generate plausible-sounding but factually incorrect answers — with no uncertainty signal.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28740"/>
            <a:ext cx="4722763" cy="10188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3882851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Concrete Example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26430" y="4171206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is Symbiosis Institute's 2026 attendance policy?" — the LLM simply does not know.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97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RAG?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16249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72504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3031554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relevant information from external knowledge sources in real time.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2016249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72504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Augmented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303155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the LLM's prompt with that retrieved context before generation.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2016249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72504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303155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a grounded, evidence-backed answer using the enriched input.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79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Architecture: Two Phases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3184"/>
            <a:ext cx="5177582" cy="2232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4489" y="3592496"/>
            <a:ext cx="1174633" cy="1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&amp; Answer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44489" y="3075658"/>
            <a:ext cx="1174633" cy="1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 Vectors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4489" y="2564040"/>
            <a:ext cx="1174633" cy="1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&amp; Embed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4489" y="2047201"/>
            <a:ext cx="1174633" cy="1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 Docs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24339" y="156530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Offline — Ingestion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1928515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are split into chunks, converted to vector embeddings, and stored in a vector database. This happens once (or on updates).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24339" y="297753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— Query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24339" y="3340745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inference time, the user's query is embedded, matched against stored vectors, and the top-k relevant chunks are injected into the LLM prompt.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vs. Fine-Tuning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50388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key insight: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Fine-tuning bakes knowledge into model weights — a slow, costly process. RAG retrieves knowledge dynamically at inference time.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4665911" y="2723331"/>
            <a:ext cx="3986733" cy="192732"/>
          </a:xfrm>
          <a:prstGeom prst="roundRect">
            <a:avLst>
              <a:gd name="adj" fmla="val 15930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2781895"/>
            <a:ext cx="91306" cy="730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03366" y="2775421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is faster, cheaper, and far more practical when your knowledge base changes frequently.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78090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Grounding Defined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87947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Generating answers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relevant, trusted external information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rather than relying solely on the model's learned weights.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492573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29881" y="2497336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hR="49619" w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Text 5"/>
          <p:cNvSpPr/>
          <p:nvPr/>
        </p:nvSpPr>
        <p:spPr>
          <a:xfrm>
            <a:off x="4071640" y="263909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Grounding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71640" y="294560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think the deadline is the 15th..." — potential hallucination, no source.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9881" y="3314179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hR="49619" wR="49619" stAng="0" swAng="5400000"/>
                <a:lnTo>
                  <a:pt x="49619" y="1043657"/>
                </a:lnTo>
                <a:arcTo hR="49619" w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8"/>
          <p:cNvSpPr/>
          <p:nvPr/>
        </p:nvSpPr>
        <p:spPr>
          <a:xfrm>
            <a:off x="3929881" y="3314179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2" name="Text 9"/>
          <p:cNvSpPr/>
          <p:nvPr/>
        </p:nvSpPr>
        <p:spPr>
          <a:xfrm>
            <a:off x="4071640" y="345593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Grounding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76244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"According to the policy document, the deadline is March 15th." — evidence-based, traceable.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84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Grounding Matters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3493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44145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clinical information can directly harm patients. Grounding ensures answers trace to verified sources.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3493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&amp; Legal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44145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compliance demands accuracy. Evidence-based generation replaces speculation with cited policy.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34939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 &amp; Corporate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44145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Institutional knowledge — from attendance rules to HR policy — must be grounded in official documents.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5081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Retrieved information acts as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foundation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generation — transforming "I think..." into "According to the evidence..."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Chunking: Why It's Necessary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0544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268662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500-page PDF cannot — and should not — be sent to the LLM for every query. Context windows have limits, and flooding them wastes tokens.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864048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227263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Chunking breaks documents into smaller,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semantically meaningful pieces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Only the relevant chunks are retrieved and passed to the model — enabling precision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56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Chunk?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2212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chunk is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smaller section of a larger document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ideally scoped to a single topic or concept — making it independently useful for retrieval.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352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7817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30882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 &amp; Course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6352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7817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30882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 Policy &amp; Requirements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6352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7817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30882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 Rules &amp; Grading Criteria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6210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Query: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attendance is required?"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retrieves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Chunk 2 only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the entire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269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Size Trade-offs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7754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2004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Small Chunks (~50 tokens)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8325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precision retrieval — but context may be incomplete or missing surrounding meaning.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37864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 Chunks (~5000 tokens)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4186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continuity — but introduces irrelevant content and significantly higher token costs.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354958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570015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51792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 chunk size depends on your domain and retrieval precision requirements. There is no universal answer.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22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Overlap: Preserving Context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73572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Boundary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68549"/>
            <a:ext cx="265993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splits at fixed boundaries can sever meaning mid-sentence or mid-concept — breaking the semantic coherence a retriever depends 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197968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Overlap Solution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2492946"/>
            <a:ext cx="2659931" cy="1009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Overlapping content is repeated across adjacent chunks, ensuring continuity is preserved across boundaries.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Chunk 1 =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B C D 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Chunk 2 =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 E F G H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tokens D and E bridge the gap.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620393"/>
            <a:ext cx="2659931" cy="974080"/>
          </a:xfrm>
          <a:prstGeom prst="roundRect">
            <a:avLst>
              <a:gd name="adj" fmla="val 5253"/>
            </a:avLst>
          </a:prstGeom>
          <a:solidFill>
            <a:srgbClr val="E1E1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34" y="3782169"/>
            <a:ext cx="152251" cy="121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2001" y="3745037"/>
            <a:ext cx="214223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overlap = better context preservation, but higher storage and embedding costs. Design for your budget.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14" y="1293242"/>
            <a:ext cx="4951363" cy="30945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12871" y="2770905"/>
            <a:ext cx="1114050" cy="13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1: A B C D 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983670" y="2770905"/>
            <a:ext cx="1114051" cy="13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 2: D E F G H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582443" y="2770905"/>
            <a:ext cx="945705" cy="13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Overlap: D 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2026-08-17T02:25:18Z</dcterms:created>
  <dcterms:modified xsi:type="dcterms:W3CDTF">2026-08-17T02:25:18Z</dcterms:modified>
</cp:coreProperties>
</file>