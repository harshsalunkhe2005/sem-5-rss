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4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8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1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sigmoid</c:v>
                </c:pt>
              </c:strCache>
            </c:strRef>
          </c:tx>
          <c:spPr>
            <a:ln w="44450" cap="flat">
              <a:solidFill>
                <a:srgbClr val="D4A01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4A017"/>
              </a:solidFill>
              <a:ln w="9525" cap="flat">
                <a:solidFill>
                  <a:srgbClr val="D4A017"/>
                </a:solidFill>
                <a:prstDash val="solid"/>
                <a:round/>
              </a:ln>
              <a:effectLst/>
            </c:spPr>
          </c:marker>
          <c:cat>
            <c:strRef>
              <c:f>Sheet1!$A$2:$A$31</c:f>
              <c:strCache>
                <c:ptCount val="3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</c:strCache>
            </c:strRef>
          </c:cat>
          <c:val>
            <c:numRef>
              <c:f>Sheet1!$B$2:$B$31</c:f>
              <c:numCache>
                <c:formatCode>General</c:formatCode>
                <c:ptCount val="30"/>
                <c:pt idx="0">
                  <c:v>2.4726231566347743E-3</c:v>
                </c:pt>
                <c:pt idx="1">
                  <c:v>3.684239899435989E-3</c:v>
                </c:pt>
                <c:pt idx="2">
                  <c:v>5.4862988994504088E-3</c:v>
                </c:pt>
                <c:pt idx="3">
                  <c:v>8.1625711531599036E-3</c:v>
                </c:pt>
                <c:pt idx="4">
                  <c:v>1.2128434984274258E-2</c:v>
                </c:pt>
                <c:pt idx="5">
                  <c:v>1.7986209962091583E-2</c:v>
                </c:pt>
                <c:pt idx="6">
                  <c:v>2.6596993576865891E-2</c:v>
                </c:pt>
                <c:pt idx="7">
                  <c:v>3.9165722796764404E-2</c:v>
                </c:pt>
                <c:pt idx="8">
                  <c:v>5.7324175898868797E-2</c:v>
                </c:pt>
                <c:pt idx="9">
                  <c:v>8.3172696493922449E-2</c:v>
                </c:pt>
                <c:pt idx="10">
                  <c:v>0.11920292202211766</c:v>
                </c:pt>
                <c:pt idx="11">
                  <c:v>0.16798161486607563</c:v>
                </c:pt>
                <c:pt idx="12">
                  <c:v>0.23147521650098246</c:v>
                </c:pt>
                <c:pt idx="13">
                  <c:v>0.31002551887238772</c:v>
                </c:pt>
                <c:pt idx="14">
                  <c:v>0.40131233988754816</c:v>
                </c:pt>
                <c:pt idx="15">
                  <c:v>0.50000000000000022</c:v>
                </c:pt>
                <c:pt idx="16">
                  <c:v>0.59868766011245222</c:v>
                </c:pt>
                <c:pt idx="17">
                  <c:v>0.68997448112761262</c:v>
                </c:pt>
                <c:pt idx="18">
                  <c:v>0.76852478349901787</c:v>
                </c:pt>
                <c:pt idx="19">
                  <c:v>0.83201838513392457</c:v>
                </c:pt>
                <c:pt idx="20">
                  <c:v>0.88079707797788254</c:v>
                </c:pt>
                <c:pt idx="21">
                  <c:v>0.91682730350607766</c:v>
                </c:pt>
                <c:pt idx="22">
                  <c:v>0.94267582410113127</c:v>
                </c:pt>
                <c:pt idx="23">
                  <c:v>0.96083427720323566</c:v>
                </c:pt>
                <c:pt idx="24">
                  <c:v>0.97340300642313404</c:v>
                </c:pt>
                <c:pt idx="25">
                  <c:v>0.98201379003790845</c:v>
                </c:pt>
                <c:pt idx="26">
                  <c:v>0.98787156501572571</c:v>
                </c:pt>
                <c:pt idx="27">
                  <c:v>0.99183742884684012</c:v>
                </c:pt>
                <c:pt idx="28">
                  <c:v>0.99451370110054949</c:v>
                </c:pt>
                <c:pt idx="29">
                  <c:v>0.99631576010056411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3455-4170-9DE4-EB1DB18451A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141B4D">
            <a:alpha val="0"/>
          </a:srgbClr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41B4D">
        <a:alpha val="0"/>
      </a:srgbClr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step</c:v>
                </c:pt>
              </c:strCache>
            </c:strRef>
          </c:tx>
          <c:spPr>
            <a:ln w="38100" cap="flat">
              <a:solidFill>
                <a:srgbClr val="D4A01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4A017"/>
              </a:solidFill>
              <a:ln w="9525" cap="flat">
                <a:solidFill>
                  <a:srgbClr val="D4A017"/>
                </a:solidFill>
                <a:prstDash val="solid"/>
                <a:round/>
              </a:ln>
              <a:effectLst/>
            </c:spPr>
          </c:marker>
          <c:cat>
            <c:strRef>
              <c:f>Sheet1!$A$2:$A$50</c:f>
              <c:strCache>
                <c:ptCount val="49"/>
                <c:pt idx="0">
                  <c:v>-6.0</c:v>
                </c:pt>
                <c:pt idx="1">
                  <c:v>-5.8</c:v>
                </c:pt>
                <c:pt idx="2">
                  <c:v>-5.5</c:v>
                </c:pt>
                <c:pt idx="3">
                  <c:v>-5.3</c:v>
                </c:pt>
                <c:pt idx="4">
                  <c:v>-5.0</c:v>
                </c:pt>
                <c:pt idx="5">
                  <c:v>-4.8</c:v>
                </c:pt>
                <c:pt idx="6">
                  <c:v>-4.5</c:v>
                </c:pt>
                <c:pt idx="7">
                  <c:v>-4.3</c:v>
                </c:pt>
                <c:pt idx="8">
                  <c:v>-4.0</c:v>
                </c:pt>
                <c:pt idx="9">
                  <c:v>-3.8</c:v>
                </c:pt>
                <c:pt idx="10">
                  <c:v>-3.5</c:v>
                </c:pt>
                <c:pt idx="11">
                  <c:v>-3.3</c:v>
                </c:pt>
                <c:pt idx="12">
                  <c:v>-3.0</c:v>
                </c:pt>
                <c:pt idx="13">
                  <c:v>-2.8</c:v>
                </c:pt>
                <c:pt idx="14">
                  <c:v>-2.5</c:v>
                </c:pt>
                <c:pt idx="15">
                  <c:v>-2.3</c:v>
                </c:pt>
                <c:pt idx="16">
                  <c:v>-2.0</c:v>
                </c:pt>
                <c:pt idx="17">
                  <c:v>-1.8</c:v>
                </c:pt>
                <c:pt idx="18">
                  <c:v>-1.5</c:v>
                </c:pt>
                <c:pt idx="19">
                  <c:v>-1.3</c:v>
                </c:pt>
                <c:pt idx="20">
                  <c:v>-1.0</c:v>
                </c:pt>
                <c:pt idx="21">
                  <c:v>-0.8</c:v>
                </c:pt>
                <c:pt idx="22">
                  <c:v>-0.5</c:v>
                </c:pt>
                <c:pt idx="23">
                  <c:v>-0.3</c:v>
                </c:pt>
                <c:pt idx="24">
                  <c:v>0.0</c:v>
                </c:pt>
                <c:pt idx="25">
                  <c:v>0.3</c:v>
                </c:pt>
                <c:pt idx="26">
                  <c:v>0.5</c:v>
                </c:pt>
                <c:pt idx="27">
                  <c:v>0.8</c:v>
                </c:pt>
                <c:pt idx="28">
                  <c:v>1.0</c:v>
                </c:pt>
                <c:pt idx="29">
                  <c:v>1.3</c:v>
                </c:pt>
                <c:pt idx="30">
                  <c:v>1.5</c:v>
                </c:pt>
                <c:pt idx="31">
                  <c:v>1.8</c:v>
                </c:pt>
                <c:pt idx="32">
                  <c:v>2.0</c:v>
                </c:pt>
                <c:pt idx="33">
                  <c:v>2.3</c:v>
                </c:pt>
                <c:pt idx="34">
                  <c:v>2.5</c:v>
                </c:pt>
                <c:pt idx="35">
                  <c:v>2.8</c:v>
                </c:pt>
                <c:pt idx="36">
                  <c:v>3.0</c:v>
                </c:pt>
                <c:pt idx="37">
                  <c:v>3.3</c:v>
                </c:pt>
                <c:pt idx="38">
                  <c:v>3.5</c:v>
                </c:pt>
                <c:pt idx="39">
                  <c:v>3.8</c:v>
                </c:pt>
                <c:pt idx="40">
                  <c:v>4.0</c:v>
                </c:pt>
                <c:pt idx="41">
                  <c:v>4.3</c:v>
                </c:pt>
                <c:pt idx="42">
                  <c:v>4.5</c:v>
                </c:pt>
                <c:pt idx="43">
                  <c:v>4.8</c:v>
                </c:pt>
                <c:pt idx="44">
                  <c:v>5.0</c:v>
                </c:pt>
                <c:pt idx="45">
                  <c:v>5.3</c:v>
                </c:pt>
                <c:pt idx="46">
                  <c:v>5.5</c:v>
                </c:pt>
                <c:pt idx="47">
                  <c:v>5.8</c:v>
                </c:pt>
                <c:pt idx="48">
                  <c:v>6.0</c:v>
                </c:pt>
              </c:strCache>
            </c:strRef>
          </c:cat>
          <c:val>
            <c:numRef>
              <c:f>Sheet1!$B$2:$B$50</c:f>
              <c:numCache>
                <c:formatCode>General</c:formatCode>
                <c:ptCount val="49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3E4-448F-BD80-00B5545FE3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2"/>
          <c:min val="-0.2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7D0E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26306E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26306E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sigmoid</c:v>
                </c:pt>
              </c:strCache>
            </c:strRef>
          </c:tx>
          <c:spPr>
            <a:ln w="38100" cap="flat">
              <a:solidFill>
                <a:srgbClr val="D4A01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4A017"/>
              </a:solidFill>
              <a:ln w="9525" cap="flat">
                <a:solidFill>
                  <a:srgbClr val="D4A017"/>
                </a:solidFill>
                <a:prstDash val="solid"/>
                <a:round/>
              </a:ln>
              <a:effectLst/>
            </c:spPr>
          </c:marker>
          <c:cat>
            <c:strRef>
              <c:f>Sheet1!$A$2:$A$50</c:f>
              <c:strCache>
                <c:ptCount val="49"/>
                <c:pt idx="0">
                  <c:v>-6.0</c:v>
                </c:pt>
                <c:pt idx="1">
                  <c:v>-5.8</c:v>
                </c:pt>
                <c:pt idx="2">
                  <c:v>-5.5</c:v>
                </c:pt>
                <c:pt idx="3">
                  <c:v>-5.3</c:v>
                </c:pt>
                <c:pt idx="4">
                  <c:v>-5.0</c:v>
                </c:pt>
                <c:pt idx="5">
                  <c:v>-4.8</c:v>
                </c:pt>
                <c:pt idx="6">
                  <c:v>-4.5</c:v>
                </c:pt>
                <c:pt idx="7">
                  <c:v>-4.3</c:v>
                </c:pt>
                <c:pt idx="8">
                  <c:v>-4.0</c:v>
                </c:pt>
                <c:pt idx="9">
                  <c:v>-3.8</c:v>
                </c:pt>
                <c:pt idx="10">
                  <c:v>-3.5</c:v>
                </c:pt>
                <c:pt idx="11">
                  <c:v>-3.3</c:v>
                </c:pt>
                <c:pt idx="12">
                  <c:v>-3.0</c:v>
                </c:pt>
                <c:pt idx="13">
                  <c:v>-2.8</c:v>
                </c:pt>
                <c:pt idx="14">
                  <c:v>-2.5</c:v>
                </c:pt>
                <c:pt idx="15">
                  <c:v>-2.3</c:v>
                </c:pt>
                <c:pt idx="16">
                  <c:v>-2.0</c:v>
                </c:pt>
                <c:pt idx="17">
                  <c:v>-1.8</c:v>
                </c:pt>
                <c:pt idx="18">
                  <c:v>-1.5</c:v>
                </c:pt>
                <c:pt idx="19">
                  <c:v>-1.3</c:v>
                </c:pt>
                <c:pt idx="20">
                  <c:v>-1.0</c:v>
                </c:pt>
                <c:pt idx="21">
                  <c:v>-0.8</c:v>
                </c:pt>
                <c:pt idx="22">
                  <c:v>-0.5</c:v>
                </c:pt>
                <c:pt idx="23">
                  <c:v>-0.3</c:v>
                </c:pt>
                <c:pt idx="24">
                  <c:v>0.0</c:v>
                </c:pt>
                <c:pt idx="25">
                  <c:v>0.3</c:v>
                </c:pt>
                <c:pt idx="26">
                  <c:v>0.5</c:v>
                </c:pt>
                <c:pt idx="27">
                  <c:v>0.8</c:v>
                </c:pt>
                <c:pt idx="28">
                  <c:v>1.0</c:v>
                </c:pt>
                <c:pt idx="29">
                  <c:v>1.3</c:v>
                </c:pt>
                <c:pt idx="30">
                  <c:v>1.5</c:v>
                </c:pt>
                <c:pt idx="31">
                  <c:v>1.8</c:v>
                </c:pt>
                <c:pt idx="32">
                  <c:v>2.0</c:v>
                </c:pt>
                <c:pt idx="33">
                  <c:v>2.3</c:v>
                </c:pt>
                <c:pt idx="34">
                  <c:v>2.5</c:v>
                </c:pt>
                <c:pt idx="35">
                  <c:v>2.8</c:v>
                </c:pt>
                <c:pt idx="36">
                  <c:v>3.0</c:v>
                </c:pt>
                <c:pt idx="37">
                  <c:v>3.3</c:v>
                </c:pt>
                <c:pt idx="38">
                  <c:v>3.5</c:v>
                </c:pt>
                <c:pt idx="39">
                  <c:v>3.8</c:v>
                </c:pt>
                <c:pt idx="40">
                  <c:v>4.0</c:v>
                </c:pt>
                <c:pt idx="41">
                  <c:v>4.3</c:v>
                </c:pt>
                <c:pt idx="42">
                  <c:v>4.5</c:v>
                </c:pt>
                <c:pt idx="43">
                  <c:v>4.8</c:v>
                </c:pt>
                <c:pt idx="44">
                  <c:v>5.0</c:v>
                </c:pt>
                <c:pt idx="45">
                  <c:v>5.3</c:v>
                </c:pt>
                <c:pt idx="46">
                  <c:v>5.5</c:v>
                </c:pt>
                <c:pt idx="47">
                  <c:v>5.8</c:v>
                </c:pt>
                <c:pt idx="48">
                  <c:v>6.0</c:v>
                </c:pt>
              </c:strCache>
            </c:strRef>
          </c:cat>
          <c:val>
            <c:numRef>
              <c:f>Sheet1!$B$2:$B$50</c:f>
              <c:numCache>
                <c:formatCode>General</c:formatCode>
                <c:ptCount val="49"/>
                <c:pt idx="0">
                  <c:v>2.4726231566347743E-3</c:v>
                </c:pt>
                <c:pt idx="1">
                  <c:v>3.1726828424851893E-3</c:v>
                </c:pt>
                <c:pt idx="2">
                  <c:v>4.0701377158961277E-3</c:v>
                </c:pt>
                <c:pt idx="3">
                  <c:v>5.2201256935583973E-3</c:v>
                </c:pt>
                <c:pt idx="4">
                  <c:v>6.6928509242848554E-3</c:v>
                </c:pt>
                <c:pt idx="5">
                  <c:v>8.5774854137119841E-3</c:v>
                </c:pt>
                <c:pt idx="6">
                  <c:v>1.098694263059318E-2</c:v>
                </c:pt>
                <c:pt idx="7">
                  <c:v>1.4063627043245475E-2</c:v>
                </c:pt>
                <c:pt idx="8">
                  <c:v>1.7986209962091559E-2</c:v>
                </c:pt>
                <c:pt idx="9">
                  <c:v>2.2977369910025615E-2</c:v>
                </c:pt>
                <c:pt idx="10">
                  <c:v>2.9312230751356319E-2</c:v>
                </c:pt>
                <c:pt idx="11">
                  <c:v>3.7326887344129457E-2</c:v>
                </c:pt>
                <c:pt idx="12">
                  <c:v>4.7425873177566781E-2</c:v>
                </c:pt>
                <c:pt idx="13">
                  <c:v>6.0086650174007626E-2</c:v>
                </c:pt>
                <c:pt idx="14">
                  <c:v>7.5858180021243546E-2</c:v>
                </c:pt>
                <c:pt idx="15">
                  <c:v>9.534946489910949E-2</c:v>
                </c:pt>
                <c:pt idx="16">
                  <c:v>0.11920292202211755</c:v>
                </c:pt>
                <c:pt idx="17">
                  <c:v>0.14804719803168948</c:v>
                </c:pt>
                <c:pt idx="18">
                  <c:v>0.18242552380635635</c:v>
                </c:pt>
                <c:pt idx="19">
                  <c:v>0.22270013882530884</c:v>
                </c:pt>
                <c:pt idx="20">
                  <c:v>0.2689414213699951</c:v>
                </c:pt>
                <c:pt idx="21">
                  <c:v>0.32082130082460703</c:v>
                </c:pt>
                <c:pt idx="22">
                  <c:v>0.37754066879814541</c:v>
                </c:pt>
                <c:pt idx="23">
                  <c:v>0.43782349911420193</c:v>
                </c:pt>
                <c:pt idx="24">
                  <c:v>0.5</c:v>
                </c:pt>
                <c:pt idx="25">
                  <c:v>0.56217650088579807</c:v>
                </c:pt>
                <c:pt idx="26">
                  <c:v>0.62245933120185459</c:v>
                </c:pt>
                <c:pt idx="27">
                  <c:v>0.67917869917539297</c:v>
                </c:pt>
                <c:pt idx="28">
                  <c:v>0.7310585786300049</c:v>
                </c:pt>
                <c:pt idx="29">
                  <c:v>0.77729986117469108</c:v>
                </c:pt>
                <c:pt idx="30">
                  <c:v>0.81757447619364365</c:v>
                </c:pt>
                <c:pt idx="31">
                  <c:v>0.85195280196831058</c:v>
                </c:pt>
                <c:pt idx="32">
                  <c:v>0.88079707797788231</c:v>
                </c:pt>
                <c:pt idx="33">
                  <c:v>0.90465053510089055</c:v>
                </c:pt>
                <c:pt idx="34">
                  <c:v>0.92414181997875655</c:v>
                </c:pt>
                <c:pt idx="35">
                  <c:v>0.93991334982599239</c:v>
                </c:pt>
                <c:pt idx="36">
                  <c:v>0.95257412682243336</c:v>
                </c:pt>
                <c:pt idx="37">
                  <c:v>0.96267311265587063</c:v>
                </c:pt>
                <c:pt idx="38">
                  <c:v>0.97068776924864364</c:v>
                </c:pt>
                <c:pt idx="39">
                  <c:v>0.97702263008997436</c:v>
                </c:pt>
                <c:pt idx="40">
                  <c:v>0.98201379003790845</c:v>
                </c:pt>
                <c:pt idx="41">
                  <c:v>0.9859363729567544</c:v>
                </c:pt>
                <c:pt idx="42">
                  <c:v>0.98901305736940681</c:v>
                </c:pt>
                <c:pt idx="43">
                  <c:v>0.99142251458628805</c:v>
                </c:pt>
                <c:pt idx="44">
                  <c:v>0.99330714907571527</c:v>
                </c:pt>
                <c:pt idx="45">
                  <c:v>0.99477987430644166</c:v>
                </c:pt>
                <c:pt idx="46">
                  <c:v>0.99592986228410396</c:v>
                </c:pt>
                <c:pt idx="47">
                  <c:v>0.99682731715751483</c:v>
                </c:pt>
                <c:pt idx="48">
                  <c:v>0.99752737684336534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6BF5-41AC-98C0-CBA709BCA6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2"/>
          <c:min val="-0.2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C7D0E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B3A46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0B3A46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l-GR" sz="1300" b="0" i="0" u="none" strike="noStrike">
                <a:solidFill>
                  <a:srgbClr val="1E2761"/>
                </a:solidFill>
                <a:latin typeface="Arial"/>
              </a:rPr>
              <a:t>σ(x) = 1 / (1 + e⁻ˣ)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σ(x)</c:v>
                </c:pt>
              </c:strCache>
            </c:strRef>
          </c:tx>
          <c:spPr>
            <a:ln w="44450" cap="flat">
              <a:solidFill>
                <a:srgbClr val="02809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cat>
            <c:strRef>
              <c:f>Sheet1!$A$2:$A$51</c:f>
              <c:strCache>
                <c:ptCount val="50"/>
                <c:pt idx="0">
                  <c:v>-10.0</c:v>
                </c:pt>
                <c:pt idx="1">
                  <c:v>-9.6</c:v>
                </c:pt>
                <c:pt idx="2">
                  <c:v>-9.2</c:v>
                </c:pt>
                <c:pt idx="3">
                  <c:v>-8.8</c:v>
                </c:pt>
                <c:pt idx="4">
                  <c:v>-8.4</c:v>
                </c:pt>
                <c:pt idx="5">
                  <c:v>-8.0</c:v>
                </c:pt>
                <c:pt idx="6">
                  <c:v>-7.6</c:v>
                </c:pt>
                <c:pt idx="7">
                  <c:v>-7.2</c:v>
                </c:pt>
                <c:pt idx="8">
                  <c:v>-6.8</c:v>
                </c:pt>
                <c:pt idx="9">
                  <c:v>-6.4</c:v>
                </c:pt>
                <c:pt idx="10">
                  <c:v>-6.0</c:v>
                </c:pt>
                <c:pt idx="11">
                  <c:v>-5.6</c:v>
                </c:pt>
                <c:pt idx="12">
                  <c:v>-5.2</c:v>
                </c:pt>
                <c:pt idx="13">
                  <c:v>-4.8</c:v>
                </c:pt>
                <c:pt idx="14">
                  <c:v>-4.4</c:v>
                </c:pt>
                <c:pt idx="15">
                  <c:v>-4.0</c:v>
                </c:pt>
                <c:pt idx="16">
                  <c:v>-3.6</c:v>
                </c:pt>
                <c:pt idx="17">
                  <c:v>-3.2</c:v>
                </c:pt>
                <c:pt idx="18">
                  <c:v>-2.8</c:v>
                </c:pt>
                <c:pt idx="19">
                  <c:v>-2.4</c:v>
                </c:pt>
                <c:pt idx="20">
                  <c:v>-2.0</c:v>
                </c:pt>
                <c:pt idx="21">
                  <c:v>-1.6</c:v>
                </c:pt>
                <c:pt idx="22">
                  <c:v>-1.2</c:v>
                </c:pt>
                <c:pt idx="23">
                  <c:v>-0.8</c:v>
                </c:pt>
                <c:pt idx="24">
                  <c:v>-0.4</c:v>
                </c:pt>
                <c:pt idx="25">
                  <c:v>0.0</c:v>
                </c:pt>
                <c:pt idx="26">
                  <c:v>0.4</c:v>
                </c:pt>
                <c:pt idx="27">
                  <c:v>0.8</c:v>
                </c:pt>
                <c:pt idx="28">
                  <c:v>1.2</c:v>
                </c:pt>
                <c:pt idx="29">
                  <c:v>1.6</c:v>
                </c:pt>
                <c:pt idx="30">
                  <c:v>2.0</c:v>
                </c:pt>
                <c:pt idx="31">
                  <c:v>2.4</c:v>
                </c:pt>
                <c:pt idx="32">
                  <c:v>2.8</c:v>
                </c:pt>
                <c:pt idx="33">
                  <c:v>3.2</c:v>
                </c:pt>
                <c:pt idx="34">
                  <c:v>3.6</c:v>
                </c:pt>
                <c:pt idx="35">
                  <c:v>4.0</c:v>
                </c:pt>
                <c:pt idx="36">
                  <c:v>4.4</c:v>
                </c:pt>
                <c:pt idx="37">
                  <c:v>4.8</c:v>
                </c:pt>
                <c:pt idx="38">
                  <c:v>5.2</c:v>
                </c:pt>
                <c:pt idx="39">
                  <c:v>5.6</c:v>
                </c:pt>
                <c:pt idx="40">
                  <c:v>6.0</c:v>
                </c:pt>
                <c:pt idx="41">
                  <c:v>6.4</c:v>
                </c:pt>
                <c:pt idx="42">
                  <c:v>6.8</c:v>
                </c:pt>
                <c:pt idx="43">
                  <c:v>7.2</c:v>
                </c:pt>
                <c:pt idx="44">
                  <c:v>7.6</c:v>
                </c:pt>
                <c:pt idx="45">
                  <c:v>8.0</c:v>
                </c:pt>
                <c:pt idx="46">
                  <c:v>8.4</c:v>
                </c:pt>
                <c:pt idx="47">
                  <c:v>8.8</c:v>
                </c:pt>
                <c:pt idx="48">
                  <c:v>9.2</c:v>
                </c:pt>
                <c:pt idx="49">
                  <c:v>9.6</c:v>
                </c:pt>
              </c:strCache>
            </c:strRef>
          </c:cat>
          <c:val>
            <c:numRef>
              <c:f>Sheet1!$B$2:$B$51</c:f>
              <c:numCache>
                <c:formatCode>General</c:formatCode>
                <c:ptCount val="50"/>
                <c:pt idx="0">
                  <c:v>4.5397868702434395E-5</c:v>
                </c:pt>
                <c:pt idx="1">
                  <c:v>6.7724149619770231E-5</c:v>
                </c:pt>
                <c:pt idx="2">
                  <c:v>1.0102919390777289E-4</c:v>
                </c:pt>
                <c:pt idx="3">
                  <c:v>1.5071035805975768E-4</c:v>
                </c:pt>
                <c:pt idx="4">
                  <c:v>2.2481677023329571E-4</c:v>
                </c:pt>
                <c:pt idx="5">
                  <c:v>3.353501304664787E-4</c:v>
                </c:pt>
                <c:pt idx="6">
                  <c:v>5.0020110707956519E-4</c:v>
                </c:pt>
                <c:pt idx="7">
                  <c:v>7.4602883383669905E-4</c:v>
                </c:pt>
                <c:pt idx="8">
                  <c:v>1.1125360328603246E-3</c:v>
                </c:pt>
                <c:pt idx="9">
                  <c:v>1.6588010801744271E-3</c:v>
                </c:pt>
                <c:pt idx="10">
                  <c:v>2.472623156634783E-3</c:v>
                </c:pt>
                <c:pt idx="11">
                  <c:v>3.684239899436002E-3</c:v>
                </c:pt>
                <c:pt idx="12">
                  <c:v>5.4862988994504288E-3</c:v>
                </c:pt>
                <c:pt idx="13">
                  <c:v>8.1625711531599331E-3</c:v>
                </c:pt>
                <c:pt idx="14">
                  <c:v>1.21284349842743E-2</c:v>
                </c:pt>
                <c:pt idx="15">
                  <c:v>1.7986209962091645E-2</c:v>
                </c:pt>
                <c:pt idx="16">
                  <c:v>2.6596993576865981E-2</c:v>
                </c:pt>
                <c:pt idx="17">
                  <c:v>3.9165722796764536E-2</c:v>
                </c:pt>
                <c:pt idx="18">
                  <c:v>5.7324175898868998E-2</c:v>
                </c:pt>
                <c:pt idx="19">
                  <c:v>8.3172696493922713E-2</c:v>
                </c:pt>
                <c:pt idx="20">
                  <c:v>0.11920292202211803</c:v>
                </c:pt>
                <c:pt idx="21">
                  <c:v>0.16798161486607613</c:v>
                </c:pt>
                <c:pt idx="22">
                  <c:v>0.23147521650098313</c:v>
                </c:pt>
                <c:pt idx="23">
                  <c:v>0.31002551887238849</c:v>
                </c:pt>
                <c:pt idx="24">
                  <c:v>0.401312339887549</c:v>
                </c:pt>
                <c:pt idx="25">
                  <c:v>0.50000000000000111</c:v>
                </c:pt>
                <c:pt idx="26">
                  <c:v>0.598687660112453</c:v>
                </c:pt>
                <c:pt idx="27">
                  <c:v>0.68997448112761339</c:v>
                </c:pt>
                <c:pt idx="28">
                  <c:v>0.76852478349901843</c:v>
                </c:pt>
                <c:pt idx="29">
                  <c:v>0.83201838513392501</c:v>
                </c:pt>
                <c:pt idx="30">
                  <c:v>0.88079707797788287</c:v>
                </c:pt>
                <c:pt idx="31">
                  <c:v>0.916827303506078</c:v>
                </c:pt>
                <c:pt idx="32">
                  <c:v>0.94267582410113149</c:v>
                </c:pt>
                <c:pt idx="33">
                  <c:v>0.96083427720323589</c:v>
                </c:pt>
                <c:pt idx="34">
                  <c:v>0.97340300642313426</c:v>
                </c:pt>
                <c:pt idx="35">
                  <c:v>0.98201379003790856</c:v>
                </c:pt>
                <c:pt idx="36">
                  <c:v>0.98787156501572571</c:v>
                </c:pt>
                <c:pt idx="37">
                  <c:v>0.99183742884684012</c:v>
                </c:pt>
                <c:pt idx="38">
                  <c:v>0.99451370110054971</c:v>
                </c:pt>
                <c:pt idx="39">
                  <c:v>0.99631576010056411</c:v>
                </c:pt>
                <c:pt idx="40">
                  <c:v>0.99752737684336534</c:v>
                </c:pt>
                <c:pt idx="41">
                  <c:v>0.99834119891982553</c:v>
                </c:pt>
                <c:pt idx="42">
                  <c:v>0.99888746396713979</c:v>
                </c:pt>
                <c:pt idx="43">
                  <c:v>0.99925397116616332</c:v>
                </c:pt>
                <c:pt idx="44">
                  <c:v>0.99949979889292051</c:v>
                </c:pt>
                <c:pt idx="45">
                  <c:v>0.99966464986953363</c:v>
                </c:pt>
                <c:pt idx="46">
                  <c:v>0.99977518322976666</c:v>
                </c:pt>
                <c:pt idx="47">
                  <c:v>0.99984928964194031</c:v>
                </c:pt>
                <c:pt idx="48">
                  <c:v>0.99989897080609225</c:v>
                </c:pt>
                <c:pt idx="49">
                  <c:v>0.99993227585038036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5C88-4648-9EB5-B489BD0911C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C9CFDC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2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tickLblSkip val="5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7EA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9CFDC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2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steep (large w)</c:v>
                </c:pt>
              </c:strCache>
            </c:strRef>
          </c:tx>
          <c:spPr>
            <a:ln w="34925" cap="flat">
              <a:solidFill>
                <a:srgbClr val="D4A01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4A017"/>
              </a:solidFill>
              <a:ln w="9525" cap="flat">
                <a:solidFill>
                  <a:srgbClr val="D4A017"/>
                </a:solidFill>
                <a:prstDash val="solid"/>
                <a:round/>
              </a:ln>
              <a:effectLst/>
            </c:spPr>
          </c:marker>
          <c:cat>
            <c:strRef>
              <c:f>Sheet1!$A$2:$A$42</c:f>
              <c:strCache>
                <c:ptCount val="41"/>
                <c:pt idx="0">
                  <c:v>-6.0</c:v>
                </c:pt>
                <c:pt idx="1">
                  <c:v>-5.7</c:v>
                </c:pt>
                <c:pt idx="2">
                  <c:v>-5.4</c:v>
                </c:pt>
                <c:pt idx="3">
                  <c:v>-5.1</c:v>
                </c:pt>
                <c:pt idx="4">
                  <c:v>-4.8</c:v>
                </c:pt>
                <c:pt idx="5">
                  <c:v>-4.5</c:v>
                </c:pt>
                <c:pt idx="6">
                  <c:v>-4.2</c:v>
                </c:pt>
                <c:pt idx="7">
                  <c:v>-3.9</c:v>
                </c:pt>
                <c:pt idx="8">
                  <c:v>-3.6</c:v>
                </c:pt>
                <c:pt idx="9">
                  <c:v>-3.3</c:v>
                </c:pt>
                <c:pt idx="10">
                  <c:v>-3.0</c:v>
                </c:pt>
                <c:pt idx="11">
                  <c:v>-2.7</c:v>
                </c:pt>
                <c:pt idx="12">
                  <c:v>-2.4</c:v>
                </c:pt>
                <c:pt idx="13">
                  <c:v>-2.1</c:v>
                </c:pt>
                <c:pt idx="14">
                  <c:v>-1.8</c:v>
                </c:pt>
                <c:pt idx="15">
                  <c:v>-1.5</c:v>
                </c:pt>
                <c:pt idx="16">
                  <c:v>-1.2</c:v>
                </c:pt>
                <c:pt idx="17">
                  <c:v>-0.9</c:v>
                </c:pt>
                <c:pt idx="18">
                  <c:v>-0.6</c:v>
                </c:pt>
                <c:pt idx="19">
                  <c:v>-0.3</c:v>
                </c:pt>
                <c:pt idx="20">
                  <c:v>-0.0</c:v>
                </c:pt>
                <c:pt idx="21">
                  <c:v>0.3</c:v>
                </c:pt>
                <c:pt idx="22">
                  <c:v>0.6</c:v>
                </c:pt>
                <c:pt idx="23">
                  <c:v>0.9</c:v>
                </c:pt>
                <c:pt idx="24">
                  <c:v>1.2</c:v>
                </c:pt>
                <c:pt idx="25">
                  <c:v>1.5</c:v>
                </c:pt>
                <c:pt idx="26">
                  <c:v>1.8</c:v>
                </c:pt>
                <c:pt idx="27">
                  <c:v>2.1</c:v>
                </c:pt>
                <c:pt idx="28">
                  <c:v>2.4</c:v>
                </c:pt>
                <c:pt idx="29">
                  <c:v>2.7</c:v>
                </c:pt>
                <c:pt idx="30">
                  <c:v>3.0</c:v>
                </c:pt>
                <c:pt idx="31">
                  <c:v>3.3</c:v>
                </c:pt>
                <c:pt idx="32">
                  <c:v>3.6</c:v>
                </c:pt>
                <c:pt idx="33">
                  <c:v>3.9</c:v>
                </c:pt>
                <c:pt idx="34">
                  <c:v>4.2</c:v>
                </c:pt>
                <c:pt idx="35">
                  <c:v>4.5</c:v>
                </c:pt>
                <c:pt idx="36">
                  <c:v>4.8</c:v>
                </c:pt>
                <c:pt idx="37">
                  <c:v>5.1</c:v>
                </c:pt>
                <c:pt idx="38">
                  <c:v>5.4</c:v>
                </c:pt>
                <c:pt idx="39">
                  <c:v>5.7</c:v>
                </c:pt>
                <c:pt idx="40">
                  <c:v>6.0</c:v>
                </c:pt>
              </c:strCache>
            </c:strRef>
          </c:cat>
          <c:val>
            <c:numRef>
              <c:f>Sheet1!$B$2:$B$42</c:f>
              <c:numCache>
                <c:formatCode>General</c:formatCode>
                <c:ptCount val="41"/>
                <c:pt idx="0">
                  <c:v>6.1441746022147182E-6</c:v>
                </c:pt>
                <c:pt idx="1">
                  <c:v>1.1195359505113293E-5</c:v>
                </c:pt>
                <c:pt idx="2">
                  <c:v>2.039908727992137E-5</c:v>
                </c:pt>
                <c:pt idx="3">
                  <c:v>3.7168937102889401E-5</c:v>
                </c:pt>
                <c:pt idx="4">
                  <c:v>6.7724149619770109E-5</c:v>
                </c:pt>
                <c:pt idx="5">
                  <c:v>1.2339457598623151E-4</c:v>
                </c:pt>
                <c:pt idx="6">
                  <c:v>2.2481677023329487E-4</c:v>
                </c:pt>
                <c:pt idx="7">
                  <c:v>4.0956716498604929E-4</c:v>
                </c:pt>
                <c:pt idx="8">
                  <c:v>7.4602883383669493E-4</c:v>
                </c:pt>
                <c:pt idx="9">
                  <c:v>1.3585199504289544E-3</c:v>
                </c:pt>
                <c:pt idx="10">
                  <c:v>2.4726231566347657E-3</c:v>
                </c:pt>
                <c:pt idx="11">
                  <c:v>4.4962731609411626E-3</c:v>
                </c:pt>
                <c:pt idx="12">
                  <c:v>8.1625711531598602E-3</c:v>
                </c:pt>
                <c:pt idx="13">
                  <c:v>1.4774031693272989E-2</c:v>
                </c:pt>
                <c:pt idx="14">
                  <c:v>2.6596993576865739E-2</c:v>
                </c:pt>
                <c:pt idx="15">
                  <c:v>4.742587317756658E-2</c:v>
                </c:pt>
                <c:pt idx="16">
                  <c:v>8.3172696493922046E-2</c:v>
                </c:pt>
                <c:pt idx="17">
                  <c:v>0.14185106490048727</c:v>
                </c:pt>
                <c:pt idx="18">
                  <c:v>0.2314752165009816</c:v>
                </c:pt>
                <c:pt idx="19">
                  <c:v>0.35434369377420361</c:v>
                </c:pt>
                <c:pt idx="20">
                  <c:v>0.49999999999999889</c:v>
                </c:pt>
                <c:pt idx="21">
                  <c:v>0.64565630622579451</c:v>
                </c:pt>
                <c:pt idx="22">
                  <c:v>0.76852478349901698</c:v>
                </c:pt>
                <c:pt idx="23">
                  <c:v>0.85814893509951162</c:v>
                </c:pt>
                <c:pt idx="24">
                  <c:v>0.91682730350607733</c:v>
                </c:pt>
                <c:pt idx="25">
                  <c:v>0.95257412682243314</c:v>
                </c:pt>
                <c:pt idx="26">
                  <c:v>0.97340300642313404</c:v>
                </c:pt>
                <c:pt idx="27">
                  <c:v>0.98522596830672693</c:v>
                </c:pt>
                <c:pt idx="28">
                  <c:v>0.99183742884684012</c:v>
                </c:pt>
                <c:pt idx="29">
                  <c:v>0.99550372683905886</c:v>
                </c:pt>
                <c:pt idx="30">
                  <c:v>0.99752737684336534</c:v>
                </c:pt>
                <c:pt idx="31">
                  <c:v>0.9986414800495711</c:v>
                </c:pt>
                <c:pt idx="32">
                  <c:v>0.99925397116616332</c:v>
                </c:pt>
                <c:pt idx="33">
                  <c:v>0.99959043283501392</c:v>
                </c:pt>
                <c:pt idx="34">
                  <c:v>0.99977518322976666</c:v>
                </c:pt>
                <c:pt idx="35">
                  <c:v>0.99987660542401369</c:v>
                </c:pt>
                <c:pt idx="36">
                  <c:v>0.99993227585038036</c:v>
                </c:pt>
                <c:pt idx="37">
                  <c:v>0.99996283106289707</c:v>
                </c:pt>
                <c:pt idx="38">
                  <c:v>0.99997960091272009</c:v>
                </c:pt>
                <c:pt idx="39">
                  <c:v>0.999988804640495</c:v>
                </c:pt>
                <c:pt idx="40">
                  <c:v>0.99999385582539779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9439-4596-B8F6-E472DE348B4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gentle (small w)</c:v>
                </c:pt>
              </c:strCache>
            </c:strRef>
          </c:tx>
          <c:spPr>
            <a:ln w="34925" cap="flat">
              <a:solidFill>
                <a:srgbClr val="02809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cat>
            <c:strRef>
              <c:f>Sheet1!$A$2:$A$42</c:f>
              <c:strCache>
                <c:ptCount val="41"/>
                <c:pt idx="0">
                  <c:v>-6.0</c:v>
                </c:pt>
                <c:pt idx="1">
                  <c:v>-5.7</c:v>
                </c:pt>
                <c:pt idx="2">
                  <c:v>-5.4</c:v>
                </c:pt>
                <c:pt idx="3">
                  <c:v>-5.1</c:v>
                </c:pt>
                <c:pt idx="4">
                  <c:v>-4.8</c:v>
                </c:pt>
                <c:pt idx="5">
                  <c:v>-4.5</c:v>
                </c:pt>
                <c:pt idx="6">
                  <c:v>-4.2</c:v>
                </c:pt>
                <c:pt idx="7">
                  <c:v>-3.9</c:v>
                </c:pt>
                <c:pt idx="8">
                  <c:v>-3.6</c:v>
                </c:pt>
                <c:pt idx="9">
                  <c:v>-3.3</c:v>
                </c:pt>
                <c:pt idx="10">
                  <c:v>-3.0</c:v>
                </c:pt>
                <c:pt idx="11">
                  <c:v>-2.7</c:v>
                </c:pt>
                <c:pt idx="12">
                  <c:v>-2.4</c:v>
                </c:pt>
                <c:pt idx="13">
                  <c:v>-2.1</c:v>
                </c:pt>
                <c:pt idx="14">
                  <c:v>-1.8</c:v>
                </c:pt>
                <c:pt idx="15">
                  <c:v>-1.5</c:v>
                </c:pt>
                <c:pt idx="16">
                  <c:v>-1.2</c:v>
                </c:pt>
                <c:pt idx="17">
                  <c:v>-0.9</c:v>
                </c:pt>
                <c:pt idx="18">
                  <c:v>-0.6</c:v>
                </c:pt>
                <c:pt idx="19">
                  <c:v>-0.3</c:v>
                </c:pt>
                <c:pt idx="20">
                  <c:v>-0.0</c:v>
                </c:pt>
                <c:pt idx="21">
                  <c:v>0.3</c:v>
                </c:pt>
                <c:pt idx="22">
                  <c:v>0.6</c:v>
                </c:pt>
                <c:pt idx="23">
                  <c:v>0.9</c:v>
                </c:pt>
                <c:pt idx="24">
                  <c:v>1.2</c:v>
                </c:pt>
                <c:pt idx="25">
                  <c:v>1.5</c:v>
                </c:pt>
                <c:pt idx="26">
                  <c:v>1.8</c:v>
                </c:pt>
                <c:pt idx="27">
                  <c:v>2.1</c:v>
                </c:pt>
                <c:pt idx="28">
                  <c:v>2.4</c:v>
                </c:pt>
                <c:pt idx="29">
                  <c:v>2.7</c:v>
                </c:pt>
                <c:pt idx="30">
                  <c:v>3.0</c:v>
                </c:pt>
                <c:pt idx="31">
                  <c:v>3.3</c:v>
                </c:pt>
                <c:pt idx="32">
                  <c:v>3.6</c:v>
                </c:pt>
                <c:pt idx="33">
                  <c:v>3.9</c:v>
                </c:pt>
                <c:pt idx="34">
                  <c:v>4.2</c:v>
                </c:pt>
                <c:pt idx="35">
                  <c:v>4.5</c:v>
                </c:pt>
                <c:pt idx="36">
                  <c:v>4.8</c:v>
                </c:pt>
                <c:pt idx="37">
                  <c:v>5.1</c:v>
                </c:pt>
                <c:pt idx="38">
                  <c:v>5.4</c:v>
                </c:pt>
                <c:pt idx="39">
                  <c:v>5.7</c:v>
                </c:pt>
                <c:pt idx="40">
                  <c:v>6.0</c:v>
                </c:pt>
              </c:strCache>
            </c:strRef>
          </c:cat>
          <c:val>
            <c:numRef>
              <c:f>Sheet1!$C$2:$C$42</c:f>
              <c:numCache>
                <c:formatCode>General</c:formatCode>
                <c:ptCount val="41"/>
                <c:pt idx="0">
                  <c:v>4.7425873177566781E-2</c:v>
                </c:pt>
                <c:pt idx="1">
                  <c:v>5.4681317215940758E-2</c:v>
                </c:pt>
                <c:pt idx="2">
                  <c:v>6.2973356056996485E-2</c:v>
                </c:pt>
                <c:pt idx="3">
                  <c:v>7.2426485361517703E-2</c:v>
                </c:pt>
                <c:pt idx="4">
                  <c:v>8.3172696493922352E-2</c:v>
                </c:pt>
                <c:pt idx="5">
                  <c:v>9.5349464899109462E-2</c:v>
                </c:pt>
                <c:pt idx="6">
                  <c:v>0.10909682119561288</c:v>
                </c:pt>
                <c:pt idx="7">
                  <c:v>0.12455335818741636</c:v>
                </c:pt>
                <c:pt idx="8">
                  <c:v>0.14185106490048771</c:v>
                </c:pt>
                <c:pt idx="9">
                  <c:v>0.16110894957658511</c:v>
                </c:pt>
                <c:pt idx="10">
                  <c:v>0.18242552380635621</c:v>
                </c:pt>
                <c:pt idx="11">
                  <c:v>0.20587037180094717</c:v>
                </c:pt>
                <c:pt idx="12">
                  <c:v>0.23147521650098218</c:v>
                </c:pt>
                <c:pt idx="13">
                  <c:v>0.25922510081784578</c:v>
                </c:pt>
                <c:pt idx="14">
                  <c:v>0.28905049737499577</c:v>
                </c:pt>
                <c:pt idx="15">
                  <c:v>0.3208213008246068</c:v>
                </c:pt>
                <c:pt idx="16">
                  <c:v>0.35434369377420433</c:v>
                </c:pt>
                <c:pt idx="17">
                  <c:v>0.38936076605077774</c:v>
                </c:pt>
                <c:pt idx="18">
                  <c:v>0.42555748318834075</c:v>
                </c:pt>
                <c:pt idx="19">
                  <c:v>0.46257015465625018</c:v>
                </c:pt>
                <c:pt idx="20">
                  <c:v>0.49999999999999978</c:v>
                </c:pt>
                <c:pt idx="21">
                  <c:v>0.53742984534374927</c:v>
                </c:pt>
                <c:pt idx="22">
                  <c:v>0.5744425168116587</c:v>
                </c:pt>
                <c:pt idx="23">
                  <c:v>0.6106392339492217</c:v>
                </c:pt>
                <c:pt idx="24">
                  <c:v>0.64565630622579528</c:v>
                </c:pt>
                <c:pt idx="25">
                  <c:v>0.67917869917539275</c:v>
                </c:pt>
                <c:pt idx="26">
                  <c:v>0.71094950262500378</c:v>
                </c:pt>
                <c:pt idx="27">
                  <c:v>0.74077489918215378</c:v>
                </c:pt>
                <c:pt idx="28">
                  <c:v>0.76852478349901743</c:v>
                </c:pt>
                <c:pt idx="29">
                  <c:v>0.79412962819905242</c:v>
                </c:pt>
                <c:pt idx="30">
                  <c:v>0.81757447619364343</c:v>
                </c:pt>
                <c:pt idx="31">
                  <c:v>0.83889105042341461</c:v>
                </c:pt>
                <c:pt idx="32">
                  <c:v>0.85814893509951196</c:v>
                </c:pt>
                <c:pt idx="33">
                  <c:v>0.87544664181258336</c:v>
                </c:pt>
                <c:pt idx="34">
                  <c:v>0.89090317880438696</c:v>
                </c:pt>
                <c:pt idx="35">
                  <c:v>0.90465053510089044</c:v>
                </c:pt>
                <c:pt idx="36">
                  <c:v>0.91682730350607744</c:v>
                </c:pt>
                <c:pt idx="37">
                  <c:v>0.92757351463848203</c:v>
                </c:pt>
                <c:pt idx="38">
                  <c:v>0.93702664394300339</c:v>
                </c:pt>
                <c:pt idx="39">
                  <c:v>0.94531868278405917</c:v>
                </c:pt>
                <c:pt idx="40">
                  <c:v>0.95257412682243314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9439-4596-B8F6-E472DE348B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9CFDC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2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 = +3 (shift left)</c:v>
                </c:pt>
              </c:strCache>
            </c:strRef>
          </c:tx>
          <c:spPr>
            <a:ln w="34925" cap="flat">
              <a:solidFill>
                <a:srgbClr val="D4A01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4A017"/>
              </a:solidFill>
              <a:ln w="9525" cap="flat">
                <a:solidFill>
                  <a:srgbClr val="D4A017"/>
                </a:solidFill>
                <a:prstDash val="solid"/>
                <a:round/>
              </a:ln>
              <a:effectLst/>
            </c:spPr>
          </c:marker>
          <c:cat>
            <c:strRef>
              <c:f>Sheet1!$A$2:$A$42</c:f>
              <c:strCache>
                <c:ptCount val="41"/>
                <c:pt idx="0">
                  <c:v>-6.0</c:v>
                </c:pt>
                <c:pt idx="1">
                  <c:v>-5.7</c:v>
                </c:pt>
                <c:pt idx="2">
                  <c:v>-5.4</c:v>
                </c:pt>
                <c:pt idx="3">
                  <c:v>-5.1</c:v>
                </c:pt>
                <c:pt idx="4">
                  <c:v>-4.8</c:v>
                </c:pt>
                <c:pt idx="5">
                  <c:v>-4.5</c:v>
                </c:pt>
                <c:pt idx="6">
                  <c:v>-4.2</c:v>
                </c:pt>
                <c:pt idx="7">
                  <c:v>-3.9</c:v>
                </c:pt>
                <c:pt idx="8">
                  <c:v>-3.6</c:v>
                </c:pt>
                <c:pt idx="9">
                  <c:v>-3.3</c:v>
                </c:pt>
                <c:pt idx="10">
                  <c:v>-3.0</c:v>
                </c:pt>
                <c:pt idx="11">
                  <c:v>-2.7</c:v>
                </c:pt>
                <c:pt idx="12">
                  <c:v>-2.4</c:v>
                </c:pt>
                <c:pt idx="13">
                  <c:v>-2.1</c:v>
                </c:pt>
                <c:pt idx="14">
                  <c:v>-1.8</c:v>
                </c:pt>
                <c:pt idx="15">
                  <c:v>-1.5</c:v>
                </c:pt>
                <c:pt idx="16">
                  <c:v>-1.2</c:v>
                </c:pt>
                <c:pt idx="17">
                  <c:v>-0.9</c:v>
                </c:pt>
                <c:pt idx="18">
                  <c:v>-0.6</c:v>
                </c:pt>
                <c:pt idx="19">
                  <c:v>-0.3</c:v>
                </c:pt>
                <c:pt idx="20">
                  <c:v>-0.0</c:v>
                </c:pt>
                <c:pt idx="21">
                  <c:v>0.3</c:v>
                </c:pt>
                <c:pt idx="22">
                  <c:v>0.6</c:v>
                </c:pt>
                <c:pt idx="23">
                  <c:v>0.9</c:v>
                </c:pt>
                <c:pt idx="24">
                  <c:v>1.2</c:v>
                </c:pt>
                <c:pt idx="25">
                  <c:v>1.5</c:v>
                </c:pt>
                <c:pt idx="26">
                  <c:v>1.8</c:v>
                </c:pt>
                <c:pt idx="27">
                  <c:v>2.1</c:v>
                </c:pt>
                <c:pt idx="28">
                  <c:v>2.4</c:v>
                </c:pt>
                <c:pt idx="29">
                  <c:v>2.7</c:v>
                </c:pt>
                <c:pt idx="30">
                  <c:v>3.0</c:v>
                </c:pt>
                <c:pt idx="31">
                  <c:v>3.3</c:v>
                </c:pt>
                <c:pt idx="32">
                  <c:v>3.6</c:v>
                </c:pt>
                <c:pt idx="33">
                  <c:v>3.9</c:v>
                </c:pt>
                <c:pt idx="34">
                  <c:v>4.2</c:v>
                </c:pt>
                <c:pt idx="35">
                  <c:v>4.5</c:v>
                </c:pt>
                <c:pt idx="36">
                  <c:v>4.8</c:v>
                </c:pt>
                <c:pt idx="37">
                  <c:v>5.1</c:v>
                </c:pt>
                <c:pt idx="38">
                  <c:v>5.4</c:v>
                </c:pt>
                <c:pt idx="39">
                  <c:v>5.7</c:v>
                </c:pt>
                <c:pt idx="40">
                  <c:v>6.0</c:v>
                </c:pt>
              </c:strCache>
            </c:strRef>
          </c:cat>
          <c:val>
            <c:numRef>
              <c:f>Sheet1!$B$2:$B$42</c:f>
              <c:numCache>
                <c:formatCode>General</c:formatCode>
                <c:ptCount val="41"/>
                <c:pt idx="0">
                  <c:v>4.7425873177566781E-2</c:v>
                </c:pt>
                <c:pt idx="1">
                  <c:v>6.2973356056996485E-2</c:v>
                </c:pt>
                <c:pt idx="2">
                  <c:v>8.3172696493922352E-2</c:v>
                </c:pt>
                <c:pt idx="3">
                  <c:v>0.10909682119561288</c:v>
                </c:pt>
                <c:pt idx="4">
                  <c:v>0.14185106490048771</c:v>
                </c:pt>
                <c:pt idx="5">
                  <c:v>0.18242552380635621</c:v>
                </c:pt>
                <c:pt idx="6">
                  <c:v>0.23147521650098218</c:v>
                </c:pt>
                <c:pt idx="7">
                  <c:v>0.28905049737499577</c:v>
                </c:pt>
                <c:pt idx="8">
                  <c:v>0.35434369377420422</c:v>
                </c:pt>
                <c:pt idx="9">
                  <c:v>0.42555748318834058</c:v>
                </c:pt>
                <c:pt idx="10">
                  <c:v>0.49999999999999956</c:v>
                </c:pt>
                <c:pt idx="11">
                  <c:v>0.57444251681165848</c:v>
                </c:pt>
                <c:pt idx="12">
                  <c:v>0.64565630622579495</c:v>
                </c:pt>
                <c:pt idx="13">
                  <c:v>0.71094950262500345</c:v>
                </c:pt>
                <c:pt idx="14">
                  <c:v>0.76852478349901732</c:v>
                </c:pt>
                <c:pt idx="15">
                  <c:v>0.81757447619364332</c:v>
                </c:pt>
                <c:pt idx="16">
                  <c:v>0.85814893509951196</c:v>
                </c:pt>
                <c:pt idx="17">
                  <c:v>0.89090317880438696</c:v>
                </c:pt>
                <c:pt idx="18">
                  <c:v>0.91682730350607744</c:v>
                </c:pt>
                <c:pt idx="19">
                  <c:v>0.93702664394300339</c:v>
                </c:pt>
                <c:pt idx="20">
                  <c:v>0.95257412682243314</c:v>
                </c:pt>
                <c:pt idx="21">
                  <c:v>0.96442881072736386</c:v>
                </c:pt>
                <c:pt idx="22">
                  <c:v>0.97340300642313404</c:v>
                </c:pt>
                <c:pt idx="23">
                  <c:v>0.98015969426592253</c:v>
                </c:pt>
                <c:pt idx="24">
                  <c:v>0.98522596830672693</c:v>
                </c:pt>
                <c:pt idx="25">
                  <c:v>0.98901305736940681</c:v>
                </c:pt>
                <c:pt idx="26">
                  <c:v>0.99183742884684012</c:v>
                </c:pt>
                <c:pt idx="27">
                  <c:v>0.99394019850841575</c:v>
                </c:pt>
                <c:pt idx="28">
                  <c:v>0.99550372683905886</c:v>
                </c:pt>
                <c:pt idx="29">
                  <c:v>0.99666519269258669</c:v>
                </c:pt>
                <c:pt idx="30">
                  <c:v>0.99752737684336534</c:v>
                </c:pt>
                <c:pt idx="31">
                  <c:v>0.99816706105750719</c:v>
                </c:pt>
                <c:pt idx="32">
                  <c:v>0.9986414800495711</c:v>
                </c:pt>
                <c:pt idx="33">
                  <c:v>0.9989932291799144</c:v>
                </c:pt>
                <c:pt idx="34">
                  <c:v>0.99925397116616332</c:v>
                </c:pt>
                <c:pt idx="35">
                  <c:v>0.9994472213630764</c:v>
                </c:pt>
                <c:pt idx="36">
                  <c:v>0.99959043283501392</c:v>
                </c:pt>
                <c:pt idx="37">
                  <c:v>0.99969655296997117</c:v>
                </c:pt>
                <c:pt idx="38">
                  <c:v>0.99977518322976666</c:v>
                </c:pt>
                <c:pt idx="39">
                  <c:v>0.99983344193522272</c:v>
                </c:pt>
                <c:pt idx="40">
                  <c:v>0.99987660542401369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A11D-40B5-8E77-CB47B80E4986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 = −3 (shift right)</c:v>
                </c:pt>
              </c:strCache>
            </c:strRef>
          </c:tx>
          <c:spPr>
            <a:ln w="34925" cap="flat">
              <a:solidFill>
                <a:srgbClr val="02809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cat>
            <c:strRef>
              <c:f>Sheet1!$A$2:$A$42</c:f>
              <c:strCache>
                <c:ptCount val="41"/>
                <c:pt idx="0">
                  <c:v>-6.0</c:v>
                </c:pt>
                <c:pt idx="1">
                  <c:v>-5.7</c:v>
                </c:pt>
                <c:pt idx="2">
                  <c:v>-5.4</c:v>
                </c:pt>
                <c:pt idx="3">
                  <c:v>-5.1</c:v>
                </c:pt>
                <c:pt idx="4">
                  <c:v>-4.8</c:v>
                </c:pt>
                <c:pt idx="5">
                  <c:v>-4.5</c:v>
                </c:pt>
                <c:pt idx="6">
                  <c:v>-4.2</c:v>
                </c:pt>
                <c:pt idx="7">
                  <c:v>-3.9</c:v>
                </c:pt>
                <c:pt idx="8">
                  <c:v>-3.6</c:v>
                </c:pt>
                <c:pt idx="9">
                  <c:v>-3.3</c:v>
                </c:pt>
                <c:pt idx="10">
                  <c:v>-3.0</c:v>
                </c:pt>
                <c:pt idx="11">
                  <c:v>-2.7</c:v>
                </c:pt>
                <c:pt idx="12">
                  <c:v>-2.4</c:v>
                </c:pt>
                <c:pt idx="13">
                  <c:v>-2.1</c:v>
                </c:pt>
                <c:pt idx="14">
                  <c:v>-1.8</c:v>
                </c:pt>
                <c:pt idx="15">
                  <c:v>-1.5</c:v>
                </c:pt>
                <c:pt idx="16">
                  <c:v>-1.2</c:v>
                </c:pt>
                <c:pt idx="17">
                  <c:v>-0.9</c:v>
                </c:pt>
                <c:pt idx="18">
                  <c:v>-0.6</c:v>
                </c:pt>
                <c:pt idx="19">
                  <c:v>-0.3</c:v>
                </c:pt>
                <c:pt idx="20">
                  <c:v>-0.0</c:v>
                </c:pt>
                <c:pt idx="21">
                  <c:v>0.3</c:v>
                </c:pt>
                <c:pt idx="22">
                  <c:v>0.6</c:v>
                </c:pt>
                <c:pt idx="23">
                  <c:v>0.9</c:v>
                </c:pt>
                <c:pt idx="24">
                  <c:v>1.2</c:v>
                </c:pt>
                <c:pt idx="25">
                  <c:v>1.5</c:v>
                </c:pt>
                <c:pt idx="26">
                  <c:v>1.8</c:v>
                </c:pt>
                <c:pt idx="27">
                  <c:v>2.1</c:v>
                </c:pt>
                <c:pt idx="28">
                  <c:v>2.4</c:v>
                </c:pt>
                <c:pt idx="29">
                  <c:v>2.7</c:v>
                </c:pt>
                <c:pt idx="30">
                  <c:v>3.0</c:v>
                </c:pt>
                <c:pt idx="31">
                  <c:v>3.3</c:v>
                </c:pt>
                <c:pt idx="32">
                  <c:v>3.6</c:v>
                </c:pt>
                <c:pt idx="33">
                  <c:v>3.9</c:v>
                </c:pt>
                <c:pt idx="34">
                  <c:v>4.2</c:v>
                </c:pt>
                <c:pt idx="35">
                  <c:v>4.5</c:v>
                </c:pt>
                <c:pt idx="36">
                  <c:v>4.8</c:v>
                </c:pt>
                <c:pt idx="37">
                  <c:v>5.1</c:v>
                </c:pt>
                <c:pt idx="38">
                  <c:v>5.4</c:v>
                </c:pt>
                <c:pt idx="39">
                  <c:v>5.7</c:v>
                </c:pt>
                <c:pt idx="40">
                  <c:v>6.0</c:v>
                </c:pt>
              </c:strCache>
            </c:strRef>
          </c:cat>
          <c:val>
            <c:numRef>
              <c:f>Sheet1!$C$2:$C$42</c:f>
              <c:numCache>
                <c:formatCode>General</c:formatCode>
                <c:ptCount val="41"/>
                <c:pt idx="0">
                  <c:v>1.2339457598623172E-4</c:v>
                </c:pt>
                <c:pt idx="1">
                  <c:v>1.6655806477733606E-4</c:v>
                </c:pt>
                <c:pt idx="2">
                  <c:v>2.248167702332953E-4</c:v>
                </c:pt>
                <c:pt idx="3">
                  <c:v>3.0344703002891868E-4</c:v>
                </c:pt>
                <c:pt idx="4">
                  <c:v>4.0956716498605005E-4</c:v>
                </c:pt>
                <c:pt idx="5">
                  <c:v>5.5277863692359901E-4</c:v>
                </c:pt>
                <c:pt idx="6">
                  <c:v>7.4602883383669623E-4</c:v>
                </c:pt>
                <c:pt idx="7">
                  <c:v>1.006770820085636E-3</c:v>
                </c:pt>
                <c:pt idx="8">
                  <c:v>1.3585199504289568E-3</c:v>
                </c:pt>
                <c:pt idx="9">
                  <c:v>1.832938942492802E-3</c:v>
                </c:pt>
                <c:pt idx="10">
                  <c:v>2.47262315663477E-3</c:v>
                </c:pt>
                <c:pt idx="11">
                  <c:v>3.3348073074133387E-3</c:v>
                </c:pt>
                <c:pt idx="12">
                  <c:v>4.4962731609411704E-3</c:v>
                </c:pt>
                <c:pt idx="13">
                  <c:v>6.0598014915840999E-3</c:v>
                </c:pt>
                <c:pt idx="14">
                  <c:v>8.1625711531598758E-3</c:v>
                </c:pt>
                <c:pt idx="15">
                  <c:v>1.0986942630593161E-2</c:v>
                </c:pt>
                <c:pt idx="16">
                  <c:v>1.4774031693273031E-2</c:v>
                </c:pt>
                <c:pt idx="17">
                  <c:v>1.9840305734077465E-2</c:v>
                </c:pt>
                <c:pt idx="18">
                  <c:v>2.6596993576865794E-2</c:v>
                </c:pt>
                <c:pt idx="19">
                  <c:v>3.5571189272636104E-2</c:v>
                </c:pt>
                <c:pt idx="20">
                  <c:v>4.7425873177566684E-2</c:v>
                </c:pt>
                <c:pt idx="21">
                  <c:v>6.2973356056996374E-2</c:v>
                </c:pt>
                <c:pt idx="22">
                  <c:v>8.3172696493922199E-2</c:v>
                </c:pt>
                <c:pt idx="23">
                  <c:v>0.1090968211956127</c:v>
                </c:pt>
                <c:pt idx="24">
                  <c:v>0.14185106490048754</c:v>
                </c:pt>
                <c:pt idx="25">
                  <c:v>0.18242552380635604</c:v>
                </c:pt>
                <c:pt idx="26">
                  <c:v>0.23147521650098199</c:v>
                </c:pt>
                <c:pt idx="27">
                  <c:v>0.28905049737499561</c:v>
                </c:pt>
                <c:pt idx="28">
                  <c:v>0.35434369377420405</c:v>
                </c:pt>
                <c:pt idx="29">
                  <c:v>0.42555748318834041</c:v>
                </c:pt>
                <c:pt idx="30">
                  <c:v>0.49999999999999933</c:v>
                </c:pt>
                <c:pt idx="31">
                  <c:v>0.57444251681165825</c:v>
                </c:pt>
                <c:pt idx="32">
                  <c:v>0.64565630622579473</c:v>
                </c:pt>
                <c:pt idx="33">
                  <c:v>0.71094950262500323</c:v>
                </c:pt>
                <c:pt idx="34">
                  <c:v>0.76852478349901709</c:v>
                </c:pt>
                <c:pt idx="35">
                  <c:v>0.81757447619364321</c:v>
                </c:pt>
                <c:pt idx="36">
                  <c:v>0.85814893509951173</c:v>
                </c:pt>
                <c:pt idx="37">
                  <c:v>0.89090317880438674</c:v>
                </c:pt>
                <c:pt idx="38">
                  <c:v>0.91682730350607733</c:v>
                </c:pt>
                <c:pt idx="39">
                  <c:v>0.93702664394300339</c:v>
                </c:pt>
                <c:pt idx="40">
                  <c:v>0.95257412682243314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A11D-40B5-8E77-CB47B80E498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9CFDC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2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 = 0.3</c:v>
                </c:pt>
              </c:strCache>
            </c:strRef>
          </c:tx>
          <c:spPr>
            <a:ln w="31750" cap="flat">
              <a:solidFill>
                <a:srgbClr val="D4A01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4A017"/>
              </a:solidFill>
              <a:ln w="9525" cap="flat">
                <a:solidFill>
                  <a:srgbClr val="D4A017"/>
                </a:solidFill>
                <a:prstDash val="solid"/>
                <a:round/>
              </a:ln>
              <a:effectLst/>
            </c:spPr>
          </c:marker>
          <c:cat>
            <c:strRef>
              <c:f>Sheet1!$A$2:$A$42</c:f>
              <c:strCache>
                <c:ptCount val="41"/>
                <c:pt idx="0">
                  <c:v>-6.0</c:v>
                </c:pt>
                <c:pt idx="1">
                  <c:v>-5.7</c:v>
                </c:pt>
                <c:pt idx="2">
                  <c:v>-5.4</c:v>
                </c:pt>
                <c:pt idx="3">
                  <c:v>-5.1</c:v>
                </c:pt>
                <c:pt idx="4">
                  <c:v>-4.8</c:v>
                </c:pt>
                <c:pt idx="5">
                  <c:v>-4.5</c:v>
                </c:pt>
                <c:pt idx="6">
                  <c:v>-4.2</c:v>
                </c:pt>
                <c:pt idx="7">
                  <c:v>-3.9</c:v>
                </c:pt>
                <c:pt idx="8">
                  <c:v>-3.6</c:v>
                </c:pt>
                <c:pt idx="9">
                  <c:v>-3.3</c:v>
                </c:pt>
                <c:pt idx="10">
                  <c:v>-3.0</c:v>
                </c:pt>
                <c:pt idx="11">
                  <c:v>-2.7</c:v>
                </c:pt>
                <c:pt idx="12">
                  <c:v>-2.4</c:v>
                </c:pt>
                <c:pt idx="13">
                  <c:v>-2.1</c:v>
                </c:pt>
                <c:pt idx="14">
                  <c:v>-1.8</c:v>
                </c:pt>
                <c:pt idx="15">
                  <c:v>-1.5</c:v>
                </c:pt>
                <c:pt idx="16">
                  <c:v>-1.2</c:v>
                </c:pt>
                <c:pt idx="17">
                  <c:v>-0.9</c:v>
                </c:pt>
                <c:pt idx="18">
                  <c:v>-0.6</c:v>
                </c:pt>
                <c:pt idx="19">
                  <c:v>-0.3</c:v>
                </c:pt>
                <c:pt idx="20">
                  <c:v>-0.0</c:v>
                </c:pt>
                <c:pt idx="21">
                  <c:v>0.3</c:v>
                </c:pt>
                <c:pt idx="22">
                  <c:v>0.6</c:v>
                </c:pt>
                <c:pt idx="23">
                  <c:v>0.9</c:v>
                </c:pt>
                <c:pt idx="24">
                  <c:v>1.2</c:v>
                </c:pt>
                <c:pt idx="25">
                  <c:v>1.5</c:v>
                </c:pt>
                <c:pt idx="26">
                  <c:v>1.8</c:v>
                </c:pt>
                <c:pt idx="27">
                  <c:v>2.1</c:v>
                </c:pt>
                <c:pt idx="28">
                  <c:v>2.4</c:v>
                </c:pt>
                <c:pt idx="29">
                  <c:v>2.7</c:v>
                </c:pt>
                <c:pt idx="30">
                  <c:v>3.0</c:v>
                </c:pt>
                <c:pt idx="31">
                  <c:v>3.3</c:v>
                </c:pt>
                <c:pt idx="32">
                  <c:v>3.6</c:v>
                </c:pt>
                <c:pt idx="33">
                  <c:v>3.9</c:v>
                </c:pt>
                <c:pt idx="34">
                  <c:v>4.2</c:v>
                </c:pt>
                <c:pt idx="35">
                  <c:v>4.5</c:v>
                </c:pt>
                <c:pt idx="36">
                  <c:v>4.8</c:v>
                </c:pt>
                <c:pt idx="37">
                  <c:v>5.1</c:v>
                </c:pt>
                <c:pt idx="38">
                  <c:v>5.4</c:v>
                </c:pt>
                <c:pt idx="39">
                  <c:v>5.7</c:v>
                </c:pt>
                <c:pt idx="40">
                  <c:v>6.0</c:v>
                </c:pt>
              </c:strCache>
            </c:strRef>
          </c:cat>
          <c:val>
            <c:numRef>
              <c:f>Sheet1!$B$2:$B$42</c:f>
              <c:numCache>
                <c:formatCode>General</c:formatCode>
                <c:ptCount val="41"/>
                <c:pt idx="0">
                  <c:v>0.14185106490048782</c:v>
                </c:pt>
                <c:pt idx="1">
                  <c:v>0.15316371576508617</c:v>
                </c:pt>
                <c:pt idx="2">
                  <c:v>0.16520487019061461</c:v>
                </c:pt>
                <c:pt idx="3">
                  <c:v>0.17799368578624652</c:v>
                </c:pt>
                <c:pt idx="4">
                  <c:v>0.19154534856146752</c:v>
                </c:pt>
                <c:pt idx="5">
                  <c:v>0.20587037180094736</c:v>
                </c:pt>
                <c:pt idx="6">
                  <c:v>0.22097389222018782</c:v>
                </c:pt>
                <c:pt idx="7">
                  <c:v>0.23685498427314458</c:v>
                </c:pt>
                <c:pt idx="8">
                  <c:v>0.25350601666233785</c:v>
                </c:pt>
                <c:pt idx="9">
                  <c:v>0.27091207765069353</c:v>
                </c:pt>
                <c:pt idx="10">
                  <c:v>0.28905049737499605</c:v>
                </c:pt>
                <c:pt idx="11">
                  <c:v>0.30789049569821181</c:v>
                </c:pt>
                <c:pt idx="12">
                  <c:v>0.32739298293223956</c:v>
                </c:pt>
                <c:pt idx="13">
                  <c:v>0.34751053780725555</c:v>
                </c:pt>
                <c:pt idx="14">
                  <c:v>0.36818758226389831</c:v>
                </c:pt>
                <c:pt idx="15">
                  <c:v>0.38936076605077802</c:v>
                </c:pt>
                <c:pt idx="16">
                  <c:v>0.41095956594133487</c:v>
                </c:pt>
                <c:pt idx="17">
                  <c:v>0.43290709503454566</c:v>
                </c:pt>
                <c:pt idx="18">
                  <c:v>0.45512110762641994</c:v>
                </c:pt>
                <c:pt idx="19">
                  <c:v>0.47751517520819992</c:v>
                </c:pt>
                <c:pt idx="20">
                  <c:v>0.5</c:v>
                </c:pt>
                <c:pt idx="21">
                  <c:v>0.52248482479180014</c:v>
                </c:pt>
                <c:pt idx="22">
                  <c:v>0.54487889237358011</c:v>
                </c:pt>
                <c:pt idx="23">
                  <c:v>0.56709290496545428</c:v>
                </c:pt>
                <c:pt idx="24">
                  <c:v>0.58904043405866513</c:v>
                </c:pt>
                <c:pt idx="25">
                  <c:v>0.61063923394922204</c:v>
                </c:pt>
                <c:pt idx="26">
                  <c:v>0.63181241773610164</c:v>
                </c:pt>
                <c:pt idx="27">
                  <c:v>0.6524894621927444</c:v>
                </c:pt>
                <c:pt idx="28">
                  <c:v>0.67260701706776038</c:v>
                </c:pt>
                <c:pt idx="29">
                  <c:v>0.69210950430178819</c:v>
                </c:pt>
                <c:pt idx="30">
                  <c:v>0.71094950262500389</c:v>
                </c:pt>
                <c:pt idx="31">
                  <c:v>0.72908792234930653</c:v>
                </c:pt>
                <c:pt idx="32">
                  <c:v>0.74649398333766215</c:v>
                </c:pt>
                <c:pt idx="33">
                  <c:v>0.76314501572685545</c:v>
                </c:pt>
                <c:pt idx="34">
                  <c:v>0.77902610777981218</c:v>
                </c:pt>
                <c:pt idx="35">
                  <c:v>0.79412962819905253</c:v>
                </c:pt>
                <c:pt idx="36">
                  <c:v>0.80845465143853257</c:v>
                </c:pt>
                <c:pt idx="37">
                  <c:v>0.82200631421375348</c:v>
                </c:pt>
                <c:pt idx="38">
                  <c:v>0.83479512980938542</c:v>
                </c:pt>
                <c:pt idx="39">
                  <c:v>0.84683628423491386</c:v>
                </c:pt>
                <c:pt idx="40">
                  <c:v>0.85814893509951229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AD8-4F0B-A6E1-9EFE42DB375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 = 1</c:v>
                </c:pt>
              </c:strCache>
            </c:strRef>
          </c:tx>
          <c:spPr>
            <a:ln w="31750" cap="flat">
              <a:solidFill>
                <a:srgbClr val="02809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cat>
            <c:strRef>
              <c:f>Sheet1!$A$2:$A$42</c:f>
              <c:strCache>
                <c:ptCount val="41"/>
                <c:pt idx="0">
                  <c:v>-6.0</c:v>
                </c:pt>
                <c:pt idx="1">
                  <c:v>-5.7</c:v>
                </c:pt>
                <c:pt idx="2">
                  <c:v>-5.4</c:v>
                </c:pt>
                <c:pt idx="3">
                  <c:v>-5.1</c:v>
                </c:pt>
                <c:pt idx="4">
                  <c:v>-4.8</c:v>
                </c:pt>
                <c:pt idx="5">
                  <c:v>-4.5</c:v>
                </c:pt>
                <c:pt idx="6">
                  <c:v>-4.2</c:v>
                </c:pt>
                <c:pt idx="7">
                  <c:v>-3.9</c:v>
                </c:pt>
                <c:pt idx="8">
                  <c:v>-3.6</c:v>
                </c:pt>
                <c:pt idx="9">
                  <c:v>-3.3</c:v>
                </c:pt>
                <c:pt idx="10">
                  <c:v>-3.0</c:v>
                </c:pt>
                <c:pt idx="11">
                  <c:v>-2.7</c:v>
                </c:pt>
                <c:pt idx="12">
                  <c:v>-2.4</c:v>
                </c:pt>
                <c:pt idx="13">
                  <c:v>-2.1</c:v>
                </c:pt>
                <c:pt idx="14">
                  <c:v>-1.8</c:v>
                </c:pt>
                <c:pt idx="15">
                  <c:v>-1.5</c:v>
                </c:pt>
                <c:pt idx="16">
                  <c:v>-1.2</c:v>
                </c:pt>
                <c:pt idx="17">
                  <c:v>-0.9</c:v>
                </c:pt>
                <c:pt idx="18">
                  <c:v>-0.6</c:v>
                </c:pt>
                <c:pt idx="19">
                  <c:v>-0.3</c:v>
                </c:pt>
                <c:pt idx="20">
                  <c:v>-0.0</c:v>
                </c:pt>
                <c:pt idx="21">
                  <c:v>0.3</c:v>
                </c:pt>
                <c:pt idx="22">
                  <c:v>0.6</c:v>
                </c:pt>
                <c:pt idx="23">
                  <c:v>0.9</c:v>
                </c:pt>
                <c:pt idx="24">
                  <c:v>1.2</c:v>
                </c:pt>
                <c:pt idx="25">
                  <c:v>1.5</c:v>
                </c:pt>
                <c:pt idx="26">
                  <c:v>1.8</c:v>
                </c:pt>
                <c:pt idx="27">
                  <c:v>2.1</c:v>
                </c:pt>
                <c:pt idx="28">
                  <c:v>2.4</c:v>
                </c:pt>
                <c:pt idx="29">
                  <c:v>2.7</c:v>
                </c:pt>
                <c:pt idx="30">
                  <c:v>3.0</c:v>
                </c:pt>
                <c:pt idx="31">
                  <c:v>3.3</c:v>
                </c:pt>
                <c:pt idx="32">
                  <c:v>3.6</c:v>
                </c:pt>
                <c:pt idx="33">
                  <c:v>3.9</c:v>
                </c:pt>
                <c:pt idx="34">
                  <c:v>4.2</c:v>
                </c:pt>
                <c:pt idx="35">
                  <c:v>4.5</c:v>
                </c:pt>
                <c:pt idx="36">
                  <c:v>4.8</c:v>
                </c:pt>
                <c:pt idx="37">
                  <c:v>5.1</c:v>
                </c:pt>
                <c:pt idx="38">
                  <c:v>5.4</c:v>
                </c:pt>
                <c:pt idx="39">
                  <c:v>5.7</c:v>
                </c:pt>
                <c:pt idx="40">
                  <c:v>6.0</c:v>
                </c:pt>
              </c:strCache>
            </c:strRef>
          </c:cat>
          <c:val>
            <c:numRef>
              <c:f>Sheet1!$C$2:$C$42</c:f>
              <c:numCache>
                <c:formatCode>General</c:formatCode>
                <c:ptCount val="41"/>
                <c:pt idx="0">
                  <c:v>2.4726231566347743E-3</c:v>
                </c:pt>
                <c:pt idx="1">
                  <c:v>3.3348073074133443E-3</c:v>
                </c:pt>
                <c:pt idx="2">
                  <c:v>4.4962731609411782E-3</c:v>
                </c:pt>
                <c:pt idx="3">
                  <c:v>6.0598014915841172E-3</c:v>
                </c:pt>
                <c:pt idx="4">
                  <c:v>8.1625711531598966E-3</c:v>
                </c:pt>
                <c:pt idx="5">
                  <c:v>1.098694263059318E-2</c:v>
                </c:pt>
                <c:pt idx="6">
                  <c:v>1.4774031693273055E-2</c:v>
                </c:pt>
                <c:pt idx="7">
                  <c:v>1.984030573407751E-2</c:v>
                </c:pt>
                <c:pt idx="8">
                  <c:v>2.6596993576865856E-2</c:v>
                </c:pt>
                <c:pt idx="9">
                  <c:v>3.5571189272636181E-2</c:v>
                </c:pt>
                <c:pt idx="10">
                  <c:v>4.7425873177566781E-2</c:v>
                </c:pt>
                <c:pt idx="11">
                  <c:v>6.2973356056996485E-2</c:v>
                </c:pt>
                <c:pt idx="12">
                  <c:v>8.317269649392238E-2</c:v>
                </c:pt>
                <c:pt idx="13">
                  <c:v>0.10909682119561294</c:v>
                </c:pt>
                <c:pt idx="14">
                  <c:v>0.14185106490048777</c:v>
                </c:pt>
                <c:pt idx="15">
                  <c:v>0.18242552380635635</c:v>
                </c:pt>
                <c:pt idx="16">
                  <c:v>0.23147521650098238</c:v>
                </c:pt>
                <c:pt idx="17">
                  <c:v>0.289050497374996</c:v>
                </c:pt>
                <c:pt idx="18">
                  <c:v>0.35434369377420455</c:v>
                </c:pt>
                <c:pt idx="19">
                  <c:v>0.42555748318834102</c:v>
                </c:pt>
                <c:pt idx="20">
                  <c:v>0.5</c:v>
                </c:pt>
                <c:pt idx="21">
                  <c:v>0.57444251681165903</c:v>
                </c:pt>
                <c:pt idx="22">
                  <c:v>0.6456563062257954</c:v>
                </c:pt>
                <c:pt idx="23">
                  <c:v>0.71094950262500389</c:v>
                </c:pt>
                <c:pt idx="24">
                  <c:v>0.76852478349901754</c:v>
                </c:pt>
                <c:pt idx="25">
                  <c:v>0.81757447619364365</c:v>
                </c:pt>
                <c:pt idx="26">
                  <c:v>0.85814893509951229</c:v>
                </c:pt>
                <c:pt idx="27">
                  <c:v>0.89090317880438707</c:v>
                </c:pt>
                <c:pt idx="28">
                  <c:v>0.91682730350607766</c:v>
                </c:pt>
                <c:pt idx="29">
                  <c:v>0.9370266439430035</c:v>
                </c:pt>
                <c:pt idx="30">
                  <c:v>0.95257412682243336</c:v>
                </c:pt>
                <c:pt idx="31">
                  <c:v>0.96442881072736386</c:v>
                </c:pt>
                <c:pt idx="32">
                  <c:v>0.97340300642313404</c:v>
                </c:pt>
                <c:pt idx="33">
                  <c:v>0.98015969426592253</c:v>
                </c:pt>
                <c:pt idx="34">
                  <c:v>0.98522596830672693</c:v>
                </c:pt>
                <c:pt idx="35">
                  <c:v>0.98901305736940681</c:v>
                </c:pt>
                <c:pt idx="36">
                  <c:v>0.99183742884684012</c:v>
                </c:pt>
                <c:pt idx="37">
                  <c:v>0.99394019850841575</c:v>
                </c:pt>
                <c:pt idx="38">
                  <c:v>0.99550372683905886</c:v>
                </c:pt>
                <c:pt idx="39">
                  <c:v>0.99666519269258669</c:v>
                </c:pt>
                <c:pt idx="40">
                  <c:v>0.99752737684336534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8AD8-4F0B-A6E1-9EFE42DB375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 = 3</c:v>
                </c:pt>
              </c:strCache>
            </c:strRef>
          </c:tx>
          <c:spPr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strRef>
              <c:f>Sheet1!$A$2:$A$42</c:f>
              <c:strCache>
                <c:ptCount val="41"/>
                <c:pt idx="0">
                  <c:v>-6.0</c:v>
                </c:pt>
                <c:pt idx="1">
                  <c:v>-5.7</c:v>
                </c:pt>
                <c:pt idx="2">
                  <c:v>-5.4</c:v>
                </c:pt>
                <c:pt idx="3">
                  <c:v>-5.1</c:v>
                </c:pt>
                <c:pt idx="4">
                  <c:v>-4.8</c:v>
                </c:pt>
                <c:pt idx="5">
                  <c:v>-4.5</c:v>
                </c:pt>
                <c:pt idx="6">
                  <c:v>-4.2</c:v>
                </c:pt>
                <c:pt idx="7">
                  <c:v>-3.9</c:v>
                </c:pt>
                <c:pt idx="8">
                  <c:v>-3.6</c:v>
                </c:pt>
                <c:pt idx="9">
                  <c:v>-3.3</c:v>
                </c:pt>
                <c:pt idx="10">
                  <c:v>-3.0</c:v>
                </c:pt>
                <c:pt idx="11">
                  <c:v>-2.7</c:v>
                </c:pt>
                <c:pt idx="12">
                  <c:v>-2.4</c:v>
                </c:pt>
                <c:pt idx="13">
                  <c:v>-2.1</c:v>
                </c:pt>
                <c:pt idx="14">
                  <c:v>-1.8</c:v>
                </c:pt>
                <c:pt idx="15">
                  <c:v>-1.5</c:v>
                </c:pt>
                <c:pt idx="16">
                  <c:v>-1.2</c:v>
                </c:pt>
                <c:pt idx="17">
                  <c:v>-0.9</c:v>
                </c:pt>
                <c:pt idx="18">
                  <c:v>-0.6</c:v>
                </c:pt>
                <c:pt idx="19">
                  <c:v>-0.3</c:v>
                </c:pt>
                <c:pt idx="20">
                  <c:v>-0.0</c:v>
                </c:pt>
                <c:pt idx="21">
                  <c:v>0.3</c:v>
                </c:pt>
                <c:pt idx="22">
                  <c:v>0.6</c:v>
                </c:pt>
                <c:pt idx="23">
                  <c:v>0.9</c:v>
                </c:pt>
                <c:pt idx="24">
                  <c:v>1.2</c:v>
                </c:pt>
                <c:pt idx="25">
                  <c:v>1.5</c:v>
                </c:pt>
                <c:pt idx="26">
                  <c:v>1.8</c:v>
                </c:pt>
                <c:pt idx="27">
                  <c:v>2.1</c:v>
                </c:pt>
                <c:pt idx="28">
                  <c:v>2.4</c:v>
                </c:pt>
                <c:pt idx="29">
                  <c:v>2.7</c:v>
                </c:pt>
                <c:pt idx="30">
                  <c:v>3.0</c:v>
                </c:pt>
                <c:pt idx="31">
                  <c:v>3.3</c:v>
                </c:pt>
                <c:pt idx="32">
                  <c:v>3.6</c:v>
                </c:pt>
                <c:pt idx="33">
                  <c:v>3.9</c:v>
                </c:pt>
                <c:pt idx="34">
                  <c:v>4.2</c:v>
                </c:pt>
                <c:pt idx="35">
                  <c:v>4.5</c:v>
                </c:pt>
                <c:pt idx="36">
                  <c:v>4.8</c:v>
                </c:pt>
                <c:pt idx="37">
                  <c:v>5.1</c:v>
                </c:pt>
                <c:pt idx="38">
                  <c:v>5.4</c:v>
                </c:pt>
                <c:pt idx="39">
                  <c:v>5.7</c:v>
                </c:pt>
                <c:pt idx="40">
                  <c:v>6.0</c:v>
                </c:pt>
              </c:strCache>
            </c:strRef>
          </c:cat>
          <c:val>
            <c:numRef>
              <c:f>Sheet1!$D$2:$D$42</c:f>
              <c:numCache>
                <c:formatCode>General</c:formatCode>
                <c:ptCount val="41"/>
                <c:pt idx="0">
                  <c:v>1.5229979512760349E-8</c:v>
                </c:pt>
                <c:pt idx="1">
                  <c:v>3.7459704159722962E-8</c:v>
                </c:pt>
                <c:pt idx="2">
                  <c:v>9.2135999856617782E-8</c:v>
                </c:pt>
                <c:pt idx="3">
                  <c:v>2.2661796142085935E-7</c:v>
                </c:pt>
                <c:pt idx="4">
                  <c:v>5.5739005858560998E-7</c:v>
                </c:pt>
                <c:pt idx="5">
                  <c:v>1.3709572068578445E-6</c:v>
                </c:pt>
                <c:pt idx="6">
                  <c:v>3.3720038636907801E-6</c:v>
                </c:pt>
                <c:pt idx="7">
                  <c:v>8.2937503738916051E-6</c:v>
                </c:pt>
                <c:pt idx="8">
                  <c:v>2.039908727992137E-5</c:v>
                </c:pt>
                <c:pt idx="9">
                  <c:v>5.0172164683764299E-5</c:v>
                </c:pt>
                <c:pt idx="10">
                  <c:v>1.2339457598623172E-4</c:v>
                </c:pt>
                <c:pt idx="11">
                  <c:v>3.0344703002891868E-4</c:v>
                </c:pt>
                <c:pt idx="12">
                  <c:v>7.4602883383669764E-4</c:v>
                </c:pt>
                <c:pt idx="13">
                  <c:v>1.8329389424928035E-3</c:v>
                </c:pt>
                <c:pt idx="14">
                  <c:v>4.4962731609411782E-3</c:v>
                </c:pt>
                <c:pt idx="15">
                  <c:v>1.098694263059318E-2</c:v>
                </c:pt>
                <c:pt idx="16">
                  <c:v>2.6596993576865863E-2</c:v>
                </c:pt>
                <c:pt idx="17">
                  <c:v>6.2973356056996485E-2</c:v>
                </c:pt>
                <c:pt idx="18">
                  <c:v>0.14185106490048782</c:v>
                </c:pt>
                <c:pt idx="19">
                  <c:v>0.28905049737499605</c:v>
                </c:pt>
                <c:pt idx="20">
                  <c:v>0.5</c:v>
                </c:pt>
                <c:pt idx="21">
                  <c:v>0.71094950262500389</c:v>
                </c:pt>
                <c:pt idx="22">
                  <c:v>0.85814893509951229</c:v>
                </c:pt>
                <c:pt idx="23">
                  <c:v>0.9370266439430035</c:v>
                </c:pt>
                <c:pt idx="24">
                  <c:v>0.97340300642313404</c:v>
                </c:pt>
                <c:pt idx="25">
                  <c:v>0.98901305736940681</c:v>
                </c:pt>
                <c:pt idx="26">
                  <c:v>0.99550372683905886</c:v>
                </c:pt>
                <c:pt idx="27">
                  <c:v>0.99816706105750719</c:v>
                </c:pt>
                <c:pt idx="28">
                  <c:v>0.99925397116616332</c:v>
                </c:pt>
                <c:pt idx="29">
                  <c:v>0.99969655296997117</c:v>
                </c:pt>
                <c:pt idx="30">
                  <c:v>0.99987660542401369</c:v>
                </c:pt>
                <c:pt idx="31">
                  <c:v>0.99994982783531616</c:v>
                </c:pt>
                <c:pt idx="32">
                  <c:v>0.99997960091272009</c:v>
                </c:pt>
                <c:pt idx="33">
                  <c:v>0.99999170624962608</c:v>
                </c:pt>
                <c:pt idx="34">
                  <c:v>0.99999662799613631</c:v>
                </c:pt>
                <c:pt idx="35">
                  <c:v>0.99999862904279302</c:v>
                </c:pt>
                <c:pt idx="36">
                  <c:v>0.99999944260994145</c:v>
                </c:pt>
                <c:pt idx="37">
                  <c:v>0.9999997733820386</c:v>
                </c:pt>
                <c:pt idx="38">
                  <c:v>0.99999990786400006</c:v>
                </c:pt>
                <c:pt idx="39">
                  <c:v>0.99999996254029588</c:v>
                </c:pt>
                <c:pt idx="40">
                  <c:v>0.9999999847700205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8AD8-4F0B-A6E1-9EFE42DB375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w = -1.5</c:v>
                </c:pt>
              </c:strCache>
            </c:strRef>
          </c:tx>
          <c:spPr>
            <a:ln w="31750" cap="flat">
              <a:solidFill>
                <a:srgbClr val="A8323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A83232"/>
              </a:solidFill>
              <a:ln w="9525" cap="flat">
                <a:solidFill>
                  <a:srgbClr val="A83232"/>
                </a:solidFill>
                <a:prstDash val="solid"/>
                <a:round/>
              </a:ln>
              <a:effectLst/>
            </c:spPr>
          </c:marker>
          <c:cat>
            <c:strRef>
              <c:f>Sheet1!$A$2:$A$42</c:f>
              <c:strCache>
                <c:ptCount val="41"/>
                <c:pt idx="0">
                  <c:v>-6.0</c:v>
                </c:pt>
                <c:pt idx="1">
                  <c:v>-5.7</c:v>
                </c:pt>
                <c:pt idx="2">
                  <c:v>-5.4</c:v>
                </c:pt>
                <c:pt idx="3">
                  <c:v>-5.1</c:v>
                </c:pt>
                <c:pt idx="4">
                  <c:v>-4.8</c:v>
                </c:pt>
                <c:pt idx="5">
                  <c:v>-4.5</c:v>
                </c:pt>
                <c:pt idx="6">
                  <c:v>-4.2</c:v>
                </c:pt>
                <c:pt idx="7">
                  <c:v>-3.9</c:v>
                </c:pt>
                <c:pt idx="8">
                  <c:v>-3.6</c:v>
                </c:pt>
                <c:pt idx="9">
                  <c:v>-3.3</c:v>
                </c:pt>
                <c:pt idx="10">
                  <c:v>-3.0</c:v>
                </c:pt>
                <c:pt idx="11">
                  <c:v>-2.7</c:v>
                </c:pt>
                <c:pt idx="12">
                  <c:v>-2.4</c:v>
                </c:pt>
                <c:pt idx="13">
                  <c:v>-2.1</c:v>
                </c:pt>
                <c:pt idx="14">
                  <c:v>-1.8</c:v>
                </c:pt>
                <c:pt idx="15">
                  <c:v>-1.5</c:v>
                </c:pt>
                <c:pt idx="16">
                  <c:v>-1.2</c:v>
                </c:pt>
                <c:pt idx="17">
                  <c:v>-0.9</c:v>
                </c:pt>
                <c:pt idx="18">
                  <c:v>-0.6</c:v>
                </c:pt>
                <c:pt idx="19">
                  <c:v>-0.3</c:v>
                </c:pt>
                <c:pt idx="20">
                  <c:v>-0.0</c:v>
                </c:pt>
                <c:pt idx="21">
                  <c:v>0.3</c:v>
                </c:pt>
                <c:pt idx="22">
                  <c:v>0.6</c:v>
                </c:pt>
                <c:pt idx="23">
                  <c:v>0.9</c:v>
                </c:pt>
                <c:pt idx="24">
                  <c:v>1.2</c:v>
                </c:pt>
                <c:pt idx="25">
                  <c:v>1.5</c:v>
                </c:pt>
                <c:pt idx="26">
                  <c:v>1.8</c:v>
                </c:pt>
                <c:pt idx="27">
                  <c:v>2.1</c:v>
                </c:pt>
                <c:pt idx="28">
                  <c:v>2.4</c:v>
                </c:pt>
                <c:pt idx="29">
                  <c:v>2.7</c:v>
                </c:pt>
                <c:pt idx="30">
                  <c:v>3.0</c:v>
                </c:pt>
                <c:pt idx="31">
                  <c:v>3.3</c:v>
                </c:pt>
                <c:pt idx="32">
                  <c:v>3.6</c:v>
                </c:pt>
                <c:pt idx="33">
                  <c:v>3.9</c:v>
                </c:pt>
                <c:pt idx="34">
                  <c:v>4.2</c:v>
                </c:pt>
                <c:pt idx="35">
                  <c:v>4.5</c:v>
                </c:pt>
                <c:pt idx="36">
                  <c:v>4.8</c:v>
                </c:pt>
                <c:pt idx="37">
                  <c:v>5.1</c:v>
                </c:pt>
                <c:pt idx="38">
                  <c:v>5.4</c:v>
                </c:pt>
                <c:pt idx="39">
                  <c:v>5.7</c:v>
                </c:pt>
                <c:pt idx="40">
                  <c:v>6.0</c:v>
                </c:pt>
              </c:strCache>
            </c:strRef>
          </c:cat>
          <c:val>
            <c:numRef>
              <c:f>Sheet1!$E$2:$E$42</c:f>
              <c:numCache>
                <c:formatCode>General</c:formatCode>
                <c:ptCount val="41"/>
                <c:pt idx="0">
                  <c:v>0.99987660542401369</c:v>
                </c:pt>
                <c:pt idx="1">
                  <c:v>0.99980649235289876</c:v>
                </c:pt>
                <c:pt idx="2">
                  <c:v>0.99969655296997117</c:v>
                </c:pt>
                <c:pt idx="3">
                  <c:v>0.99952418238116159</c:v>
                </c:pt>
                <c:pt idx="4">
                  <c:v>0.99925397116616332</c:v>
                </c:pt>
                <c:pt idx="5">
                  <c:v>0.99883048973494448</c:v>
                </c:pt>
                <c:pt idx="6">
                  <c:v>0.99816706105750719</c:v>
                </c:pt>
                <c:pt idx="7">
                  <c:v>0.99712837084429951</c:v>
                </c:pt>
                <c:pt idx="8">
                  <c:v>0.99550372683905886</c:v>
                </c:pt>
                <c:pt idx="9">
                  <c:v>0.99296641284500486</c:v>
                </c:pt>
                <c:pt idx="10">
                  <c:v>0.98901305736940681</c:v>
                </c:pt>
                <c:pt idx="11">
                  <c:v>0.98287596668427235</c:v>
                </c:pt>
                <c:pt idx="12">
                  <c:v>0.97340300642313404</c:v>
                </c:pt>
                <c:pt idx="13">
                  <c:v>0.95890872179953501</c:v>
                </c:pt>
                <c:pt idx="14">
                  <c:v>0.9370266439430035</c:v>
                </c:pt>
                <c:pt idx="15">
                  <c:v>0.90465053510089055</c:v>
                </c:pt>
                <c:pt idx="16">
                  <c:v>0.85814893509951229</c:v>
                </c:pt>
                <c:pt idx="17">
                  <c:v>0.79412962819905275</c:v>
                </c:pt>
                <c:pt idx="18">
                  <c:v>0.71094950262500389</c:v>
                </c:pt>
                <c:pt idx="19">
                  <c:v>0.61063923394922204</c:v>
                </c:pt>
                <c:pt idx="20">
                  <c:v>0.5</c:v>
                </c:pt>
                <c:pt idx="21">
                  <c:v>0.38936076605077802</c:v>
                </c:pt>
                <c:pt idx="22">
                  <c:v>0.28905049737499605</c:v>
                </c:pt>
                <c:pt idx="23">
                  <c:v>0.20587037180094733</c:v>
                </c:pt>
                <c:pt idx="24">
                  <c:v>0.14185106490048782</c:v>
                </c:pt>
                <c:pt idx="25">
                  <c:v>9.534946489910949E-2</c:v>
                </c:pt>
                <c:pt idx="26">
                  <c:v>6.2973356056996485E-2</c:v>
                </c:pt>
                <c:pt idx="27">
                  <c:v>4.1091278200464994E-2</c:v>
                </c:pt>
                <c:pt idx="28">
                  <c:v>2.6596993576865863E-2</c:v>
                </c:pt>
                <c:pt idx="29">
                  <c:v>1.7124033315727722E-2</c:v>
                </c:pt>
                <c:pt idx="30">
                  <c:v>1.098694263059318E-2</c:v>
                </c:pt>
                <c:pt idx="31">
                  <c:v>7.033587154995166E-3</c:v>
                </c:pt>
                <c:pt idx="32">
                  <c:v>4.4962731609411782E-3</c:v>
                </c:pt>
                <c:pt idx="33">
                  <c:v>2.8716291557003997E-3</c:v>
                </c:pt>
                <c:pt idx="34">
                  <c:v>1.8329389424928035E-3</c:v>
                </c:pt>
                <c:pt idx="35">
                  <c:v>1.1695102650555148E-3</c:v>
                </c:pt>
                <c:pt idx="36">
                  <c:v>7.4602883383669764E-4</c:v>
                </c:pt>
                <c:pt idx="37">
                  <c:v>4.7581761883833638E-4</c:v>
                </c:pt>
                <c:pt idx="38">
                  <c:v>3.0344703002891868E-4</c:v>
                </c:pt>
                <c:pt idx="39">
                  <c:v>1.935076471012704E-4</c:v>
                </c:pt>
                <c:pt idx="40">
                  <c:v>1.2339457598623172E-4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3-8AD8-4F0B-A6E1-9EFE42DB375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9CFDC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2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 = 4</c:v>
                </c:pt>
              </c:strCache>
            </c:strRef>
          </c:tx>
          <c:spPr>
            <a:ln w="31750" cap="flat">
              <a:solidFill>
                <a:srgbClr val="D4A01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4A017"/>
              </a:solidFill>
              <a:ln w="9525" cap="flat">
                <a:solidFill>
                  <a:srgbClr val="D4A017"/>
                </a:solidFill>
                <a:prstDash val="solid"/>
                <a:round/>
              </a:ln>
              <a:effectLst/>
            </c:spPr>
          </c:marker>
          <c:cat>
            <c:strRef>
              <c:f>Sheet1!$A$2:$A$42</c:f>
              <c:strCache>
                <c:ptCount val="41"/>
                <c:pt idx="0">
                  <c:v>-6.0</c:v>
                </c:pt>
                <c:pt idx="1">
                  <c:v>-5.7</c:v>
                </c:pt>
                <c:pt idx="2">
                  <c:v>-5.4</c:v>
                </c:pt>
                <c:pt idx="3">
                  <c:v>-5.1</c:v>
                </c:pt>
                <c:pt idx="4">
                  <c:v>-4.8</c:v>
                </c:pt>
                <c:pt idx="5">
                  <c:v>-4.5</c:v>
                </c:pt>
                <c:pt idx="6">
                  <c:v>-4.2</c:v>
                </c:pt>
                <c:pt idx="7">
                  <c:v>-3.9</c:v>
                </c:pt>
                <c:pt idx="8">
                  <c:v>-3.6</c:v>
                </c:pt>
                <c:pt idx="9">
                  <c:v>-3.3</c:v>
                </c:pt>
                <c:pt idx="10">
                  <c:v>-3.0</c:v>
                </c:pt>
                <c:pt idx="11">
                  <c:v>-2.7</c:v>
                </c:pt>
                <c:pt idx="12">
                  <c:v>-2.4</c:v>
                </c:pt>
                <c:pt idx="13">
                  <c:v>-2.1</c:v>
                </c:pt>
                <c:pt idx="14">
                  <c:v>-1.8</c:v>
                </c:pt>
                <c:pt idx="15">
                  <c:v>-1.5</c:v>
                </c:pt>
                <c:pt idx="16">
                  <c:v>-1.2</c:v>
                </c:pt>
                <c:pt idx="17">
                  <c:v>-0.9</c:v>
                </c:pt>
                <c:pt idx="18">
                  <c:v>-0.6</c:v>
                </c:pt>
                <c:pt idx="19">
                  <c:v>-0.3</c:v>
                </c:pt>
                <c:pt idx="20">
                  <c:v>-0.0</c:v>
                </c:pt>
                <c:pt idx="21">
                  <c:v>0.3</c:v>
                </c:pt>
                <c:pt idx="22">
                  <c:v>0.6</c:v>
                </c:pt>
                <c:pt idx="23">
                  <c:v>0.9</c:v>
                </c:pt>
                <c:pt idx="24">
                  <c:v>1.2</c:v>
                </c:pt>
                <c:pt idx="25">
                  <c:v>1.5</c:v>
                </c:pt>
                <c:pt idx="26">
                  <c:v>1.8</c:v>
                </c:pt>
                <c:pt idx="27">
                  <c:v>2.1</c:v>
                </c:pt>
                <c:pt idx="28">
                  <c:v>2.4</c:v>
                </c:pt>
                <c:pt idx="29">
                  <c:v>2.7</c:v>
                </c:pt>
                <c:pt idx="30">
                  <c:v>3.0</c:v>
                </c:pt>
                <c:pt idx="31">
                  <c:v>3.3</c:v>
                </c:pt>
                <c:pt idx="32">
                  <c:v>3.6</c:v>
                </c:pt>
                <c:pt idx="33">
                  <c:v>3.9</c:v>
                </c:pt>
                <c:pt idx="34">
                  <c:v>4.2</c:v>
                </c:pt>
                <c:pt idx="35">
                  <c:v>4.5</c:v>
                </c:pt>
                <c:pt idx="36">
                  <c:v>4.8</c:v>
                </c:pt>
                <c:pt idx="37">
                  <c:v>5.1</c:v>
                </c:pt>
                <c:pt idx="38">
                  <c:v>5.4</c:v>
                </c:pt>
                <c:pt idx="39">
                  <c:v>5.7</c:v>
                </c:pt>
                <c:pt idx="40">
                  <c:v>6.0</c:v>
                </c:pt>
              </c:strCache>
            </c:strRef>
          </c:cat>
          <c:val>
            <c:numRef>
              <c:f>Sheet1!$B$2:$B$42</c:f>
              <c:numCache>
                <c:formatCode>General</c:formatCode>
                <c:ptCount val="41"/>
                <c:pt idx="0">
                  <c:v>0.11920292202211755</c:v>
                </c:pt>
                <c:pt idx="1">
                  <c:v>0.15446526508353467</c:v>
                </c:pt>
                <c:pt idx="2">
                  <c:v>0.1978161114414182</c:v>
                </c:pt>
                <c:pt idx="3">
                  <c:v>0.24973989440488245</c:v>
                </c:pt>
                <c:pt idx="4">
                  <c:v>0.31002551887238755</c:v>
                </c:pt>
                <c:pt idx="5">
                  <c:v>0.37754066879814541</c:v>
                </c:pt>
                <c:pt idx="6">
                  <c:v>0.45016600268752205</c:v>
                </c:pt>
                <c:pt idx="7">
                  <c:v>0.52497918747894001</c:v>
                </c:pt>
                <c:pt idx="8">
                  <c:v>0.598687660112452</c:v>
                </c:pt>
                <c:pt idx="9">
                  <c:v>0.66818777216816616</c:v>
                </c:pt>
                <c:pt idx="10">
                  <c:v>0.7310585786300049</c:v>
                </c:pt>
                <c:pt idx="11">
                  <c:v>0.78583498304255861</c:v>
                </c:pt>
                <c:pt idx="12">
                  <c:v>0.83201838513392445</c:v>
                </c:pt>
                <c:pt idx="13">
                  <c:v>0.86989152563700212</c:v>
                </c:pt>
                <c:pt idx="14">
                  <c:v>0.9002495108803148</c:v>
                </c:pt>
                <c:pt idx="15">
                  <c:v>0.92414181997875655</c:v>
                </c:pt>
                <c:pt idx="16">
                  <c:v>0.94267582410113127</c:v>
                </c:pt>
                <c:pt idx="17">
                  <c:v>0.95689274505891386</c:v>
                </c:pt>
                <c:pt idx="18">
                  <c:v>0.96770453530154943</c:v>
                </c:pt>
                <c:pt idx="19">
                  <c:v>0.9758729785823308</c:v>
                </c:pt>
                <c:pt idx="20">
                  <c:v>0.98201379003790845</c:v>
                </c:pt>
                <c:pt idx="21">
                  <c:v>0.98661308217233512</c:v>
                </c:pt>
                <c:pt idx="22">
                  <c:v>0.99004819813309575</c:v>
                </c:pt>
                <c:pt idx="23">
                  <c:v>0.99260845865571812</c:v>
                </c:pt>
                <c:pt idx="24">
                  <c:v>0.99451370110054949</c:v>
                </c:pt>
                <c:pt idx="25">
                  <c:v>0.99592986228410396</c:v>
                </c:pt>
                <c:pt idx="26">
                  <c:v>0.99698158367529166</c:v>
                </c:pt>
                <c:pt idx="27">
                  <c:v>0.9977621514787236</c:v>
                </c:pt>
                <c:pt idx="28">
                  <c:v>0.99834119891982553</c:v>
                </c:pt>
                <c:pt idx="29">
                  <c:v>0.99877060137872264</c:v>
                </c:pt>
                <c:pt idx="30">
                  <c:v>0.9990889488055994</c:v>
                </c:pt>
                <c:pt idx="31">
                  <c:v>0.99932491726936723</c:v>
                </c:pt>
                <c:pt idx="32">
                  <c:v>0.99949979889292051</c:v>
                </c:pt>
                <c:pt idx="33">
                  <c:v>0.99962939385937355</c:v>
                </c:pt>
                <c:pt idx="34">
                  <c:v>0.99972542184389857</c:v>
                </c:pt>
                <c:pt idx="35">
                  <c:v>0.9997965730219448</c:v>
                </c:pt>
                <c:pt idx="36">
                  <c:v>0.99984928964194031</c:v>
                </c:pt>
                <c:pt idx="37">
                  <c:v>0.99988834665937043</c:v>
                </c:pt>
                <c:pt idx="38">
                  <c:v>0.99991728277714842</c:v>
                </c:pt>
                <c:pt idx="39">
                  <c:v>0.99993872026038333</c:v>
                </c:pt>
                <c:pt idx="40">
                  <c:v>0.99995460213129761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33AD-4652-BDD4-3F7CCAFC748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 = 0</c:v>
                </c:pt>
              </c:strCache>
            </c:strRef>
          </c:tx>
          <c:spPr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strRef>
              <c:f>Sheet1!$A$2:$A$42</c:f>
              <c:strCache>
                <c:ptCount val="41"/>
                <c:pt idx="0">
                  <c:v>-6.0</c:v>
                </c:pt>
                <c:pt idx="1">
                  <c:v>-5.7</c:v>
                </c:pt>
                <c:pt idx="2">
                  <c:v>-5.4</c:v>
                </c:pt>
                <c:pt idx="3">
                  <c:v>-5.1</c:v>
                </c:pt>
                <c:pt idx="4">
                  <c:v>-4.8</c:v>
                </c:pt>
                <c:pt idx="5">
                  <c:v>-4.5</c:v>
                </c:pt>
                <c:pt idx="6">
                  <c:v>-4.2</c:v>
                </c:pt>
                <c:pt idx="7">
                  <c:v>-3.9</c:v>
                </c:pt>
                <c:pt idx="8">
                  <c:v>-3.6</c:v>
                </c:pt>
                <c:pt idx="9">
                  <c:v>-3.3</c:v>
                </c:pt>
                <c:pt idx="10">
                  <c:v>-3.0</c:v>
                </c:pt>
                <c:pt idx="11">
                  <c:v>-2.7</c:v>
                </c:pt>
                <c:pt idx="12">
                  <c:v>-2.4</c:v>
                </c:pt>
                <c:pt idx="13">
                  <c:v>-2.1</c:v>
                </c:pt>
                <c:pt idx="14">
                  <c:v>-1.8</c:v>
                </c:pt>
                <c:pt idx="15">
                  <c:v>-1.5</c:v>
                </c:pt>
                <c:pt idx="16">
                  <c:v>-1.2</c:v>
                </c:pt>
                <c:pt idx="17">
                  <c:v>-0.9</c:v>
                </c:pt>
                <c:pt idx="18">
                  <c:v>-0.6</c:v>
                </c:pt>
                <c:pt idx="19">
                  <c:v>-0.3</c:v>
                </c:pt>
                <c:pt idx="20">
                  <c:v>-0.0</c:v>
                </c:pt>
                <c:pt idx="21">
                  <c:v>0.3</c:v>
                </c:pt>
                <c:pt idx="22">
                  <c:v>0.6</c:v>
                </c:pt>
                <c:pt idx="23">
                  <c:v>0.9</c:v>
                </c:pt>
                <c:pt idx="24">
                  <c:v>1.2</c:v>
                </c:pt>
                <c:pt idx="25">
                  <c:v>1.5</c:v>
                </c:pt>
                <c:pt idx="26">
                  <c:v>1.8</c:v>
                </c:pt>
                <c:pt idx="27">
                  <c:v>2.1</c:v>
                </c:pt>
                <c:pt idx="28">
                  <c:v>2.4</c:v>
                </c:pt>
                <c:pt idx="29">
                  <c:v>2.7</c:v>
                </c:pt>
                <c:pt idx="30">
                  <c:v>3.0</c:v>
                </c:pt>
                <c:pt idx="31">
                  <c:v>3.3</c:v>
                </c:pt>
                <c:pt idx="32">
                  <c:v>3.6</c:v>
                </c:pt>
                <c:pt idx="33">
                  <c:v>3.9</c:v>
                </c:pt>
                <c:pt idx="34">
                  <c:v>4.2</c:v>
                </c:pt>
                <c:pt idx="35">
                  <c:v>4.5</c:v>
                </c:pt>
                <c:pt idx="36">
                  <c:v>4.8</c:v>
                </c:pt>
                <c:pt idx="37">
                  <c:v>5.1</c:v>
                </c:pt>
                <c:pt idx="38">
                  <c:v>5.4</c:v>
                </c:pt>
                <c:pt idx="39">
                  <c:v>5.7</c:v>
                </c:pt>
                <c:pt idx="40">
                  <c:v>6.0</c:v>
                </c:pt>
              </c:strCache>
            </c:strRef>
          </c:cat>
          <c:val>
            <c:numRef>
              <c:f>Sheet1!$C$2:$C$42</c:f>
              <c:numCache>
                <c:formatCode>General</c:formatCode>
                <c:ptCount val="41"/>
                <c:pt idx="0">
                  <c:v>2.4726231566347743E-3</c:v>
                </c:pt>
                <c:pt idx="1">
                  <c:v>3.3348073074133443E-3</c:v>
                </c:pt>
                <c:pt idx="2">
                  <c:v>4.4962731609411782E-3</c:v>
                </c:pt>
                <c:pt idx="3">
                  <c:v>6.0598014915841172E-3</c:v>
                </c:pt>
                <c:pt idx="4">
                  <c:v>8.1625711531598966E-3</c:v>
                </c:pt>
                <c:pt idx="5">
                  <c:v>1.098694263059318E-2</c:v>
                </c:pt>
                <c:pt idx="6">
                  <c:v>1.4774031693273055E-2</c:v>
                </c:pt>
                <c:pt idx="7">
                  <c:v>1.984030573407751E-2</c:v>
                </c:pt>
                <c:pt idx="8">
                  <c:v>2.6596993576865856E-2</c:v>
                </c:pt>
                <c:pt idx="9">
                  <c:v>3.5571189272636181E-2</c:v>
                </c:pt>
                <c:pt idx="10">
                  <c:v>4.7425873177566781E-2</c:v>
                </c:pt>
                <c:pt idx="11">
                  <c:v>6.2973356056996485E-2</c:v>
                </c:pt>
                <c:pt idx="12">
                  <c:v>8.317269649392238E-2</c:v>
                </c:pt>
                <c:pt idx="13">
                  <c:v>0.10909682119561294</c:v>
                </c:pt>
                <c:pt idx="14">
                  <c:v>0.14185106490048777</c:v>
                </c:pt>
                <c:pt idx="15">
                  <c:v>0.18242552380635635</c:v>
                </c:pt>
                <c:pt idx="16">
                  <c:v>0.23147521650098238</c:v>
                </c:pt>
                <c:pt idx="17">
                  <c:v>0.289050497374996</c:v>
                </c:pt>
                <c:pt idx="18">
                  <c:v>0.35434369377420455</c:v>
                </c:pt>
                <c:pt idx="19">
                  <c:v>0.42555748318834102</c:v>
                </c:pt>
                <c:pt idx="20">
                  <c:v>0.5</c:v>
                </c:pt>
                <c:pt idx="21">
                  <c:v>0.57444251681165903</c:v>
                </c:pt>
                <c:pt idx="22">
                  <c:v>0.6456563062257954</c:v>
                </c:pt>
                <c:pt idx="23">
                  <c:v>0.71094950262500389</c:v>
                </c:pt>
                <c:pt idx="24">
                  <c:v>0.76852478349901754</c:v>
                </c:pt>
                <c:pt idx="25">
                  <c:v>0.81757447619364365</c:v>
                </c:pt>
                <c:pt idx="26">
                  <c:v>0.85814893509951229</c:v>
                </c:pt>
                <c:pt idx="27">
                  <c:v>0.89090317880438707</c:v>
                </c:pt>
                <c:pt idx="28">
                  <c:v>0.91682730350607766</c:v>
                </c:pt>
                <c:pt idx="29">
                  <c:v>0.9370266439430035</c:v>
                </c:pt>
                <c:pt idx="30">
                  <c:v>0.95257412682243336</c:v>
                </c:pt>
                <c:pt idx="31">
                  <c:v>0.96442881072736386</c:v>
                </c:pt>
                <c:pt idx="32">
                  <c:v>0.97340300642313404</c:v>
                </c:pt>
                <c:pt idx="33">
                  <c:v>0.98015969426592253</c:v>
                </c:pt>
                <c:pt idx="34">
                  <c:v>0.98522596830672693</c:v>
                </c:pt>
                <c:pt idx="35">
                  <c:v>0.98901305736940681</c:v>
                </c:pt>
                <c:pt idx="36">
                  <c:v>0.99183742884684012</c:v>
                </c:pt>
                <c:pt idx="37">
                  <c:v>0.99394019850841575</c:v>
                </c:pt>
                <c:pt idx="38">
                  <c:v>0.99550372683905886</c:v>
                </c:pt>
                <c:pt idx="39">
                  <c:v>0.99666519269258669</c:v>
                </c:pt>
                <c:pt idx="40">
                  <c:v>0.99752737684336534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33AD-4652-BDD4-3F7CCAFC748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b = -4</c:v>
                </c:pt>
              </c:strCache>
            </c:strRef>
          </c:tx>
          <c:spPr>
            <a:ln w="31750" cap="flat">
              <a:solidFill>
                <a:srgbClr val="02809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cat>
            <c:strRef>
              <c:f>Sheet1!$A$2:$A$42</c:f>
              <c:strCache>
                <c:ptCount val="41"/>
                <c:pt idx="0">
                  <c:v>-6.0</c:v>
                </c:pt>
                <c:pt idx="1">
                  <c:v>-5.7</c:v>
                </c:pt>
                <c:pt idx="2">
                  <c:v>-5.4</c:v>
                </c:pt>
                <c:pt idx="3">
                  <c:v>-5.1</c:v>
                </c:pt>
                <c:pt idx="4">
                  <c:v>-4.8</c:v>
                </c:pt>
                <c:pt idx="5">
                  <c:v>-4.5</c:v>
                </c:pt>
                <c:pt idx="6">
                  <c:v>-4.2</c:v>
                </c:pt>
                <c:pt idx="7">
                  <c:v>-3.9</c:v>
                </c:pt>
                <c:pt idx="8">
                  <c:v>-3.6</c:v>
                </c:pt>
                <c:pt idx="9">
                  <c:v>-3.3</c:v>
                </c:pt>
                <c:pt idx="10">
                  <c:v>-3.0</c:v>
                </c:pt>
                <c:pt idx="11">
                  <c:v>-2.7</c:v>
                </c:pt>
                <c:pt idx="12">
                  <c:v>-2.4</c:v>
                </c:pt>
                <c:pt idx="13">
                  <c:v>-2.1</c:v>
                </c:pt>
                <c:pt idx="14">
                  <c:v>-1.8</c:v>
                </c:pt>
                <c:pt idx="15">
                  <c:v>-1.5</c:v>
                </c:pt>
                <c:pt idx="16">
                  <c:v>-1.2</c:v>
                </c:pt>
                <c:pt idx="17">
                  <c:v>-0.9</c:v>
                </c:pt>
                <c:pt idx="18">
                  <c:v>-0.6</c:v>
                </c:pt>
                <c:pt idx="19">
                  <c:v>-0.3</c:v>
                </c:pt>
                <c:pt idx="20">
                  <c:v>-0.0</c:v>
                </c:pt>
                <c:pt idx="21">
                  <c:v>0.3</c:v>
                </c:pt>
                <c:pt idx="22">
                  <c:v>0.6</c:v>
                </c:pt>
                <c:pt idx="23">
                  <c:v>0.9</c:v>
                </c:pt>
                <c:pt idx="24">
                  <c:v>1.2</c:v>
                </c:pt>
                <c:pt idx="25">
                  <c:v>1.5</c:v>
                </c:pt>
                <c:pt idx="26">
                  <c:v>1.8</c:v>
                </c:pt>
                <c:pt idx="27">
                  <c:v>2.1</c:v>
                </c:pt>
                <c:pt idx="28">
                  <c:v>2.4</c:v>
                </c:pt>
                <c:pt idx="29">
                  <c:v>2.7</c:v>
                </c:pt>
                <c:pt idx="30">
                  <c:v>3.0</c:v>
                </c:pt>
                <c:pt idx="31">
                  <c:v>3.3</c:v>
                </c:pt>
                <c:pt idx="32">
                  <c:v>3.6</c:v>
                </c:pt>
                <c:pt idx="33">
                  <c:v>3.9</c:v>
                </c:pt>
                <c:pt idx="34">
                  <c:v>4.2</c:v>
                </c:pt>
                <c:pt idx="35">
                  <c:v>4.5</c:v>
                </c:pt>
                <c:pt idx="36">
                  <c:v>4.8</c:v>
                </c:pt>
                <c:pt idx="37">
                  <c:v>5.1</c:v>
                </c:pt>
                <c:pt idx="38">
                  <c:v>5.4</c:v>
                </c:pt>
                <c:pt idx="39">
                  <c:v>5.7</c:v>
                </c:pt>
                <c:pt idx="40">
                  <c:v>6.0</c:v>
                </c:pt>
              </c:strCache>
            </c:strRef>
          </c:cat>
          <c:val>
            <c:numRef>
              <c:f>Sheet1!$D$2:$D$42</c:f>
              <c:numCache>
                <c:formatCode>General</c:formatCode>
                <c:ptCount val="41"/>
                <c:pt idx="0">
                  <c:v>4.5397868702434395E-5</c:v>
                </c:pt>
                <c:pt idx="1">
                  <c:v>6.1279739616602481E-5</c:v>
                </c:pt>
                <c:pt idx="2">
                  <c:v>8.2717222851666389E-5</c:v>
                </c:pt>
                <c:pt idx="3">
                  <c:v>1.1165334062956276E-4</c:v>
                </c:pt>
                <c:pt idx="4">
                  <c:v>1.5071035805975741E-4</c:v>
                </c:pt>
                <c:pt idx="5">
                  <c:v>2.0342697805520653E-4</c:v>
                </c:pt>
                <c:pt idx="6">
                  <c:v>2.7457815610133291E-4</c:v>
                </c:pt>
                <c:pt idx="7">
                  <c:v>3.7060614062639654E-4</c:v>
                </c:pt>
                <c:pt idx="8">
                  <c:v>5.0020110707956432E-4</c:v>
                </c:pt>
                <c:pt idx="9">
                  <c:v>6.7508273063283811E-4</c:v>
                </c:pt>
                <c:pt idx="10">
                  <c:v>9.1105119440064539E-4</c:v>
                </c:pt>
                <c:pt idx="11">
                  <c:v>1.2293986212774202E-3</c:v>
                </c:pt>
                <c:pt idx="12">
                  <c:v>1.6588010801744215E-3</c:v>
                </c:pt>
                <c:pt idx="13">
                  <c:v>2.2378485212763335E-3</c:v>
                </c:pt>
                <c:pt idx="14">
                  <c:v>3.0184163247084245E-3</c:v>
                </c:pt>
                <c:pt idx="15">
                  <c:v>4.0701377158961277E-3</c:v>
                </c:pt>
                <c:pt idx="16">
                  <c:v>5.4862988994504036E-3</c:v>
                </c:pt>
                <c:pt idx="17">
                  <c:v>7.3915413442819707E-3</c:v>
                </c:pt>
                <c:pt idx="18">
                  <c:v>9.9518018669043241E-3</c:v>
                </c:pt>
                <c:pt idx="19">
                  <c:v>1.3386917827664779E-2</c:v>
                </c:pt>
                <c:pt idx="20">
                  <c:v>1.7986209962091559E-2</c:v>
                </c:pt>
                <c:pt idx="21">
                  <c:v>2.4127021417669196E-2</c:v>
                </c:pt>
                <c:pt idx="22">
                  <c:v>3.2295464698450516E-2</c:v>
                </c:pt>
                <c:pt idx="23">
                  <c:v>4.3107254941086116E-2</c:v>
                </c:pt>
                <c:pt idx="24">
                  <c:v>5.7324175898868755E-2</c:v>
                </c:pt>
                <c:pt idx="25">
                  <c:v>7.5858180021243546E-2</c:v>
                </c:pt>
                <c:pt idx="26">
                  <c:v>9.9750489119685135E-2</c:v>
                </c:pt>
                <c:pt idx="27">
                  <c:v>0.13010847436299786</c:v>
                </c:pt>
                <c:pt idx="28">
                  <c:v>0.16798161486607552</c:v>
                </c:pt>
                <c:pt idx="29">
                  <c:v>0.21416501695744142</c:v>
                </c:pt>
                <c:pt idx="30">
                  <c:v>0.2689414213699951</c:v>
                </c:pt>
                <c:pt idx="31">
                  <c:v>0.33181222783183384</c:v>
                </c:pt>
                <c:pt idx="32">
                  <c:v>0.401312339887548</c:v>
                </c:pt>
                <c:pt idx="33">
                  <c:v>0.47502081252105999</c:v>
                </c:pt>
                <c:pt idx="34">
                  <c:v>0.54983399731247795</c:v>
                </c:pt>
                <c:pt idx="35">
                  <c:v>0.62245933120185459</c:v>
                </c:pt>
                <c:pt idx="36">
                  <c:v>0.6899744811276125</c:v>
                </c:pt>
                <c:pt idx="37">
                  <c:v>0.75026010559511747</c:v>
                </c:pt>
                <c:pt idx="38">
                  <c:v>0.8021838885585818</c:v>
                </c:pt>
                <c:pt idx="39">
                  <c:v>0.84553473491646525</c:v>
                </c:pt>
                <c:pt idx="40">
                  <c:v>0.88079707797788231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33AD-4652-BDD4-3F7CCAFC74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C9CFDC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B62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5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03634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0"/>
          <p:cNvGraphicFramePr/>
          <p:nvPr/>
        </p:nvGraphicFramePr>
        <p:xfrm>
          <a:off x="6492240" y="1463040"/>
          <a:ext cx="51206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Text 0"/>
          <p:cNvSpPr/>
          <p:nvPr/>
        </p:nvSpPr>
        <p:spPr>
          <a:xfrm>
            <a:off x="640080" y="1554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 ·  UNIT — FOUNDATIONS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640080" y="196596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Sigmoid Neuron</a:t>
            </a:r>
            <a:endParaRPr lang="en-US" sz="4600" dirty="0"/>
          </a:p>
        </p:txBody>
      </p:sp>
      <p:sp>
        <p:nvSpPr>
          <p:cNvPr id="5" name="Text 2"/>
          <p:cNvSpPr/>
          <p:nvPr/>
        </p:nvSpPr>
        <p:spPr>
          <a:xfrm>
            <a:off x="640080" y="3063240"/>
            <a:ext cx="6035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C7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hard threshold to a smooth, differentiable decision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640080" y="3977640"/>
            <a:ext cx="50292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416052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Perceptron / MP Neuron  →  Sigmoid Neuron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MOTIVATION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Move Beyond the Perceptron / MP Neuron?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74920" cy="1170432"/>
          </a:xfrm>
          <a:prstGeom prst="roundRect">
            <a:avLst>
              <a:gd name="adj" fmla="val 6250"/>
            </a:avLst>
          </a:prstGeom>
          <a:solidFill>
            <a:srgbClr val="F4F6FA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1911096"/>
            <a:ext cx="457200" cy="457200"/>
          </a:xfrm>
          <a:prstGeom prst="lin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11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463040" y="183794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All-or-nothing output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463040" y="2185416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perceptron's step function fires only 0 or 1 — there is no sense of "how strongly" the neuron believes its output.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080760" y="1691640"/>
            <a:ext cx="5074920" cy="1170432"/>
          </a:xfrm>
          <a:prstGeom prst="roundRect">
            <a:avLst>
              <a:gd name="adj" fmla="val 6250"/>
            </a:avLst>
          </a:prstGeom>
          <a:solidFill>
            <a:srgbClr val="F4F6FA"/>
          </a:solidFill>
          <a:ln/>
        </p:spPr>
      </p:sp>
      <p:sp>
        <p:nvSpPr>
          <p:cNvPr id="10" name="Shape 8"/>
          <p:cNvSpPr/>
          <p:nvPr/>
        </p:nvSpPr>
        <p:spPr>
          <a:xfrm>
            <a:off x="6336792" y="1911096"/>
            <a:ext cx="457200" cy="457200"/>
          </a:xfrm>
          <a:prstGeom prst="lin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6336792" y="191109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995160" y="1837944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Abrupt, discontinuous jumps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995160" y="2185416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tiny change in weights or inputs can flip the output instantly from 0 to 1, making learning unstable.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182112"/>
            <a:ext cx="5074920" cy="1170432"/>
          </a:xfrm>
          <a:prstGeom prst="roundRect">
            <a:avLst>
              <a:gd name="adj" fmla="val 6250"/>
            </a:avLst>
          </a:prstGeom>
          <a:solidFill>
            <a:srgbClr val="F4F6FA"/>
          </a:solidFill>
          <a:ln/>
        </p:spPr>
      </p:sp>
      <p:sp>
        <p:nvSpPr>
          <p:cNvPr id="15" name="Shape 13"/>
          <p:cNvSpPr/>
          <p:nvPr/>
        </p:nvSpPr>
        <p:spPr>
          <a:xfrm>
            <a:off x="804672" y="3401568"/>
            <a:ext cx="457200" cy="457200"/>
          </a:xfrm>
          <a:prstGeom prst="lin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3401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332841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differentiable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463040" y="3675888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step function has a derivative of 0 almost everywhere (undefined at the threshold) — gradient descent has nothing to work with.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80760" y="3182112"/>
            <a:ext cx="5074920" cy="1170432"/>
          </a:xfrm>
          <a:prstGeom prst="roundRect">
            <a:avLst>
              <a:gd name="adj" fmla="val 6250"/>
            </a:avLst>
          </a:prstGeom>
          <a:solidFill>
            <a:srgbClr val="F4F6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336792" y="3401568"/>
            <a:ext cx="457200" cy="457200"/>
          </a:xfrm>
          <a:prstGeom prst="lin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336792" y="340156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995160" y="3328416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principled learning rule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6995160" y="3675888"/>
            <a:ext cx="3931920" cy="6217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perceptron update rule is a heuristic; it does not come from minimizing a smooth loss function.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4718304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neuron fix: replace the hard step with a smooth, bounded, differentiable curve.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Neuron  |  Deep Learning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HARD EDGE VS. A SMOOTH CURVE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10058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Function vs. Sigmoid Function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212080" cy="4297680"/>
          </a:xfrm>
          <a:prstGeom prst="roundRect">
            <a:avLst>
              <a:gd name="adj" fmla="val 1702"/>
            </a:avLst>
          </a:prstGeom>
          <a:solidFill>
            <a:srgbClr val="26306E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Perceptron — Step Function</a:t>
            </a:r>
            <a:endParaRPr lang="en-US" sz="150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868680" y="2468880"/>
          <a:ext cx="45720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8" name="Shape 5"/>
          <p:cNvSpPr/>
          <p:nvPr/>
        </p:nvSpPr>
        <p:spPr>
          <a:xfrm>
            <a:off x="6428232" y="1783080"/>
            <a:ext cx="5212080" cy="4297680"/>
          </a:xfrm>
          <a:prstGeom prst="roundRect">
            <a:avLst>
              <a:gd name="adj" fmla="val 1702"/>
            </a:avLst>
          </a:prstGeom>
          <a:solidFill>
            <a:srgbClr val="0B3A46"/>
          </a:solidFill>
          <a:ln/>
        </p:spPr>
      </p:sp>
      <p:sp>
        <p:nvSpPr>
          <p:cNvPr id="9" name="Text 6"/>
          <p:cNvSpPr/>
          <p:nvPr/>
        </p:nvSpPr>
        <p:spPr>
          <a:xfrm>
            <a:off x="6748272" y="20116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Neuron — Smooth Curve</a:t>
            </a:r>
            <a:endParaRPr lang="en-US" sz="1500" dirty="0"/>
          </a:p>
        </p:txBody>
      </p:sp>
      <p:graphicFrame>
        <p:nvGraphicFramePr>
          <p:cNvPr id="10" name="Chart 1"/>
          <p:cNvGraphicFramePr/>
          <p:nvPr/>
        </p:nvGraphicFramePr>
        <p:xfrm>
          <a:off x="6748272" y="2468880"/>
          <a:ext cx="4572000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 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Neuron  |  Deep Learning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DEFINITION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Inputs, Output and Equation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x₁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143000" y="2029967"/>
            <a:ext cx="1051560" cy="393191"/>
          </a:xfrm>
          <a:prstGeom prst="line">
            <a:avLst/>
          </a:prstGeom>
          <a:noFill/>
          <a:ln w="15875">
            <a:solidFill>
              <a:srgbClr val="5B627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3500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143000" y="2596896"/>
            <a:ext cx="1051560" cy="0"/>
          </a:xfrm>
          <a:prstGeom prst="line">
            <a:avLst/>
          </a:prstGeom>
          <a:noFill/>
          <a:ln w="15875">
            <a:solidFill>
              <a:srgbClr val="5B627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9169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x₃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 flipV="1">
            <a:off x="1143000" y="2852928"/>
            <a:ext cx="963706" cy="310896"/>
          </a:xfrm>
          <a:prstGeom prst="line">
            <a:avLst/>
          </a:prstGeom>
          <a:noFill/>
          <a:ln w="15875">
            <a:solidFill>
              <a:srgbClr val="5B62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48386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⋮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 flipV="1">
            <a:off x="1143000" y="3090672"/>
            <a:ext cx="963706" cy="804672"/>
          </a:xfrm>
          <a:prstGeom prst="line">
            <a:avLst/>
          </a:prstGeom>
          <a:noFill/>
          <a:ln w="15875">
            <a:solidFill>
              <a:srgbClr val="5B62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2000" y="37444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xₙ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143000" y="4297680"/>
            <a:ext cx="1051560" cy="0"/>
          </a:xfrm>
          <a:prstGeom prst="line">
            <a:avLst/>
          </a:prstGeom>
          <a:noFill/>
          <a:ln w="15875">
            <a:solidFill>
              <a:srgbClr val="5B62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240280" y="228600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2240280" y="2286000"/>
            <a:ext cx="1965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 wᵢxᵢ + b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206240" y="2788920"/>
            <a:ext cx="594360" cy="0"/>
          </a:xfrm>
          <a:prstGeom prst="line">
            <a:avLst/>
          </a:prstGeom>
          <a:noFill/>
          <a:ln w="15875">
            <a:solidFill>
              <a:srgbClr val="5B627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2148840"/>
            <a:ext cx="2148840" cy="1280160"/>
          </a:xfrm>
          <a:prstGeom prst="roundRect">
            <a:avLst>
              <a:gd name="adj" fmla="val 8571"/>
            </a:avLst>
          </a:prstGeom>
          <a:solidFill>
            <a:srgbClr val="028090"/>
          </a:solidFill>
          <a:ln/>
        </p:spPr>
      </p:sp>
      <p:sp>
        <p:nvSpPr>
          <p:cNvPr id="23" name="Text 21"/>
          <p:cNvSpPr/>
          <p:nvPr/>
        </p:nvSpPr>
        <p:spPr>
          <a:xfrm>
            <a:off x="4800600" y="2167128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σ(z)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800600" y="2679192"/>
            <a:ext cx="2148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4F1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function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949440" y="2788920"/>
            <a:ext cx="594360" cy="0"/>
          </a:xfrm>
          <a:prstGeom prst="line">
            <a:avLst/>
          </a:prstGeom>
          <a:noFill/>
          <a:ln w="15875">
            <a:solidFill>
              <a:srgbClr val="5B627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43800" y="2468880"/>
            <a:ext cx="685800" cy="685800"/>
          </a:xfrm>
          <a:prstGeom prst="line">
            <a:avLst/>
          </a:prstGeom>
          <a:solidFill>
            <a:srgbClr val="D4A017"/>
          </a:solidFill>
          <a:ln/>
        </p:spPr>
      </p:sp>
      <p:sp>
        <p:nvSpPr>
          <p:cNvPr id="27" name="Text 25"/>
          <p:cNvSpPr/>
          <p:nvPr/>
        </p:nvSpPr>
        <p:spPr>
          <a:xfrm>
            <a:off x="7543800" y="24688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315200" y="32004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∈ (0, 1)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4160520"/>
            <a:ext cx="10881360" cy="1508760"/>
          </a:xfrm>
          <a:prstGeom prst="roundRect">
            <a:avLst>
              <a:gd name="adj" fmla="val 4848"/>
            </a:avLst>
          </a:prstGeom>
          <a:solidFill>
            <a:srgbClr val="F4F6FA"/>
          </a:solidFill>
          <a:ln/>
        </p:spPr>
      </p:sp>
      <p:sp>
        <p:nvSpPr>
          <p:cNvPr id="30" name="Text 28"/>
          <p:cNvSpPr/>
          <p:nvPr/>
        </p:nvSpPr>
        <p:spPr>
          <a:xfrm>
            <a:off x="822960" y="431596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Equation of the Sigmoid Neuron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22960" y="46177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 =  σ(w·x + b)  =  </a:t>
            </a: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(1 + e</a:t>
            </a: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⁻⁽ʷˣ⁺ᵇ⁾</a:t>
            </a:r>
            <a:r>
              <a:rPr lang="en-US" sz="2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822960" y="5166360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 w = weight vector,  x = input vector,  b = bias,  z = w·x + b  (pre-activation)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" y="5806440"/>
            <a:ext cx="10607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the perceptron, inputs and output are real-valued — not restricted to 0/1.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Neuron  |  Deep Learning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DEFINITION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Sigmoid Function — Graphically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737360"/>
          <a:ext cx="64008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7269480" y="178308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5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PROPERTIES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7269480" y="2194560"/>
            <a:ext cx="4297680" cy="621792"/>
          </a:xfrm>
          <a:prstGeom prst="roundRect">
            <a:avLst>
              <a:gd name="adj" fmla="val 8824"/>
            </a:avLst>
          </a:prstGeom>
          <a:solidFill>
            <a:srgbClr val="F4F6FA"/>
          </a:solidFill>
          <a:ln/>
        </p:spPr>
      </p:sp>
      <p:sp>
        <p:nvSpPr>
          <p:cNvPr id="7" name="Shape 4"/>
          <p:cNvSpPr/>
          <p:nvPr/>
        </p:nvSpPr>
        <p:spPr>
          <a:xfrm>
            <a:off x="7434072" y="2368296"/>
            <a:ext cx="274320" cy="274320"/>
          </a:xfrm>
          <a:prstGeom prst="line">
            <a:avLst/>
          </a:prstGeom>
          <a:solidFill>
            <a:srgbClr val="D4A017"/>
          </a:solidFill>
          <a:ln/>
        </p:spPr>
      </p:sp>
      <p:sp>
        <p:nvSpPr>
          <p:cNvPr id="8" name="Text 5"/>
          <p:cNvSpPr/>
          <p:nvPr/>
        </p:nvSpPr>
        <p:spPr>
          <a:xfrm>
            <a:off x="7863840" y="2194560"/>
            <a:ext cx="3611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S-shaped curve, bounded between 0 and 1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269480" y="2944368"/>
            <a:ext cx="4297680" cy="621792"/>
          </a:xfrm>
          <a:prstGeom prst="roundRect">
            <a:avLst>
              <a:gd name="adj" fmla="val 8824"/>
            </a:avLst>
          </a:prstGeom>
          <a:solidFill>
            <a:srgbClr val="F4F6FA"/>
          </a:solidFill>
          <a:ln/>
        </p:spPr>
      </p:sp>
      <p:sp>
        <p:nvSpPr>
          <p:cNvPr id="10" name="Shape 7"/>
          <p:cNvSpPr/>
          <p:nvPr/>
        </p:nvSpPr>
        <p:spPr>
          <a:xfrm>
            <a:off x="7434072" y="3118104"/>
            <a:ext cx="274320" cy="274320"/>
          </a:xfrm>
          <a:prstGeom prst="line">
            <a:avLst/>
          </a:prstGeom>
          <a:solidFill>
            <a:srgbClr val="D4A017"/>
          </a:solidFill>
          <a:ln/>
        </p:spPr>
      </p:sp>
      <p:sp>
        <p:nvSpPr>
          <p:cNvPr id="11" name="Text 8"/>
          <p:cNvSpPr/>
          <p:nvPr/>
        </p:nvSpPr>
        <p:spPr>
          <a:xfrm>
            <a:off x="7863840" y="2944368"/>
            <a:ext cx="3611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and smooth — no sudden jumps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269480" y="3694176"/>
            <a:ext cx="4297680" cy="621792"/>
          </a:xfrm>
          <a:prstGeom prst="roundRect">
            <a:avLst>
              <a:gd name="adj" fmla="val 8824"/>
            </a:avLst>
          </a:prstGeom>
          <a:solidFill>
            <a:srgbClr val="F4F6FA"/>
          </a:solidFill>
          <a:ln/>
        </p:spPr>
      </p:sp>
      <p:sp>
        <p:nvSpPr>
          <p:cNvPr id="13" name="Shape 10"/>
          <p:cNvSpPr/>
          <p:nvPr/>
        </p:nvSpPr>
        <p:spPr>
          <a:xfrm>
            <a:off x="7434072" y="3867912"/>
            <a:ext cx="274320" cy="274320"/>
          </a:xfrm>
          <a:prstGeom prst="line">
            <a:avLst/>
          </a:prstGeom>
          <a:solidFill>
            <a:srgbClr val="D4A017"/>
          </a:solidFill>
          <a:ln/>
        </p:spPr>
      </p:sp>
      <p:sp>
        <p:nvSpPr>
          <p:cNvPr id="14" name="Text 11"/>
          <p:cNvSpPr/>
          <p:nvPr/>
        </p:nvSpPr>
        <p:spPr>
          <a:xfrm>
            <a:off x="7863840" y="3694176"/>
            <a:ext cx="3611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Differentiable everywhere → gradients exist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269480" y="4443984"/>
            <a:ext cx="4297680" cy="621792"/>
          </a:xfrm>
          <a:prstGeom prst="roundRect">
            <a:avLst>
              <a:gd name="adj" fmla="val 8824"/>
            </a:avLst>
          </a:prstGeom>
          <a:solidFill>
            <a:srgbClr val="F4F6FA"/>
          </a:solidFill>
          <a:ln/>
        </p:spPr>
      </p:sp>
      <p:sp>
        <p:nvSpPr>
          <p:cNvPr id="16" name="Shape 13"/>
          <p:cNvSpPr/>
          <p:nvPr/>
        </p:nvSpPr>
        <p:spPr>
          <a:xfrm>
            <a:off x="7434072" y="4617720"/>
            <a:ext cx="274320" cy="274320"/>
          </a:xfrm>
          <a:prstGeom prst="line">
            <a:avLst/>
          </a:prstGeom>
          <a:solidFill>
            <a:srgbClr val="D4A017"/>
          </a:solidFill>
          <a:ln/>
        </p:spPr>
      </p:sp>
      <p:sp>
        <p:nvSpPr>
          <p:cNvPr id="17" name="Text 14"/>
          <p:cNvSpPr/>
          <p:nvPr/>
        </p:nvSpPr>
        <p:spPr>
          <a:xfrm>
            <a:off x="7863840" y="4443984"/>
            <a:ext cx="3611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Steepest around z = 0; flattens at the extremes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7269480" y="5193792"/>
            <a:ext cx="4297680" cy="621792"/>
          </a:xfrm>
          <a:prstGeom prst="roundRect">
            <a:avLst>
              <a:gd name="adj" fmla="val 8824"/>
            </a:avLst>
          </a:prstGeom>
          <a:solidFill>
            <a:srgbClr val="F4F6FA"/>
          </a:solidFill>
          <a:ln/>
        </p:spPr>
      </p:sp>
      <p:sp>
        <p:nvSpPr>
          <p:cNvPr id="19" name="Shape 16"/>
          <p:cNvSpPr/>
          <p:nvPr/>
        </p:nvSpPr>
        <p:spPr>
          <a:xfrm>
            <a:off x="7434072" y="5367528"/>
            <a:ext cx="274320" cy="274320"/>
          </a:xfrm>
          <a:prstGeom prst="line">
            <a:avLst/>
          </a:prstGeom>
          <a:solidFill>
            <a:srgbClr val="D4A017"/>
          </a:solidFill>
          <a:ln/>
        </p:spPr>
      </p:sp>
      <p:sp>
        <p:nvSpPr>
          <p:cNvPr id="20" name="Text 17"/>
          <p:cNvSpPr/>
          <p:nvPr/>
        </p:nvSpPr>
        <p:spPr>
          <a:xfrm>
            <a:off x="7863840" y="5193792"/>
            <a:ext cx="361188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can be read as a probability-like confidence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Neuron  |  Deep Learning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DEFINITION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Sigmoid Function with Two Inputs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two inputs, z = w₁x₁ + w₂x₂ + b  and  y = σ(z). </a:t>
            </a: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1-D S-curve becomes a smooth S-shaped sheet over the (x₁, x₂) plane.</a:t>
            </a:r>
            <a:endParaRPr lang="en-US" sz="1300" dirty="0"/>
          </a:p>
        </p:txBody>
      </p:sp>
      <p:pic>
        <p:nvPicPr>
          <p:cNvPr id="5" name="Image 0" descr="/home/claude/sigmoid_deck/sigmoid_2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1965960"/>
            <a:ext cx="10789920" cy="3977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0.5 contour (navy line) is a straight decision boundary — sigmoid smooths the sharp perceptron edge into a gradual transition around it.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Neuron  |  Deep Learning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PARAMETERS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Parameters of the Sigmoid Neuron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sigmoid neuron has the same two parameters as the perceptron — </a:t>
            </a: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(w) and bias (b)</a:t>
            </a: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but they now shape a smooth curve instead of a hard threshold.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212080" cy="3931920"/>
          </a:xfrm>
          <a:prstGeom prst="roundRect">
            <a:avLst>
              <a:gd name="adj" fmla="val 1860"/>
            </a:avLst>
          </a:prstGeom>
          <a:solidFill>
            <a:srgbClr val="F4F6FA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423160"/>
            <a:ext cx="822960" cy="548640"/>
          </a:xfrm>
          <a:prstGeom prst="roundRect">
            <a:avLst>
              <a:gd name="adj" fmla="val 13333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231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874520" y="242316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vector (w₁, w₂, …, wₙ)</a:t>
            </a:r>
            <a:endParaRPr lang="en-US" sz="145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868680" y="3108960"/>
          <a:ext cx="457200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/>
          <p:nvPr/>
        </p:nvSpPr>
        <p:spPr>
          <a:xfrm>
            <a:off x="868680" y="53949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the steepness / slope and orientation of the curve.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035040" y="2148840"/>
            <a:ext cx="5577840" cy="3931920"/>
          </a:xfrm>
          <a:prstGeom prst="roundRect">
            <a:avLst>
              <a:gd name="adj" fmla="val 1860"/>
            </a:avLst>
          </a:prstGeom>
          <a:solidFill>
            <a:srgbClr val="F4F6FA"/>
          </a:solidFill>
          <a:ln/>
        </p:spPr>
      </p:sp>
      <p:sp>
        <p:nvSpPr>
          <p:cNvPr id="12" name="Shape 9"/>
          <p:cNvSpPr/>
          <p:nvPr/>
        </p:nvSpPr>
        <p:spPr>
          <a:xfrm>
            <a:off x="6355080" y="2423160"/>
            <a:ext cx="822960" cy="548640"/>
          </a:xfrm>
          <a:prstGeom prst="roundRect">
            <a:avLst>
              <a:gd name="adj" fmla="val 13333"/>
            </a:avLst>
          </a:prstGeom>
          <a:solidFill>
            <a:srgbClr val="028090"/>
          </a:solidFill>
          <a:ln/>
        </p:spPr>
      </p:sp>
      <p:sp>
        <p:nvSpPr>
          <p:cNvPr id="13" name="Text 10"/>
          <p:cNvSpPr/>
          <p:nvPr/>
        </p:nvSpPr>
        <p:spPr>
          <a:xfrm>
            <a:off x="6355080" y="2423160"/>
            <a:ext cx="822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7360920" y="242316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Bias (scalar)</a:t>
            </a:r>
            <a:endParaRPr lang="en-US" sz="1450" dirty="0"/>
          </a:p>
        </p:txBody>
      </p:sp>
      <p:graphicFrame>
        <p:nvGraphicFramePr>
          <p:cNvPr id="15" name="Chart 1"/>
          <p:cNvGraphicFramePr/>
          <p:nvPr/>
        </p:nvGraphicFramePr>
        <p:xfrm>
          <a:off x="6355080" y="3108960"/>
          <a:ext cx="493776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6" name="Text 12"/>
          <p:cNvSpPr/>
          <p:nvPr/>
        </p:nvSpPr>
        <p:spPr>
          <a:xfrm>
            <a:off x="6355080" y="53949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Shifts the curve left or right along the input axis — moves the decision point.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Neuron  |  Deep Learning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PARAMETERS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Effect of Changing w and b on the Curve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49240" cy="3063240"/>
          </a:xfrm>
          <a:prstGeom prst="roundRect">
            <a:avLst>
              <a:gd name="adj" fmla="val 2388"/>
            </a:avLst>
          </a:prstGeom>
          <a:solidFill>
            <a:srgbClr val="F4F6F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Varying w  (b = 0)</a:t>
            </a:r>
            <a:endParaRPr lang="en-US" sz="13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822960" y="2148840"/>
          <a:ext cx="480060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035040" y="1645920"/>
            <a:ext cx="5349240" cy="3063240"/>
          </a:xfrm>
          <a:prstGeom prst="roundRect">
            <a:avLst>
              <a:gd name="adj" fmla="val 2388"/>
            </a:avLst>
          </a:prstGeom>
          <a:solidFill>
            <a:srgbClr val="F4F6FA"/>
          </a:solidFill>
          <a:ln/>
        </p:spPr>
      </p:sp>
      <p:sp>
        <p:nvSpPr>
          <p:cNvPr id="8" name="Text 5"/>
          <p:cNvSpPr/>
          <p:nvPr/>
        </p:nvSpPr>
        <p:spPr>
          <a:xfrm>
            <a:off x="6309360" y="17830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Varying b  (w = 1)</a:t>
            </a:r>
            <a:endParaRPr lang="en-US" sz="130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6309360" y="2148840"/>
          <a:ext cx="480060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892040"/>
          <a:ext cx="10835640" cy="169164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4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 on the curve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 ↑ (larger magnitude)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Curve becomes steeper — transition from 0 to 1 happens more sharply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 ↓ (smaller magnitude)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Curve becomes gentler / flatter — more gradual transition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 changes sign (+ → −)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Curve flips — becomes a decreasing function of 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↑ (more positive)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Curve shifts left — neuron activates for smaller 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4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↓ (more negative)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1B1B1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Curve shifts right — neuron activates for larger 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38100" marB="381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Text 6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Neuron  |  Deep Learning</a:t>
            </a:r>
            <a:endParaRPr lang="en-US" sz="1000" dirty="0"/>
          </a:p>
        </p:txBody>
      </p:sp>
      <p:sp>
        <p:nvSpPr>
          <p:cNvPr id="12" name="Text 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LEARNING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Algorithm — Gradient Descent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find w, b that minimize the loss L(w, b) over all training points.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10881360" cy="4526280"/>
          </a:xfrm>
          <a:prstGeom prst="roundRect">
            <a:avLst>
              <a:gd name="adj" fmla="val 1414"/>
            </a:avLst>
          </a:prstGeom>
          <a:solidFill>
            <a:srgbClr val="141B4D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74520"/>
            <a:ext cx="10881360" cy="45720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87452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1  —  Gradient Descent for the Sigmoid Neuron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404872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0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Input:  </a:t>
            </a:r>
            <a:r>
              <a:rPr lang="en-US" sz="1400" dirty="0">
                <a:solidFill>
                  <a:srgbClr val="C7D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 {(xᵢ, yᵢ)}, learning rate η, epochs T        </a:t>
            </a:r>
            <a:r>
              <a:rPr lang="en-US" sz="1400" b="1" dirty="0">
                <a:solidFill>
                  <a:srgbClr val="D4A0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Output:  </a:t>
            </a:r>
            <a:r>
              <a:rPr lang="en-US" sz="1400" dirty="0">
                <a:solidFill>
                  <a:srgbClr val="C7D0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learned parameters w, b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2770632"/>
            <a:ext cx="45720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D4A0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770632"/>
            <a:ext cx="694944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FD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initialize </a:t>
            </a:r>
            <a:r>
              <a:rPr lang="en-US" sz="1600" dirty="0">
                <a:solidFill>
                  <a:srgbClr val="F2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w, b ← small random values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3031236"/>
            <a:ext cx="45720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D4A0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2: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80160" y="3031236"/>
            <a:ext cx="694944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FD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</a:t>
            </a:r>
            <a:r>
              <a:rPr lang="en-US" sz="1600" dirty="0">
                <a:solidFill>
                  <a:srgbClr val="F2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epoch = 1 </a:t>
            </a:r>
            <a:r>
              <a:rPr lang="en-US" sz="1600" b="1" dirty="0">
                <a:solidFill>
                  <a:srgbClr val="7FD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 </a:t>
            </a:r>
            <a:r>
              <a:rPr lang="en-US" sz="1600" dirty="0">
                <a:solidFill>
                  <a:srgbClr val="F2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 </a:t>
            </a:r>
            <a:r>
              <a:rPr lang="en-US" sz="1600" b="1" dirty="0">
                <a:solidFill>
                  <a:srgbClr val="7FD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3291840"/>
            <a:ext cx="45720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D4A0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3: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572768" y="3291840"/>
            <a:ext cx="6656832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FD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</a:t>
            </a:r>
            <a:r>
              <a:rPr lang="en-US" sz="1600" dirty="0">
                <a:solidFill>
                  <a:srgbClr val="F2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(xᵢ, yᵢ) </a:t>
            </a:r>
            <a:r>
              <a:rPr lang="en-US" sz="1600" b="1" dirty="0">
                <a:solidFill>
                  <a:srgbClr val="7FD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</a:t>
            </a:r>
            <a:r>
              <a:rPr lang="en-US" sz="1600" dirty="0">
                <a:solidFill>
                  <a:srgbClr val="F2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dataset </a:t>
            </a:r>
            <a:r>
              <a:rPr lang="en-US" sz="1600" b="1" dirty="0">
                <a:solidFill>
                  <a:srgbClr val="7FD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" y="3552444"/>
            <a:ext cx="45720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D4A0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4: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865376" y="3552444"/>
            <a:ext cx="636422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2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zᵢ ← w·xᵢ + b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138160" y="3552444"/>
            <a:ext cx="301752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99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pre-activation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3813048"/>
            <a:ext cx="45720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D4A0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5: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865376" y="3813048"/>
            <a:ext cx="6364224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2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fᵢ ← σ(zᵢ)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138160" y="3813048"/>
            <a:ext cx="301752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99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forward pass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4073652"/>
            <a:ext cx="45720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D4A0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6: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572768" y="4073652"/>
            <a:ext cx="6656832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FD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for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4334256"/>
            <a:ext cx="45720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D4A0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7: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72768" y="4334256"/>
            <a:ext cx="6656832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2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 loss L(w,b) = Σᵢ (yᵢ − fᵢ)²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138160" y="4334256"/>
            <a:ext cx="301752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99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compute loss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22960" y="4594860"/>
            <a:ext cx="45720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D4A0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8: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572768" y="4594860"/>
            <a:ext cx="6656832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2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 partial derivative of loss </a:t>
            </a:r>
            <a:r>
              <a:rPr lang="en-US" sz="1600" dirty="0" err="1">
                <a:solidFill>
                  <a:srgbClr val="F2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wrto</a:t>
            </a:r>
            <a:r>
              <a:rPr lang="en-US" sz="1600" dirty="0">
                <a:solidFill>
                  <a:srgbClr val="F2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w - ∂L/∂w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138160" y="4594860"/>
            <a:ext cx="301752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99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gradients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2960" y="4855464"/>
            <a:ext cx="45720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D4A0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9: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572768" y="4855464"/>
            <a:ext cx="6656832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600" dirty="0">
                <a:solidFill>
                  <a:srgbClr val="F2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Compute partial derivative of loss </a:t>
            </a:r>
            <a:r>
              <a:rPr lang="en-US" sz="1600" dirty="0" err="1">
                <a:solidFill>
                  <a:srgbClr val="F2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wrto</a:t>
            </a:r>
            <a:r>
              <a:rPr lang="en-US" sz="1600" dirty="0">
                <a:solidFill>
                  <a:srgbClr val="F2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 - ∂L/∂b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22960" y="5116068"/>
            <a:ext cx="45720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D4A0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10: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572768" y="5116068"/>
            <a:ext cx="6656832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2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 ← w − η·∂L/∂w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138160" y="5116068"/>
            <a:ext cx="301752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99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update w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22960" y="5376672"/>
            <a:ext cx="45720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D4A0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11: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572768" y="5376672"/>
            <a:ext cx="6656832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2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← b − η·∂L/∂b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138160" y="5376672"/>
            <a:ext cx="301752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8993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update b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22960" y="5637276"/>
            <a:ext cx="45720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D4A0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12: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280160" y="5637276"/>
            <a:ext cx="694944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FD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for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22960" y="5897880"/>
            <a:ext cx="45720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D4A0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13: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280160" y="5897880"/>
            <a:ext cx="6949440" cy="2606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FD8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</a:t>
            </a:r>
            <a:r>
              <a:rPr lang="en-US" sz="1600" dirty="0">
                <a:solidFill>
                  <a:srgbClr val="F2F4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w, b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Neuron  |  Deep Learning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LOSS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Loss Function of the Sigmoid Neuron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881360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288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Squared Error Loss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14884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L(w, b)  =  ½ Σᵢ ( yᵢ − f(xᵢ) )²      where   f(xᵢ) = σ(w·xᵢ + b)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548640" y="3456432"/>
            <a:ext cx="292608" cy="292608"/>
          </a:xfrm>
          <a:prstGeom prst="line">
            <a:avLst/>
          </a:prstGeom>
          <a:solidFill>
            <a:srgbClr val="028090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45643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3383280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Sums the squared difference between true label yᵢ and predicted output f(xᵢ) across all N examples.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206240"/>
            <a:ext cx="292608" cy="292608"/>
          </a:xfrm>
          <a:prstGeom prst="lin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420624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4133088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σ(z) is smooth and differentiable, L(w, b) is differentiable too — gradients ∂L/∂w and ∂L/∂b can always be computed.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4956048"/>
            <a:ext cx="292608" cy="292608"/>
          </a:xfrm>
          <a:prstGeom prst="lin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9560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" y="4882896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exactly what the perceptron's step function could not offer — its loss surface has flat regions with zero gradient almost everywhere.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5705856"/>
            <a:ext cx="292608" cy="292608"/>
          </a:xfrm>
          <a:prstGeom prst="line">
            <a:avLst/>
          </a:prstGeom>
          <a:solidFill>
            <a:srgbClr val="028090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7058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5632704"/>
            <a:ext cx="104241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Minimizing L(w, b) via gradient descent moves the sigmoid curve so its predictions get closer to the true labels.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Neuron  |  Deep Learning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LOSS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Loss Changes with w and b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536192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L(w, b) forms a smooth bowl-shaped surface over parameter space. </a:t>
            </a:r>
            <a:r>
              <a:rPr lang="en-US" sz="1300" dirty="0">
                <a:solidFill>
                  <a:srgbClr val="1B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descent walks downhill along this surface toward the minimum loss.</a:t>
            </a:r>
            <a:endParaRPr lang="en-US" sz="1300" dirty="0"/>
          </a:p>
        </p:txBody>
      </p:sp>
      <p:pic>
        <p:nvPicPr>
          <p:cNvPr id="5" name="Image 0" descr="/home/claude/sigmoid_deck/loss_surfac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1965960"/>
            <a:ext cx="10789920" cy="3977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path: each gradient-descent update (w, b) takes a step toward lower loss until it settles near the minimum.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Neuron  |  Deep Learning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2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D4A0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804672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Perceptron vs. Sigmoid Neuron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3730752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4A0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Perceptron / MP Neuron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4A01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41B4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Sigmoid Neuron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D4A0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4F1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2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 step function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2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Smooth sigmoid, σ(z)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2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4F1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 range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B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{0, 1}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B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 (0, 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B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4F1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Differentiable?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2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(undefined at threshold)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2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Yes, everywhere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2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4F1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Sensitivity to input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B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Abrupt flip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B6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Smooth, gradual change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222B6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4F1F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 rule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2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Heuristic update rule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25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descent on a loss function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A22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AA6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Sigmoid neuron: same building blocks as the perceptron (w, x, b) — but a smooth, differentiable activation makes gradient-based learning possible.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00900" y="640080"/>
            <a:ext cx="4343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i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algorithm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62754"/>
            <a:ext cx="6309360" cy="6696634"/>
          </a:xfrm>
          <a:prstGeom prst="roundRect">
            <a:avLst>
              <a:gd name="adj" fmla="val 1495"/>
            </a:avLst>
          </a:prstGeom>
          <a:solidFill>
            <a:srgbClr val="2B2B2B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3046" y="185925"/>
            <a:ext cx="5974977" cy="65017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4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(w, b, x):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sigmoid with parameters w, b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1.0 / (1.0 + np.exp(-(w*x + b)))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4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error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(w, b):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err = 0.0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x, y </a:t>
            </a: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zip(X, Y):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fx = f(w, b, x)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err += 0.5*(fx - y)**2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err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4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grad_b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(w, b, x, y):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fx = f(w, b, x)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(fx - y) * fx * (1 - fx)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4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grad_w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(w, b, x, y):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fx = f(w, b, x)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(fx - y) * fx * (1 - fx) * x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r>
              <a:rPr lang="en-US" sz="1400" dirty="0">
                <a:solidFill>
                  <a:srgbClr val="DCDC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do_gradient_descent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w, b, eta = -2, -2, 1.0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max_epochs = 1000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</a:t>
            </a: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range(max_epochs):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dw, db = 0, 0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x, y </a:t>
            </a:r>
            <a:r>
              <a:rPr lang="en-US" sz="14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zip(X, Y):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dw += grad_w(w, b, x, y)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db += grad_b(w, b, x, y)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 = w - eta * dw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b = b - eta * db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040880" y="150876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Four Steps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7040880" y="214884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8" name="Text 6"/>
          <p:cNvSpPr/>
          <p:nvPr/>
        </p:nvSpPr>
        <p:spPr>
          <a:xfrm>
            <a:off x="704088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635240" y="210312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635240" y="244144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f(w, b, x) — sigmoid neuron prediction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040880" y="324612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7040880" y="3246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35240" y="3200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635240" y="353872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error(w, b) — squared error over all points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040880" y="434340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16" name="Text 14"/>
          <p:cNvSpPr/>
          <p:nvPr/>
        </p:nvSpPr>
        <p:spPr>
          <a:xfrm>
            <a:off x="704088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35240" y="42976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635240" y="463600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grad_w, grad_b — partial derivatives of the loss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040880" y="544068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7040880" y="5440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635240" y="5394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635240" y="573328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w, b nudged opposite the gradient, scaled by η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94D6D4A-E8B2-4FCB-A6C9-A3F63659D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3576" y="1452286"/>
            <a:ext cx="3924848" cy="395342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97A4196-E16C-4EE3-BD32-4F3F8C962D85}"/>
              </a:ext>
            </a:extLst>
          </p:cNvPr>
          <p:cNvSpPr txBox="1"/>
          <p:nvPr/>
        </p:nvSpPr>
        <p:spPr>
          <a:xfrm>
            <a:off x="618067" y="372533"/>
            <a:ext cx="253338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800" b="1" dirty="0"/>
              <a:t>Interactive Quiz</a:t>
            </a:r>
          </a:p>
        </p:txBody>
      </p:sp>
    </p:spTree>
    <p:extLst>
      <p:ext uri="{BB962C8B-B14F-4D97-AF65-F5344CB8AC3E}">
        <p14:creationId xmlns:p14="http://schemas.microsoft.com/office/powerpoint/2010/main" val="42127234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1549</Words>
  <Application>Microsoft Office PowerPoint</Application>
  <PresentationFormat>Widescreen</PresentationFormat>
  <Paragraphs>228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Cambria</vt:lpstr>
      <vt:lpstr>Consolas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Shrikrishna Kolhar</cp:lastModifiedBy>
  <cp:revision>6</cp:revision>
  <dcterms:created xsi:type="dcterms:W3CDTF">2026-07-12T15:17:16Z</dcterms:created>
  <dcterms:modified xsi:type="dcterms:W3CDTF">2026-07-21T04:24:24Z</dcterms:modified>
</cp:coreProperties>
</file>