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47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2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9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39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00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9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44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38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596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7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74B5D-5B4A-4D03-A043-E8DBC2D90737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FDEDD-1C9C-487A-9B84-980034F95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17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4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8640960" cy="381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5576" y="400308"/>
            <a:ext cx="3393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M-P Neuron Model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3814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68760"/>
            <a:ext cx="260985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358770"/>
            <a:ext cx="4355565" cy="2944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400308"/>
            <a:ext cx="4564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M-P Neuron – Data &amp; Task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9788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10198"/>
            <a:ext cx="4743450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514949"/>
            <a:ext cx="3095625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400308"/>
            <a:ext cx="4873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M-P Neuron – Loss Function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9147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470" y="2333569"/>
            <a:ext cx="3671201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08" y="1628800"/>
            <a:ext cx="4901762" cy="3560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400308"/>
            <a:ext cx="5800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M-P Neuron – Learning Algorithm</a:t>
            </a:r>
            <a:endParaRPr lang="en-IN" sz="3200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6012160" y="5949280"/>
            <a:ext cx="208823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6012160" y="4428728"/>
            <a:ext cx="0" cy="152055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01470" y="507589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883823" y="598066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500144" y="4099512"/>
            <a:ext cx="2062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varies from  0 to n</a:t>
            </a:r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6156176" y="458112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6308576" y="5013176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6588224" y="5445224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7020272" y="566124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7452320" y="5445224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7604720" y="494116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7757120" y="4581128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80" y="1412776"/>
            <a:ext cx="5415053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400308"/>
            <a:ext cx="6803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M-P Neuron – Geometric Interpretation</a:t>
            </a:r>
            <a:endParaRPr lang="en-IN" sz="3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59" y="5098121"/>
            <a:ext cx="2443898" cy="1530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36" y="3491847"/>
            <a:ext cx="3130060" cy="560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978" y="1103783"/>
            <a:ext cx="1711398" cy="238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844" y="4138971"/>
            <a:ext cx="2121532" cy="1007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456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34292"/>
            <a:ext cx="6336704" cy="3684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400308"/>
            <a:ext cx="437235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Perceptron – Data &amp; Task</a:t>
            </a:r>
          </a:p>
          <a:p>
            <a:r>
              <a:rPr lang="en-US" sz="3200" dirty="0"/>
              <a:t>Data Preparation</a:t>
            </a:r>
            <a:endParaRPr lang="en-IN" sz="3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3200400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164288" y="2420888"/>
            <a:ext cx="1650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88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25" y="1934293"/>
            <a:ext cx="5652089" cy="322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400308"/>
            <a:ext cx="3499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Perceptron – Model</a:t>
            </a:r>
            <a:endParaRPr lang="en-IN" sz="3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858" y="1531776"/>
            <a:ext cx="3162300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9405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48880"/>
            <a:ext cx="40100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399790"/>
            <a:ext cx="399097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400308"/>
            <a:ext cx="6611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Perceptron – Geometric Interpretation</a:t>
            </a:r>
            <a:endParaRPr lang="en-IN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148064" y="5301208"/>
            <a:ext cx="371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Works well for linearly separable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2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641376"/>
            <a:ext cx="2847975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03" y="1124744"/>
            <a:ext cx="5711050" cy="4449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400308"/>
            <a:ext cx="56078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Perceptron – Learning Algorithm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15962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67" y="692696"/>
            <a:ext cx="5957189" cy="5038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7E2499-410A-475F-A396-AE4F2C30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2636912"/>
            <a:ext cx="1991003" cy="400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BFE139-57B6-434C-B328-B6301BA2A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205" y="3239877"/>
            <a:ext cx="1467055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89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908720"/>
            <a:ext cx="5256584" cy="44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3846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57</Words>
  <Application>Microsoft Office PowerPoint</Application>
  <PresentationFormat>On-screen Show (4:3)</PresentationFormat>
  <Paragraphs>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Shrikrishna Kolhar</cp:lastModifiedBy>
  <cp:revision>9</cp:revision>
  <dcterms:created xsi:type="dcterms:W3CDTF">2026-07-08T01:17:08Z</dcterms:created>
  <dcterms:modified xsi:type="dcterms:W3CDTF">2026-07-13T07:17:38Z</dcterms:modified>
</cp:coreProperties>
</file>