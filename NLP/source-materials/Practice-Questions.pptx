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tnxBpi9w6Pv34nPtoXqCFBByg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one-hot encoding, and what is its major limitation when used for text data?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 txBox="1"/>
          <p:nvPr/>
        </p:nvSpPr>
        <p:spPr>
          <a:xfrm>
            <a:off x="1188750" y="216310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Bag-of-Words (BoW) model. Why is word order lost in this representation?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skip-grams, and how do they differ from a simple n-gram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TF-IDF and explain what problem it solves compared to raw word counts.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an n-gram and give an example of a bigram and a trigram from the sentence 'I love natural language'.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0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Q5: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is smoothing necessary when estimating n-gram probabilities?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Q6: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Word2Vec and what are its two main training architectures?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Q7: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1188720" y="841248"/>
            <a:ext cx="10500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GloVe and how does its approach to learning embeddings differ from Word2Vec?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Q8: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corpus: D1 = 'the cat sat on the mat', D2 = 'the dog sat on the log'. Build the vocabulary and write the CountVectorizer (BoW) vector for D1.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Q9: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3-document corpus, the word 'python' appears in 1 out of 3 documents. Compute IDF using the formula IDF = log(N / df), where N=3 and df=1.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Q10: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word 'the' occurs in all 5 documents of a corpus (N=5, df=5). Compute its IDF and explain what this implies about its TF-IDF weight.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Q11: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are building a spam classifier with Naive Bayes. P(spam)=0.4, P('free'|spam)=0.6, P('free'|not spam)=0.1, P(not spam)=0.6. Using only the word 'free', which class does the email 'free' get assigned to?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Q12: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Laplace (add-one) smoothing, estimate P(w='ball' | 'the red') given: count('the red ball') = 2, count('the red') = 10, vocabulary size V = 100.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Q13: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Word2Vec skip-gram model with window size 2, list the (target, context) training pairs generated for the target word 'fox' in the sentence 'the quick brown fox jumps over'.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Q14: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encoded vectors capture semantic similarity between words. (TRUE/FALSE)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Q15: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Bag-of-Words model preserves the order of words in a document.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Q16: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gives higher weight to words that appear frequently in a specific document but rarely across the whole corpus.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t/>
            </a:r>
            <a:endParaRPr b="1" sz="19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Q17: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CountVectorizer produces a dense matrix by default for large vocabularies. 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9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Q18: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first-order Markov model assumes the next state depends on the entire history of previous states. 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t/>
            </a:r>
            <a:endParaRPr b="1" sz="19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1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Q19: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Higher-order n-gram models (e.g., 5-grams) always suffer less from data sparsity than lower-order models (e.g., bigrams).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t/>
            </a:r>
            <a:endParaRPr b="1" sz="19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Q20: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/>
        </p:nvSpPr>
        <p:spPr>
          <a:xfrm>
            <a:off x="1188720" y="841248"/>
            <a:ext cx="10500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Smoothing techniques are used to assign non-zero probability to unseen n-grams</a:t>
            </a: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Q21: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 and GloVe both produce a single, fixed embedding vector per word regardless of context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t/>
            </a:r>
            <a:endParaRPr b="1" sz="19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4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Q22: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skip-gram architecture of Word2Vec, the model predicts the target word from its surrounding context words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t/>
            </a:r>
            <a:endParaRPr b="1" sz="19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5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Q23: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7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________ encoding represents each word as a binary vector with a single 1 and the rest 0s.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7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Q24: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________ model represents text as an unordered collection of word counts, ignoring grammar and word order.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8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Q25: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TF-IDF, 'TF' stands for ________ and 'IDF' stands for ________.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9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Q26: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scikit-learn class used to convert a collection of text documents into a matrix of token counts is called ________.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0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Q27: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4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simplest smoothing technique, which adds 1 to every n-gram count before normalizing, is called ________ smoothing (also known as add-one smoothing).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4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Q28: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 is a Word2Vec architecture that predicts a target word from its surrounding context words, while ________ predicts context words from a target word.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5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Q29: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8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 scientist builds a spam filter using CountVectorizer on raw word counts and finds that common words like 'the', 'is', and 'a' dominate the feature importance, drowning out meaningful spam-indicative words like 'winner' or 'lottery'. What technique should they switch to, and why would it help?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8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Q30: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9"/>
          <p:cNvSpPr txBox="1"/>
          <p:nvPr/>
        </p:nvSpPr>
        <p:spPr>
          <a:xfrm>
            <a:off x="1188720" y="841248"/>
            <a:ext cx="105000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researcher trains a bigram language model on a small medical corpus. When tested on a new document, the sentence probability comes out as exactly zero because one bigram never appeared in training. What is happening, and what should the researcher do to fix it?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9"/>
          <p:cNvSpPr txBox="1"/>
          <p:nvPr/>
        </p:nvSpPr>
        <p:spPr>
          <a:xfrm>
            <a:off x="134775" y="841250"/>
            <a:ext cx="892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Q31: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2026-09-03T14:38:28Z</dcterms:created>
  <dc:creator>PptxGenJS</dc:creator>
</cp:coreProperties>
</file>