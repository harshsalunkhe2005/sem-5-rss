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44"/>
  </p:notesMasterIdLst>
  <p:sldIdLst>
    <p:sldId id="256" r:id="rId6"/>
    <p:sldId id="290" r:id="rId7"/>
    <p:sldId id="257" r:id="rId8"/>
    <p:sldId id="260" r:id="rId9"/>
    <p:sldId id="262" r:id="rId10"/>
    <p:sldId id="263" r:id="rId11"/>
    <p:sldId id="264" r:id="rId12"/>
    <p:sldId id="265" r:id="rId13"/>
    <p:sldId id="266" r:id="rId14"/>
    <p:sldId id="267" r:id="rId15"/>
    <p:sldId id="268" r:id="rId16"/>
    <p:sldId id="273" r:id="rId17"/>
    <p:sldId id="274" r:id="rId18"/>
    <p:sldId id="269" r:id="rId19"/>
    <p:sldId id="293" r:id="rId20"/>
    <p:sldId id="276" r:id="rId21"/>
    <p:sldId id="278" r:id="rId22"/>
    <p:sldId id="279" r:id="rId23"/>
    <p:sldId id="280" r:id="rId24"/>
    <p:sldId id="281" r:id="rId25"/>
    <p:sldId id="282" r:id="rId26"/>
    <p:sldId id="283" r:id="rId27"/>
    <p:sldId id="284" r:id="rId28"/>
    <p:sldId id="285" r:id="rId29"/>
    <p:sldId id="294" r:id="rId30"/>
    <p:sldId id="286" r:id="rId31"/>
    <p:sldId id="287" r:id="rId32"/>
    <p:sldId id="288" r:id="rId33"/>
    <p:sldId id="289" r:id="rId34"/>
    <p:sldId id="291" r:id="rId35"/>
    <p:sldId id="760" r:id="rId36"/>
    <p:sldId id="761" r:id="rId37"/>
    <p:sldId id="764" r:id="rId38"/>
    <p:sldId id="765" r:id="rId39"/>
    <p:sldId id="766" r:id="rId40"/>
    <p:sldId id="767" r:id="rId41"/>
    <p:sldId id="768" r:id="rId42"/>
    <p:sldId id="80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eer Ahmed" userId="ae65990c-ea0f-4c33-a6b2-48519e4fc857" providerId="ADAL" clId="{B6E3567E-75D5-4336-B461-01AF824F9E35}"/>
  </pc:docChgLst>
  <pc:docChgLst>
    <pc:chgData name="Tanveer Ahmed" userId="ae65990c-ea0f-4c33-a6b2-48519e4fc857" providerId="ADAL" clId="{6A74B374-6E7D-43BD-A0CB-6A9E7DB8183E}"/>
    <pc:docChg chg="custSel delSld modSld">
      <pc:chgData name="Tanveer Ahmed" userId="ae65990c-ea0f-4c33-a6b2-48519e4fc857" providerId="ADAL" clId="{6A74B374-6E7D-43BD-A0CB-6A9E7DB8183E}" dt="2026-08-24T04:03:06.715" v="2" actId="2696"/>
      <pc:docMkLst>
        <pc:docMk/>
      </pc:docMkLst>
      <pc:sldChg chg="del">
        <pc:chgData name="Tanveer Ahmed" userId="ae65990c-ea0f-4c33-a6b2-48519e4fc857" providerId="ADAL" clId="{6A74B374-6E7D-43BD-A0CB-6A9E7DB8183E}" dt="2026-08-24T03:57:00.541" v="0" actId="2696"/>
        <pc:sldMkLst>
          <pc:docMk/>
          <pc:sldMk cId="1545768182" sldId="275"/>
        </pc:sldMkLst>
      </pc:sldChg>
      <pc:sldChg chg="delSp">
        <pc:chgData name="Tanveer Ahmed" userId="ae65990c-ea0f-4c33-a6b2-48519e4fc857" providerId="ADAL" clId="{6A74B374-6E7D-43BD-A0CB-6A9E7DB8183E}" dt="2026-08-24T04:02:58.094" v="1" actId="478"/>
        <pc:sldMkLst>
          <pc:docMk/>
          <pc:sldMk cId="3549840968" sldId="768"/>
        </pc:sldMkLst>
        <pc:inkChg chg="del">
          <ac:chgData name="Tanveer Ahmed" userId="ae65990c-ea0f-4c33-a6b2-48519e4fc857" providerId="ADAL" clId="{6A74B374-6E7D-43BD-A0CB-6A9E7DB8183E}" dt="2026-08-24T04:02:58.094" v="1" actId="478"/>
          <ac:inkMkLst>
            <pc:docMk/>
            <pc:sldMk cId="3549840968" sldId="768"/>
            <ac:inkMk id="3" creationId="{9391C213-2BC5-4EF2-A59A-4C3FB7EB0696}"/>
          </ac:inkMkLst>
        </pc:inkChg>
      </pc:sldChg>
      <pc:sldChg chg="del">
        <pc:chgData name="Tanveer Ahmed" userId="ae65990c-ea0f-4c33-a6b2-48519e4fc857" providerId="ADAL" clId="{6A74B374-6E7D-43BD-A0CB-6A9E7DB8183E}" dt="2026-08-24T04:03:06.715" v="2" actId="2696"/>
        <pc:sldMkLst>
          <pc:docMk/>
          <pc:sldMk cId="2182948243" sldId="770"/>
        </pc:sldMkLst>
      </pc:sldChg>
    </pc:docChg>
  </pc:docChgLst>
  <pc:docChgLst>
    <pc:chgData name="Tanveer Ahmed" userId="ae65990c-ea0f-4c33-a6b2-48519e4fc857" providerId="ADAL" clId="{9A0B55ED-2E58-4F10-9488-3130EED9CC6D}"/>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67258A-D04B-437D-803E-8BE3DFF34E92}"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6950ED-79B8-4919-98EC-3C530E779ED8}" type="slidenum">
              <a:rPr lang="en-IN" smtClean="0"/>
              <a:t>‹#›</a:t>
            </a:fld>
            <a:endParaRPr lang="en-IN"/>
          </a:p>
        </p:txBody>
      </p:sp>
    </p:spTree>
    <p:extLst>
      <p:ext uri="{BB962C8B-B14F-4D97-AF65-F5344CB8AC3E}">
        <p14:creationId xmlns:p14="http://schemas.microsoft.com/office/powerpoint/2010/main" val="321118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13B472-B66E-431C-811F-64FEA2AB6C54}"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926834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13B472-B66E-431C-811F-64FEA2AB6C54}"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20529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dirty="0">
                    <a:latin typeface="Cambria Math" panose="02040503050406030204" pitchFamily="18" charset="0"/>
                  </a:rPr>
                  <a:t>important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i="1" dirty="0">
                  <a:latin typeface="Cambria Math" panose="020405030504060302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200" dirty="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0" smtClean="0">
                    <a:latin typeface="Cambria Math" panose="02040503050406030204" pitchFamily="18" charset="0"/>
                  </a:rPr>
                  <a:t>𝑧</a:t>
                </a:r>
                <a:r>
                  <a:rPr lang="en-US" altLang="zh-TW" sz="1200" b="0" i="0" smtClean="0">
                    <a:latin typeface="Cambria Math" panose="02040503050406030204" pitchFamily="18" charset="0"/>
                  </a:rPr>
                  <a:t>=∑▒〖𝑤_𝑖 𝑎_𝑖 〗</a:t>
                </a:r>
                <a:endParaRPr lang="zh-TW" altLang="en-US" sz="1200"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13B472-B66E-431C-811F-64FEA2AB6C54}"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83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13B472-B66E-431C-811F-64FEA2AB6C54}"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733997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0,0 -&gt; 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1,0 -&gt; 1</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0,-1 -&gt;</a:t>
            </a:r>
            <a:r>
              <a:rPr lang="zh-TW" altLang="en-US" sz="1200" baseline="0" dirty="0"/>
              <a:t> </a:t>
            </a:r>
            <a:r>
              <a:rPr lang="en-US" altLang="zh-TW" sz="1200" baseline="0" dirty="0"/>
              <a:t>-2</a:t>
            </a: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1,-1 -&gt; -1</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½, -1/2 -&gt; -0.5</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1,2</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Geometric Mean?</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13B472-B66E-431C-811F-64FEA2AB6C54}"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58813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408C-F6DA-4833-98E5-36B3DA6C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74253E1-28A6-453D-B19E-65CEE37061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CF584F-0625-4EC5-940A-9EFAA5A5DC56}"/>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E98A2731-BBD0-4820-A85B-AA13F854F9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C49C13-738F-4348-B8B9-4E33EDDA53E3}"/>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2085313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EA0D3-85EA-4654-AFE9-9D8A2EB1EF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896446-979A-46FA-B077-F75E34AC6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4BE165-1F39-4A1C-A639-3AE27BAAFC08}"/>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8FAD2FD2-C0D5-44F0-A56C-BB39E2D7B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8A1BBA-5B0D-48EF-92D9-24AF7767E697}"/>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2927725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20B4-7B96-477D-BC37-A710353A60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34D280-37AC-4FEA-92EA-74D6E4997E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FA09A1-FC27-4EF0-883E-2CDF07EA8257}"/>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C5E4BAAD-839D-41DC-9FB6-4A28ED6F17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3DAD89-2AA0-454C-A071-A02CADE058C2}"/>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162870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F71B-CE59-44CF-85BD-9005195359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B29047-5DAF-41B1-BF0B-A8F272C47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898A75-2F1A-463B-9CF6-5FC0D1170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04366C-E00E-4EB0-BF14-F63E141B6CE8}"/>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6" name="Footer Placeholder 5">
            <a:extLst>
              <a:ext uri="{FF2B5EF4-FFF2-40B4-BE49-F238E27FC236}">
                <a16:creationId xmlns:a16="http://schemas.microsoft.com/office/drawing/2014/main" id="{4C42FFE1-E164-4820-B0B5-2EB627E899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DB1434-C862-4F38-9D02-1342C04AB339}"/>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177588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F422-CF71-442A-B98C-4297F3E762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C82261-CD26-45C7-BB3C-B5B1E182BE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673D7F-F782-468D-9394-72DD81E9DD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E189D9-E4DC-41CE-9DEE-C8CE6A6EC3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9CE743-2DFB-431A-8F57-D1576F7E1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631700-3552-449D-BA3E-F0DF1D24DECE}"/>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8" name="Footer Placeholder 7">
            <a:extLst>
              <a:ext uri="{FF2B5EF4-FFF2-40B4-BE49-F238E27FC236}">
                <a16:creationId xmlns:a16="http://schemas.microsoft.com/office/drawing/2014/main" id="{B9594DCC-0E14-4E7E-908B-D0122BF5E5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AD46BF-CEC2-4565-A7ED-BC32132882DE}"/>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644610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992D-AFA4-41C3-B3AB-5347DC891D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B9B01B-F610-48CA-B33A-87CEA08948A5}"/>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4" name="Footer Placeholder 3">
            <a:extLst>
              <a:ext uri="{FF2B5EF4-FFF2-40B4-BE49-F238E27FC236}">
                <a16:creationId xmlns:a16="http://schemas.microsoft.com/office/drawing/2014/main" id="{253C1A7C-1BA5-426F-8710-5E941F7EB2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F3D4E4-477F-413B-8158-AD691B82C563}"/>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416939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C55A1-E4C7-40CB-B899-091829CA2E4F}"/>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3" name="Footer Placeholder 2">
            <a:extLst>
              <a:ext uri="{FF2B5EF4-FFF2-40B4-BE49-F238E27FC236}">
                <a16:creationId xmlns:a16="http://schemas.microsoft.com/office/drawing/2014/main" id="{2489DABB-6F49-4DD3-A97F-336098B4CF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9B45C6-DDD2-4DBC-95DD-870DAF6C14CC}"/>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332354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29B6C-E8F9-4BB0-836C-1509FEAF49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7AF435-587F-4294-850B-0F36DB07FC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FAEA3F-C61B-4FEB-A0C1-5CE936801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39DD7B-4336-4712-8E62-DAC15DDA6A24}"/>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6" name="Footer Placeholder 5">
            <a:extLst>
              <a:ext uri="{FF2B5EF4-FFF2-40B4-BE49-F238E27FC236}">
                <a16:creationId xmlns:a16="http://schemas.microsoft.com/office/drawing/2014/main" id="{3860AB49-C888-4BF8-87D0-8D11B1FCAC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E4DB0E-6470-438F-B63F-A5D10AC5E4BC}"/>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273351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8EBE9-7422-4ECC-BC28-4F974D3A0A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77E7BD-7DBF-4FC3-8B83-138A34BFFB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66675A-B86E-4B6A-AE35-C9BB04E65B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F4FA6-3E6C-4368-B121-1BDAACB364DD}"/>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6" name="Footer Placeholder 5">
            <a:extLst>
              <a:ext uri="{FF2B5EF4-FFF2-40B4-BE49-F238E27FC236}">
                <a16:creationId xmlns:a16="http://schemas.microsoft.com/office/drawing/2014/main" id="{B93C0AB2-32BF-4210-BABB-20A451087D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F584D5-F672-4968-9AAA-2F22C777B91C}"/>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58768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6123-A66B-4C63-9D08-D1997960FA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407D20-A1A3-470D-9769-C529816084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66F645-D7E8-49E8-B7A0-5AC02E26107A}"/>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4995D03F-63AF-4CF2-B447-B8C73770C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4892B4-5BCF-42A1-BB03-EDB8E16D9FC5}"/>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2182042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C0412E-CDBF-4DFE-911C-127DBFF5CC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55CFF4-C109-43F0-90EE-988587B42B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CCABA5-C5BC-46F2-870F-B04F8BDF7332}"/>
              </a:ext>
            </a:extLst>
          </p:cNvPr>
          <p:cNvSpPr>
            <a:spLocks noGrp="1"/>
          </p:cNvSpPr>
          <p:nvPr>
            <p:ph type="dt" sz="half" idx="10"/>
          </p:nvPr>
        </p:nvSpPr>
        <p:spPr/>
        <p:txBody>
          <a:body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FA9B7B4A-6554-4BE5-8FA2-98EF4B16AF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7B1135-96D7-4339-B92E-608D869BF777}"/>
              </a:ext>
            </a:extLst>
          </p:cNvPr>
          <p:cNvSpPr>
            <a:spLocks noGrp="1"/>
          </p:cNvSpPr>
          <p:nvPr>
            <p:ph type="sldNum" sz="quarter" idx="12"/>
          </p:nvPr>
        </p:nvSpPr>
        <p:spPr/>
        <p:txBody>
          <a:bodyPr/>
          <a:lstStyle/>
          <a:p>
            <a:fld id="{B920FA6B-B216-49BF-A76F-FB30C8E49635}" type="slidenum">
              <a:rPr lang="en-IN" smtClean="0"/>
              <a:t>‹#›</a:t>
            </a:fld>
            <a:endParaRPr lang="en-IN"/>
          </a:p>
        </p:txBody>
      </p:sp>
    </p:spTree>
    <p:extLst>
      <p:ext uri="{BB962C8B-B14F-4D97-AF65-F5344CB8AC3E}">
        <p14:creationId xmlns:p14="http://schemas.microsoft.com/office/powerpoint/2010/main" val="75391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3088163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975517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30593710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27399733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9"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1"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4047821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27150724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1097732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3117215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25822703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4072850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3630577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CCB22B-B3E7-42E3-BA82-A28353AFDB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382A79-4902-4C88-B962-59BB2E9C37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781D07-2654-499D-8C0C-EB20AD780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A4207-5366-4E25-A58C-0F725736C213}" type="datetimeFigureOut">
              <a:rPr lang="en-IN" smtClean="0"/>
              <a:t>24-08-2026</a:t>
            </a:fld>
            <a:endParaRPr lang="en-IN"/>
          </a:p>
        </p:txBody>
      </p:sp>
      <p:sp>
        <p:nvSpPr>
          <p:cNvPr id="5" name="Footer Placeholder 4">
            <a:extLst>
              <a:ext uri="{FF2B5EF4-FFF2-40B4-BE49-F238E27FC236}">
                <a16:creationId xmlns:a16="http://schemas.microsoft.com/office/drawing/2014/main" id="{13F6C69A-54AF-416A-A2ED-126E1865E3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303C23-6ADF-4B0E-A295-D16C66BDB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20FA6B-B216-49BF-A76F-FB30C8E49635}" type="slidenum">
              <a:rPr lang="en-IN" smtClean="0"/>
              <a:t>‹#›</a:t>
            </a:fld>
            <a:endParaRPr lang="en-IN"/>
          </a:p>
        </p:txBody>
      </p:sp>
    </p:spTree>
    <p:extLst>
      <p:ext uri="{BB962C8B-B14F-4D97-AF65-F5344CB8AC3E}">
        <p14:creationId xmlns:p14="http://schemas.microsoft.com/office/powerpoint/2010/main" val="1165351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E86236-9C39-4203-BC78-1CFAF4AEA1AA}" type="datetimeFigureOut">
              <a:rPr lang="zh-TW" altLang="en-US" smtClean="0"/>
              <a:t>2026/8/24</a:t>
            </a:fld>
            <a:endParaRPr lang="zh-TW"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73BF0-1322-481A-85B0-7D5783909D9E}" type="slidenum">
              <a:rPr lang="zh-TW" altLang="en-US" smtClean="0"/>
              <a:t>‹#›</a:t>
            </a:fld>
            <a:endParaRPr lang="zh-TW" altLang="en-US"/>
          </a:p>
        </p:txBody>
      </p:sp>
    </p:spTree>
    <p:extLst>
      <p:ext uri="{BB962C8B-B14F-4D97-AF65-F5344CB8AC3E}">
        <p14:creationId xmlns:p14="http://schemas.microsoft.com/office/powerpoint/2010/main" val="416475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0.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3.xml"/><Relationship Id="rId16" Type="http://schemas.openxmlformats.org/officeDocument/2006/relationships/image" Target="../media/image78.png"/><Relationship Id="rId1" Type="http://schemas.openxmlformats.org/officeDocument/2006/relationships/slideLayout" Target="../slideLayouts/slideLayout13.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5A406-665D-42DF-96FB-55360E7B2C53}"/>
              </a:ext>
            </a:extLst>
          </p:cNvPr>
          <p:cNvSpPr>
            <a:spLocks noGrp="1"/>
          </p:cNvSpPr>
          <p:nvPr>
            <p:ph type="ctrTitle"/>
          </p:nvPr>
        </p:nvSpPr>
        <p:spPr/>
        <p:txBody>
          <a:bodyPr/>
          <a:lstStyle/>
          <a:p>
            <a:r>
              <a:rPr lang="en-IN" dirty="0" err="1"/>
              <a:t>BackPropagation</a:t>
            </a:r>
            <a:r>
              <a:rPr lang="en-IN" dirty="0"/>
              <a:t> and Dropout</a:t>
            </a:r>
          </a:p>
        </p:txBody>
      </p:sp>
      <p:sp>
        <p:nvSpPr>
          <p:cNvPr id="3" name="Subtitle 2">
            <a:extLst>
              <a:ext uri="{FF2B5EF4-FFF2-40B4-BE49-F238E27FC236}">
                <a16:creationId xmlns:a16="http://schemas.microsoft.com/office/drawing/2014/main" id="{27B72FE8-A358-4673-85B3-35D10ED87418}"/>
              </a:ext>
            </a:extLst>
          </p:cNvPr>
          <p:cNvSpPr>
            <a:spLocks noGrp="1"/>
          </p:cNvSpPr>
          <p:nvPr>
            <p:ph type="subTitle" idx="1"/>
          </p:nvPr>
        </p:nvSpPr>
        <p:spPr/>
        <p:txBody>
          <a:bodyPr/>
          <a:lstStyle/>
          <a:p>
            <a:r>
              <a:rPr lang="en-IN" dirty="0"/>
              <a:t>Introduction to Deep Learning</a:t>
            </a:r>
          </a:p>
        </p:txBody>
      </p:sp>
    </p:spTree>
    <p:extLst>
      <p:ext uri="{BB962C8B-B14F-4D97-AF65-F5344CB8AC3E}">
        <p14:creationId xmlns:p14="http://schemas.microsoft.com/office/powerpoint/2010/main" val="430367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8C75-31F7-4446-8A34-D36387B1EF22}"/>
              </a:ext>
            </a:extLst>
          </p:cNvPr>
          <p:cNvSpPr>
            <a:spLocks noGrp="1"/>
          </p:cNvSpPr>
          <p:nvPr>
            <p:ph type="title"/>
          </p:nvPr>
        </p:nvSpPr>
        <p:spPr/>
        <p:txBody>
          <a:bodyPr/>
          <a:lstStyle/>
          <a:p>
            <a:r>
              <a:rPr lang="en-IN" dirty="0"/>
              <a:t>Slide Credits</a:t>
            </a:r>
          </a:p>
        </p:txBody>
      </p:sp>
      <p:sp>
        <p:nvSpPr>
          <p:cNvPr id="3" name="Content Placeholder 2">
            <a:extLst>
              <a:ext uri="{FF2B5EF4-FFF2-40B4-BE49-F238E27FC236}">
                <a16:creationId xmlns:a16="http://schemas.microsoft.com/office/drawing/2014/main" id="{1A209EC1-88D9-497F-ACF0-9F77CB4C7D43}"/>
              </a:ext>
            </a:extLst>
          </p:cNvPr>
          <p:cNvSpPr>
            <a:spLocks noGrp="1"/>
          </p:cNvSpPr>
          <p:nvPr>
            <p:ph idx="1"/>
          </p:nvPr>
        </p:nvSpPr>
        <p:spPr/>
        <p:txBody>
          <a:bodyPr/>
          <a:lstStyle/>
          <a:p>
            <a:r>
              <a:rPr lang="en-IN" dirty="0"/>
              <a:t>https://www.youtube.com/watch?v=tIeHLnjs5U8&amp;list=RDCMUCYO_jab_esuFRV4b17AJtAw&amp;start_radio=1</a:t>
            </a:r>
          </a:p>
        </p:txBody>
      </p:sp>
    </p:spTree>
    <p:extLst>
      <p:ext uri="{BB962C8B-B14F-4D97-AF65-F5344CB8AC3E}">
        <p14:creationId xmlns:p14="http://schemas.microsoft.com/office/powerpoint/2010/main" val="1067228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7641-667D-4451-9233-5EEBF550AD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52BD54-6AE0-437A-B8BF-7073C3519B95}"/>
              </a:ext>
            </a:extLst>
          </p:cNvPr>
          <p:cNvSpPr>
            <a:spLocks noGrp="1"/>
          </p:cNvSpPr>
          <p:nvPr>
            <p:ph idx="1"/>
          </p:nvPr>
        </p:nvSpPr>
        <p:spPr/>
        <p:txBody>
          <a:bodyPr/>
          <a:lstStyle/>
          <a:p>
            <a:endParaRPr lang="en-IN"/>
          </a:p>
        </p:txBody>
      </p:sp>
      <p:pic>
        <p:nvPicPr>
          <p:cNvPr id="5" name="Picture 4" descr="A picture containing text&#10;&#10;Description automatically generated">
            <a:extLst>
              <a:ext uri="{FF2B5EF4-FFF2-40B4-BE49-F238E27FC236}">
                <a16:creationId xmlns:a16="http://schemas.microsoft.com/office/drawing/2014/main" id="{442534F5-DC0A-48A6-AF8D-E8524B1F1C44}"/>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274486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9987-0A11-4C98-9B03-7940B72FD2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1C7A23-10B5-4C8D-B9E1-E6FB0860FA80}"/>
              </a:ext>
            </a:extLst>
          </p:cNvPr>
          <p:cNvSpPr>
            <a:spLocks noGrp="1"/>
          </p:cNvSpPr>
          <p:nvPr>
            <p:ph idx="1"/>
          </p:nvPr>
        </p:nvSpPr>
        <p:spPr/>
        <p:txBody>
          <a:bodyPr/>
          <a:lstStyle/>
          <a:p>
            <a:endParaRPr lang="en-IN"/>
          </a:p>
        </p:txBody>
      </p:sp>
      <p:pic>
        <p:nvPicPr>
          <p:cNvPr id="5" name="Picture 4" descr="A screenshot of a computer&#10;&#10;Description automatically generated with medium confidence">
            <a:extLst>
              <a:ext uri="{FF2B5EF4-FFF2-40B4-BE49-F238E27FC236}">
                <a16:creationId xmlns:a16="http://schemas.microsoft.com/office/drawing/2014/main" id="{2FB8F209-DE56-4F71-9F62-48F314AB5F8E}"/>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00455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E607-8EC8-4E66-A1D0-0889CB9F32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445F1D-342D-44BC-9B2B-08DC67E76BD3}"/>
              </a:ext>
            </a:extLst>
          </p:cNvPr>
          <p:cNvSpPr>
            <a:spLocks noGrp="1"/>
          </p:cNvSpPr>
          <p:nvPr>
            <p:ph idx="1"/>
          </p:nvPr>
        </p:nvSpPr>
        <p:spPr/>
        <p:txBody>
          <a:bodyPr/>
          <a:lstStyle/>
          <a:p>
            <a:endParaRPr lang="en-IN"/>
          </a:p>
        </p:txBody>
      </p:sp>
      <p:pic>
        <p:nvPicPr>
          <p:cNvPr id="5" name="Picture 4" descr="A screenshot of a computer&#10;&#10;Description automatically generated with medium confidence">
            <a:extLst>
              <a:ext uri="{FF2B5EF4-FFF2-40B4-BE49-F238E27FC236}">
                <a16:creationId xmlns:a16="http://schemas.microsoft.com/office/drawing/2014/main" id="{9C66C199-AE28-4825-856C-5F6A35FA75B7}"/>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74967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C25DB-65D9-4586-9288-BA298BF2C6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03B1C9-36B5-4057-AB4B-A2C4C56D6E5B}"/>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649C4B84-8EB3-42DC-B99D-E7BCCA624028}"/>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69825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29A54-F148-4EF4-A8E2-D9AD5B18D8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DA340C-5B0A-409C-B7F2-B1E9F58A1604}"/>
              </a:ext>
            </a:extLst>
          </p:cNvPr>
          <p:cNvSpPr>
            <a:spLocks noGrp="1"/>
          </p:cNvSpPr>
          <p:nvPr>
            <p:ph idx="1"/>
          </p:nvPr>
        </p:nvSpPr>
        <p:spPr/>
        <p:txBody>
          <a:bodyPr/>
          <a:lstStyle/>
          <a:p>
            <a:endParaRPr lang="en-IN"/>
          </a:p>
        </p:txBody>
      </p:sp>
      <p:pic>
        <p:nvPicPr>
          <p:cNvPr id="5" name="Picture 4" descr="Chart, diagram&#10;&#10;Description automatically generated">
            <a:extLst>
              <a:ext uri="{FF2B5EF4-FFF2-40B4-BE49-F238E27FC236}">
                <a16:creationId xmlns:a16="http://schemas.microsoft.com/office/drawing/2014/main" id="{88E185EC-6F95-4C6D-9E93-BB99A35F4AE4}"/>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4182093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569-6ADC-4121-B109-3709F2F82A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0B8128-4E5C-400D-8186-2E570A7C7E16}"/>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D12E0785-E750-44B0-8A19-BC4F3EEC4405}"/>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63667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1DF0-FB94-4E01-90B1-22A5B7B517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5DCCF6-5BC7-4052-AA5F-DC95CD46D29E}"/>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39453372-0288-4F0E-90E9-5F6F55748925}"/>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3620259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DF75-8EB1-4CC1-A366-A3EF18758E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EA0A3F-930D-4746-B841-642DCEDBA61D}"/>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D71CE3DB-6F52-4BAC-BBBF-C50617D46097}"/>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3900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6BEB7-6281-4494-B2D3-2C7170668C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305AFD-35CE-4432-9A10-1A8EE2042376}"/>
              </a:ext>
            </a:extLst>
          </p:cNvPr>
          <p:cNvSpPr>
            <a:spLocks noGrp="1"/>
          </p:cNvSpPr>
          <p:nvPr>
            <p:ph idx="1"/>
          </p:nvPr>
        </p:nvSpPr>
        <p:spPr/>
        <p:txBody>
          <a:bodyPr/>
          <a:lstStyle/>
          <a:p>
            <a:endParaRPr lang="en-IN"/>
          </a:p>
        </p:txBody>
      </p:sp>
      <p:pic>
        <p:nvPicPr>
          <p:cNvPr id="5" name="Picture 4" descr="A picture containing diagram&#10;&#10;Description automatically generated">
            <a:extLst>
              <a:ext uri="{FF2B5EF4-FFF2-40B4-BE49-F238E27FC236}">
                <a16:creationId xmlns:a16="http://schemas.microsoft.com/office/drawing/2014/main" id="{03EBCA76-F554-4FB3-AE11-77B2D8737001}"/>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4278681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5288-6B7D-4E82-A688-1BEC0425A1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3921B2-05A8-4BD2-8529-CF9D1D1D0560}"/>
              </a:ext>
            </a:extLst>
          </p:cNvPr>
          <p:cNvSpPr>
            <a:spLocks noGrp="1"/>
          </p:cNvSpPr>
          <p:nvPr>
            <p:ph idx="1"/>
          </p:nvPr>
        </p:nvSpPr>
        <p:spPr/>
        <p:txBody>
          <a:bodyPr/>
          <a:lstStyle/>
          <a:p>
            <a:endParaRPr lang="en-IN"/>
          </a:p>
        </p:txBody>
      </p:sp>
      <p:pic>
        <p:nvPicPr>
          <p:cNvPr id="5" name="Picture 4" descr="A picture containing chart&#10;&#10;Description automatically generated">
            <a:extLst>
              <a:ext uri="{FF2B5EF4-FFF2-40B4-BE49-F238E27FC236}">
                <a16:creationId xmlns:a16="http://schemas.microsoft.com/office/drawing/2014/main" id="{BF6B745A-CF6A-474B-9E75-FA4A37EF88D6}"/>
              </a:ext>
            </a:extLst>
          </p:cNvPr>
          <p:cNvPicPr>
            <a:picLocks noChangeAspect="1"/>
          </p:cNvPicPr>
          <p:nvPr/>
        </p:nvPicPr>
        <p:blipFill>
          <a:blip r:embed="rId2"/>
          <a:stretch>
            <a:fillRect/>
          </a:stretch>
        </p:blipFill>
        <p:spPr>
          <a:xfrm>
            <a:off x="0" y="1673"/>
            <a:ext cx="12192000" cy="6854653"/>
          </a:xfrm>
          <a:prstGeom prst="rect">
            <a:avLst/>
          </a:prstGeom>
        </p:spPr>
      </p:pic>
      <p:pic>
        <p:nvPicPr>
          <p:cNvPr id="7" name="Picture 6" descr="A picture containing chart&#10;&#10;Description automatically generated">
            <a:extLst>
              <a:ext uri="{FF2B5EF4-FFF2-40B4-BE49-F238E27FC236}">
                <a16:creationId xmlns:a16="http://schemas.microsoft.com/office/drawing/2014/main" id="{56AF41A3-F280-41B7-9740-120DA94142D1}"/>
              </a:ext>
            </a:extLst>
          </p:cNvPr>
          <p:cNvPicPr>
            <a:picLocks noChangeAspect="1"/>
          </p:cNvPicPr>
          <p:nvPr/>
        </p:nvPicPr>
        <p:blipFill>
          <a:blip r:embed="rId3"/>
          <a:stretch>
            <a:fillRect/>
          </a:stretch>
        </p:blipFill>
        <p:spPr>
          <a:xfrm>
            <a:off x="0" y="15741"/>
            <a:ext cx="12192000" cy="6854653"/>
          </a:xfrm>
          <a:prstGeom prst="rect">
            <a:avLst/>
          </a:prstGeom>
        </p:spPr>
      </p:pic>
    </p:spTree>
    <p:extLst>
      <p:ext uri="{BB962C8B-B14F-4D97-AF65-F5344CB8AC3E}">
        <p14:creationId xmlns:p14="http://schemas.microsoft.com/office/powerpoint/2010/main" val="1610736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9FF8-5F5B-425D-B7F0-D606FA78C0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ECFE67-5E23-432D-A336-EB9A3AD05C79}"/>
              </a:ext>
            </a:extLst>
          </p:cNvPr>
          <p:cNvSpPr>
            <a:spLocks noGrp="1"/>
          </p:cNvSpPr>
          <p:nvPr>
            <p:ph idx="1"/>
          </p:nvPr>
        </p:nvSpPr>
        <p:spPr/>
        <p:txBody>
          <a:bodyPr/>
          <a:lstStyle/>
          <a:p>
            <a:endParaRPr lang="en-IN"/>
          </a:p>
        </p:txBody>
      </p:sp>
      <p:pic>
        <p:nvPicPr>
          <p:cNvPr id="5" name="Picture 4" descr="A picture containing chart&#10;&#10;Description automatically generated">
            <a:extLst>
              <a:ext uri="{FF2B5EF4-FFF2-40B4-BE49-F238E27FC236}">
                <a16:creationId xmlns:a16="http://schemas.microsoft.com/office/drawing/2014/main" id="{68F24850-F01C-4537-AA68-87B7B9C8CE67}"/>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936631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F365-D776-4470-9B05-A6E6213398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E66FDB-E673-46B8-A729-428342A6EB87}"/>
              </a:ext>
            </a:extLst>
          </p:cNvPr>
          <p:cNvSpPr>
            <a:spLocks noGrp="1"/>
          </p:cNvSpPr>
          <p:nvPr>
            <p:ph idx="1"/>
          </p:nvPr>
        </p:nvSpPr>
        <p:spPr/>
        <p:txBody>
          <a:bodyPr/>
          <a:lstStyle/>
          <a:p>
            <a:endParaRPr lang="en-IN"/>
          </a:p>
        </p:txBody>
      </p:sp>
      <p:pic>
        <p:nvPicPr>
          <p:cNvPr id="5" name="Picture 4" descr="Text&#10;&#10;Description automatically generated">
            <a:extLst>
              <a:ext uri="{FF2B5EF4-FFF2-40B4-BE49-F238E27FC236}">
                <a16:creationId xmlns:a16="http://schemas.microsoft.com/office/drawing/2014/main" id="{F2C94FD9-9DBE-4A4A-A976-22786D92C203}"/>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404987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C658-5179-4684-A272-769BD88095A3}"/>
              </a:ext>
            </a:extLst>
          </p:cNvPr>
          <p:cNvSpPr>
            <a:spLocks noGrp="1"/>
          </p:cNvSpPr>
          <p:nvPr>
            <p:ph type="title"/>
          </p:nvPr>
        </p:nvSpPr>
        <p:spPr/>
        <p:txBody>
          <a:bodyPr/>
          <a:lstStyle/>
          <a:p>
            <a:r>
              <a:rPr lang="en-IN" dirty="0"/>
              <a:t>Lets assume a simple network</a:t>
            </a:r>
          </a:p>
        </p:txBody>
      </p:sp>
      <p:sp>
        <p:nvSpPr>
          <p:cNvPr id="3" name="Content Placeholder 2">
            <a:extLst>
              <a:ext uri="{FF2B5EF4-FFF2-40B4-BE49-F238E27FC236}">
                <a16:creationId xmlns:a16="http://schemas.microsoft.com/office/drawing/2014/main" id="{841CD15D-EE20-4CAC-93C2-23A54D2DB65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4620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2A8B-5034-490A-AC96-9679F42985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CC2389-D7DE-485D-84DE-21360D74A81E}"/>
              </a:ext>
            </a:extLst>
          </p:cNvPr>
          <p:cNvSpPr>
            <a:spLocks noGrp="1"/>
          </p:cNvSpPr>
          <p:nvPr>
            <p:ph idx="1"/>
          </p:nvPr>
        </p:nvSpPr>
        <p:spPr/>
        <p:txBody>
          <a:bodyPr/>
          <a:lstStyle/>
          <a:p>
            <a:endParaRPr lang="en-IN"/>
          </a:p>
        </p:txBody>
      </p:sp>
      <p:pic>
        <p:nvPicPr>
          <p:cNvPr id="5" name="Picture 4" descr="A picture containing chart&#10;&#10;Description automatically generated">
            <a:extLst>
              <a:ext uri="{FF2B5EF4-FFF2-40B4-BE49-F238E27FC236}">
                <a16:creationId xmlns:a16="http://schemas.microsoft.com/office/drawing/2014/main" id="{5275F3D5-6D81-4140-B7E6-78782E869670}"/>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44300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C4F2-B058-4F64-87EE-8C91CC0D24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27E9AC-D3D3-4990-A78D-2D30BA88F4F0}"/>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379D3CFD-20C8-431D-B927-092E60FD6D83}"/>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645401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CAE2-98CB-4127-8C9B-7E1AE51D49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42D963-2621-4E46-B0F9-72561526AD84}"/>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DBB60019-3778-4981-9831-BFF13A6749FF}"/>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395299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498E2-B0BD-449B-8DB6-A34E5715AC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6D2D05-5A1D-4072-9D81-59DC0FC39DF6}"/>
              </a:ext>
            </a:extLst>
          </p:cNvPr>
          <p:cNvSpPr>
            <a:spLocks noGrp="1"/>
          </p:cNvSpPr>
          <p:nvPr>
            <p:ph idx="1"/>
          </p:nvPr>
        </p:nvSpPr>
        <p:spPr/>
        <p:txBody>
          <a:bodyPr/>
          <a:lstStyle/>
          <a:p>
            <a:endParaRPr lang="en-IN"/>
          </a:p>
        </p:txBody>
      </p:sp>
      <p:pic>
        <p:nvPicPr>
          <p:cNvPr id="5" name="Picture 4" descr="A screenshot of a computer&#10;&#10;Description automatically generated with low confidence">
            <a:extLst>
              <a:ext uri="{FF2B5EF4-FFF2-40B4-BE49-F238E27FC236}">
                <a16:creationId xmlns:a16="http://schemas.microsoft.com/office/drawing/2014/main" id="{284EA36A-ED98-49AF-9C3E-F6C8F6B8E0BB}"/>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3070410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A83BB-EC1B-43A7-8AFC-5FF0A24023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AA0AEE-E9E9-499C-A3E9-97804A7FD229}"/>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9BE5480E-2598-472F-AF10-1C499366ADDA}"/>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842665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C2790-9E16-45C4-8F74-CFB1AD00D5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17CC21-E359-4C96-89B3-562256193E94}"/>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C6837795-2717-4762-8BEF-4E63CF90285A}"/>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851474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3C5DD-77DC-4D71-8FB8-D33E44818D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8099EE-545E-493B-9CE0-84639C4AEE3A}"/>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5708999C-6069-4C89-B79A-3C2D20F6D235}"/>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308622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AD94-5995-49E7-8090-477CD56AD2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B8C878-9083-4670-9E61-68908C5EA6FE}"/>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699E90CF-D3B6-4BD6-B539-EB03FA5FB1D0}"/>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455603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E16B0-F0A6-474F-989F-F0355E4CA0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90A497-E6DF-41D9-B60F-921827D4F41D}"/>
              </a:ext>
            </a:extLst>
          </p:cNvPr>
          <p:cNvSpPr>
            <a:spLocks noGrp="1"/>
          </p:cNvSpPr>
          <p:nvPr>
            <p:ph idx="1"/>
          </p:nvPr>
        </p:nvSpPr>
        <p:spPr/>
        <p:txBody>
          <a:bodyPr/>
          <a:lstStyle/>
          <a:p>
            <a:endParaRPr lang="en-IN"/>
          </a:p>
        </p:txBody>
      </p:sp>
      <p:pic>
        <p:nvPicPr>
          <p:cNvPr id="5" name="Picture 4" descr="Diagram&#10;&#10;Description automatically generated with low confidence">
            <a:extLst>
              <a:ext uri="{FF2B5EF4-FFF2-40B4-BE49-F238E27FC236}">
                <a16:creationId xmlns:a16="http://schemas.microsoft.com/office/drawing/2014/main" id="{BA4C2820-8E0B-4B5C-B57B-885EAC922A93}"/>
              </a:ext>
            </a:extLst>
          </p:cNvPr>
          <p:cNvPicPr>
            <a:picLocks noChangeAspect="1"/>
          </p:cNvPicPr>
          <p:nvPr/>
        </p:nvPicPr>
        <p:blipFill>
          <a:blip r:embed="rId2"/>
          <a:stretch>
            <a:fillRect/>
          </a:stretch>
        </p:blipFill>
        <p:spPr>
          <a:xfrm>
            <a:off x="0" y="14925"/>
            <a:ext cx="12192000" cy="6854653"/>
          </a:xfrm>
          <a:prstGeom prst="rect">
            <a:avLst/>
          </a:prstGeom>
        </p:spPr>
      </p:pic>
    </p:spTree>
    <p:extLst>
      <p:ext uri="{BB962C8B-B14F-4D97-AF65-F5344CB8AC3E}">
        <p14:creationId xmlns:p14="http://schemas.microsoft.com/office/powerpoint/2010/main" val="3779422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A36EB7FC-7FB7-4929-8D9A-46AC05512FA3}"/>
              </a:ext>
            </a:extLst>
          </p:cNvPr>
          <p:cNvPicPr>
            <a:picLocks noChangeAspect="1"/>
          </p:cNvPicPr>
          <p:nvPr/>
        </p:nvPicPr>
        <p:blipFill>
          <a:blip r:embed="rId2"/>
          <a:stretch>
            <a:fillRect/>
          </a:stretch>
        </p:blipFill>
        <p:spPr>
          <a:xfrm>
            <a:off x="53008" y="-13252"/>
            <a:ext cx="4813192" cy="5377867"/>
          </a:xfrm>
          <a:prstGeom prst="rect">
            <a:avLst/>
          </a:prstGeom>
        </p:spPr>
      </p:pic>
      <p:cxnSp>
        <p:nvCxnSpPr>
          <p:cNvPr id="12" name="Straight Connector 11">
            <a:extLst>
              <a:ext uri="{FF2B5EF4-FFF2-40B4-BE49-F238E27FC236}">
                <a16:creationId xmlns:a16="http://schemas.microsoft.com/office/drawing/2014/main" id="{1C6AAE25-BD23-41B5-AAE4-1DA5898C2A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CFCF1E"/>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E38C1D56-2AA7-412D-A686-4BD0C6FB0D42}"/>
              </a:ext>
            </a:extLst>
          </p:cNvPr>
          <p:cNvPicPr>
            <a:picLocks noChangeAspect="1"/>
          </p:cNvPicPr>
          <p:nvPr/>
        </p:nvPicPr>
        <p:blipFill>
          <a:blip r:embed="rId3"/>
          <a:stretch>
            <a:fillRect/>
          </a:stretch>
        </p:blipFill>
        <p:spPr>
          <a:xfrm>
            <a:off x="4979474" y="2906092"/>
            <a:ext cx="7212526" cy="1045815"/>
          </a:xfrm>
          <a:prstGeom prst="rect">
            <a:avLst/>
          </a:prstGeom>
        </p:spPr>
      </p:pic>
    </p:spTree>
    <p:extLst>
      <p:ext uri="{BB962C8B-B14F-4D97-AF65-F5344CB8AC3E}">
        <p14:creationId xmlns:p14="http://schemas.microsoft.com/office/powerpoint/2010/main" val="664441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FE03D-0AD5-4894-8F49-7A222C3C6A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C30EFFE-94D6-4BCF-9511-B5E1D9C25A26}"/>
              </a:ext>
            </a:extLst>
          </p:cNvPr>
          <p:cNvSpPr>
            <a:spLocks noGrp="1"/>
          </p:cNvSpPr>
          <p:nvPr>
            <p:ph idx="1"/>
          </p:nvPr>
        </p:nvSpPr>
        <p:spPr/>
        <p:txBody>
          <a:bodyPr/>
          <a:lstStyle/>
          <a:p>
            <a:endParaRPr lang="en-IN"/>
          </a:p>
        </p:txBody>
      </p:sp>
      <p:pic>
        <p:nvPicPr>
          <p:cNvPr id="5" name="Picture 4" descr="A picture containing text&#10;&#10;Description automatically generated">
            <a:extLst>
              <a:ext uri="{FF2B5EF4-FFF2-40B4-BE49-F238E27FC236}">
                <a16:creationId xmlns:a16="http://schemas.microsoft.com/office/drawing/2014/main" id="{C3D7DF66-984B-4401-ADEC-01671DF9D75C}"/>
              </a:ext>
            </a:extLst>
          </p:cNvPr>
          <p:cNvPicPr>
            <a:picLocks noChangeAspect="1"/>
          </p:cNvPicPr>
          <p:nvPr/>
        </p:nvPicPr>
        <p:blipFill>
          <a:blip r:embed="rId2"/>
          <a:stretch>
            <a:fillRect/>
          </a:stretch>
        </p:blipFill>
        <p:spPr>
          <a:xfrm>
            <a:off x="0" y="-11579"/>
            <a:ext cx="12192000" cy="6854653"/>
          </a:xfrm>
          <a:prstGeom prst="rect">
            <a:avLst/>
          </a:prstGeom>
        </p:spPr>
      </p:pic>
    </p:spTree>
    <p:extLst>
      <p:ext uri="{BB962C8B-B14F-4D97-AF65-F5344CB8AC3E}">
        <p14:creationId xmlns:p14="http://schemas.microsoft.com/office/powerpoint/2010/main" val="4247132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AD82-C2D3-4110-A933-20F6B16B8B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0750CE-A602-4FE9-8139-4BD6D1EA6F00}"/>
              </a:ext>
            </a:extLst>
          </p:cNvPr>
          <p:cNvSpPr>
            <a:spLocks noGrp="1"/>
          </p:cNvSpPr>
          <p:nvPr>
            <p:ph idx="1"/>
          </p:nvPr>
        </p:nvSpPr>
        <p:spPr/>
        <p:txBody>
          <a:bodyPr/>
          <a:lstStyle/>
          <a:p>
            <a:endParaRPr lang="en-IN"/>
          </a:p>
        </p:txBody>
      </p:sp>
      <p:pic>
        <p:nvPicPr>
          <p:cNvPr id="5" name="Picture 4" descr="A picture containing diagram&#10;&#10;Description automatically generated">
            <a:extLst>
              <a:ext uri="{FF2B5EF4-FFF2-40B4-BE49-F238E27FC236}">
                <a16:creationId xmlns:a16="http://schemas.microsoft.com/office/drawing/2014/main" id="{36547AAC-D628-4713-9354-752625E36B7A}"/>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46647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3A2D-8692-41E7-BD18-79978BFA47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D35E63-850D-4A77-9F81-4C8EF5FEFA00}"/>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354C47CA-DE7C-415F-A3B8-1916023F35C4}"/>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980469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BFFD-4AA5-4E92-9609-3AE58FF2CA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6EB6CC-DE3F-4072-87CE-AC06D920A1EF}"/>
              </a:ext>
            </a:extLst>
          </p:cNvPr>
          <p:cNvSpPr>
            <a:spLocks noGrp="1"/>
          </p:cNvSpPr>
          <p:nvPr>
            <p:ph idx="1"/>
          </p:nvPr>
        </p:nvSpPr>
        <p:spPr/>
        <p:txBody>
          <a:bodyPr/>
          <a:lstStyle/>
          <a:p>
            <a:endParaRPr lang="en-IN"/>
          </a:p>
        </p:txBody>
      </p:sp>
      <p:pic>
        <p:nvPicPr>
          <p:cNvPr id="5" name="Picture 4" descr="Diagram&#10;&#10;Description automatically generated">
            <a:extLst>
              <a:ext uri="{FF2B5EF4-FFF2-40B4-BE49-F238E27FC236}">
                <a16:creationId xmlns:a16="http://schemas.microsoft.com/office/drawing/2014/main" id="{7A65C0A5-1091-4255-AA3D-277A09ED8631}"/>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765566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54CD-86BB-4201-BAFB-92CF8A15DF7C}"/>
              </a:ext>
            </a:extLst>
          </p:cNvPr>
          <p:cNvSpPr>
            <a:spLocks noGrp="1"/>
          </p:cNvSpPr>
          <p:nvPr>
            <p:ph type="title"/>
          </p:nvPr>
        </p:nvSpPr>
        <p:spPr>
          <a:xfrm>
            <a:off x="533400" y="351873"/>
            <a:ext cx="5562600" cy="1325563"/>
          </a:xfrm>
        </p:spPr>
        <p:txBody>
          <a:bodyPr/>
          <a:lstStyle/>
          <a:p>
            <a:r>
              <a:rPr lang="en-IN" dirty="0"/>
              <a:t>Problem: Vanishing Gradient</a:t>
            </a:r>
          </a:p>
        </p:txBody>
      </p:sp>
      <p:pic>
        <p:nvPicPr>
          <p:cNvPr id="4" name="Picture 3">
            <a:extLst>
              <a:ext uri="{FF2B5EF4-FFF2-40B4-BE49-F238E27FC236}">
                <a16:creationId xmlns:a16="http://schemas.microsoft.com/office/drawing/2014/main" id="{6F759CA8-2059-4D76-B0A8-C98F1B52E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73" y="2181367"/>
            <a:ext cx="52863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TextBox 4">
            <a:extLst>
              <a:ext uri="{FF2B5EF4-FFF2-40B4-BE49-F238E27FC236}">
                <a16:creationId xmlns:a16="http://schemas.microsoft.com/office/drawing/2014/main" id="{81EAA13E-C322-4FFD-A553-E427ADED9A2F}"/>
              </a:ext>
            </a:extLst>
          </p:cNvPr>
          <p:cNvSpPr txBox="1"/>
          <p:nvPr/>
        </p:nvSpPr>
        <p:spPr>
          <a:xfrm>
            <a:off x="649357" y="3059668"/>
            <a:ext cx="5147847" cy="369332"/>
          </a:xfrm>
          <a:prstGeom prst="rect">
            <a:avLst/>
          </a:prstGeom>
          <a:noFill/>
        </p:spPr>
        <p:txBody>
          <a:bodyPr wrap="square" rtlCol="0">
            <a:spAutoFit/>
          </a:bodyPr>
          <a:lstStyle/>
          <a:p>
            <a:r>
              <a:rPr lang="en-IN" dirty="0"/>
              <a:t>Or, bad Property</a:t>
            </a:r>
          </a:p>
        </p:txBody>
      </p:sp>
      <p:sp>
        <p:nvSpPr>
          <p:cNvPr id="7" name="TextBox 6">
            <a:extLst>
              <a:ext uri="{FF2B5EF4-FFF2-40B4-BE49-F238E27FC236}">
                <a16:creationId xmlns:a16="http://schemas.microsoft.com/office/drawing/2014/main" id="{54492CAA-0825-449D-9A3D-78DB23C7452F}"/>
              </a:ext>
            </a:extLst>
          </p:cNvPr>
          <p:cNvSpPr txBox="1"/>
          <p:nvPr/>
        </p:nvSpPr>
        <p:spPr>
          <a:xfrm>
            <a:off x="887896" y="5305798"/>
            <a:ext cx="10694504" cy="923330"/>
          </a:xfrm>
          <a:prstGeom prst="rect">
            <a:avLst/>
          </a:prstGeom>
          <a:noFill/>
        </p:spPr>
        <p:txBody>
          <a:bodyPr wrap="square">
            <a:spAutoFit/>
          </a:bodyPr>
          <a:lstStyle/>
          <a:p>
            <a:r>
              <a:rPr lang="en-US" b="0" i="0" dirty="0">
                <a:solidFill>
                  <a:srgbClr val="292929"/>
                </a:solidFill>
                <a:effectLst/>
                <a:latin typeface="source-serif-pro"/>
              </a:rPr>
              <a:t>A small gradient means that the weights and biases of the initial layers will not be updated effectively with each training session. Since these initial layers are often crucial to recognizing the core elements of the input data, it can lead to overall inaccuracy of the whole network.</a:t>
            </a:r>
            <a:endParaRPr lang="en-IN" dirty="0"/>
          </a:p>
        </p:txBody>
      </p:sp>
      <p:pic>
        <p:nvPicPr>
          <p:cNvPr id="2050" name="Picture 2" descr="exploding and vanishing gradients why">
            <a:extLst>
              <a:ext uri="{FF2B5EF4-FFF2-40B4-BE49-F238E27FC236}">
                <a16:creationId xmlns:a16="http://schemas.microsoft.com/office/drawing/2014/main" id="{CD0B3181-CCE1-414B-8751-B9D45FEDA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4866" y="351873"/>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61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sp>
        <p:nvSpPr>
          <p:cNvPr id="60" name="文字方塊 59"/>
          <p:cNvSpPr txBox="1"/>
          <p:nvPr/>
        </p:nvSpPr>
        <p:spPr>
          <a:xfrm>
            <a:off x="1968765" y="1500571"/>
            <a:ext cx="2321169" cy="523220"/>
          </a:xfrm>
          <a:prstGeom prst="rect">
            <a:avLst/>
          </a:prstGeom>
          <a:noFill/>
          <a:ln w="762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Training:</a:t>
            </a:r>
            <a:endParaRPr kumimoji="0" lang="zh-TW" altLang="en-US" sz="2800" b="1" i="0" u="sng"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63" name="橢圓 62"/>
          <p:cNvSpPr/>
          <p:nvPr/>
        </p:nvSpPr>
        <p:spPr>
          <a:xfrm>
            <a:off x="5419072" y="154011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4" name="橢圓 63"/>
          <p:cNvSpPr/>
          <p:nvPr/>
        </p:nvSpPr>
        <p:spPr>
          <a:xfrm>
            <a:off x="5419072" y="224092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5" name="橢圓 64"/>
          <p:cNvSpPr/>
          <p:nvPr/>
        </p:nvSpPr>
        <p:spPr>
          <a:xfrm>
            <a:off x="5419072" y="293918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6" name="橢圓 65"/>
          <p:cNvSpPr/>
          <p:nvPr/>
        </p:nvSpPr>
        <p:spPr>
          <a:xfrm>
            <a:off x="5419072" y="363743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7" name="橢圓 66"/>
          <p:cNvSpPr/>
          <p:nvPr/>
        </p:nvSpPr>
        <p:spPr>
          <a:xfrm>
            <a:off x="8625753" y="215300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8" name="橢圓 67"/>
          <p:cNvSpPr/>
          <p:nvPr/>
        </p:nvSpPr>
        <p:spPr>
          <a:xfrm>
            <a:off x="8625753" y="29919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9" name="矩形 68"/>
          <p:cNvSpPr/>
          <p:nvPr/>
        </p:nvSpPr>
        <p:spPr>
          <a:xfrm>
            <a:off x="3893919" y="16402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0" name="直線單箭頭接點 69"/>
          <p:cNvCxnSpPr>
            <a:stCxn id="69" idx="3"/>
            <a:endCxn id="63" idx="2"/>
          </p:cNvCxnSpPr>
          <p:nvPr/>
        </p:nvCxnSpPr>
        <p:spPr>
          <a:xfrm>
            <a:off x="4160254" y="1773463"/>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stCxn id="69" idx="3"/>
            <a:endCxn id="64" idx="2"/>
          </p:cNvCxnSpPr>
          <p:nvPr/>
        </p:nvCxnSpPr>
        <p:spPr>
          <a:xfrm>
            <a:off x="4160254" y="17734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a:stCxn id="69" idx="3"/>
            <a:endCxn id="65" idx="2"/>
          </p:cNvCxnSpPr>
          <p:nvPr/>
        </p:nvCxnSpPr>
        <p:spPr>
          <a:xfrm>
            <a:off x="4160254" y="17734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9" idx="3"/>
            <a:endCxn id="66" idx="2"/>
          </p:cNvCxnSpPr>
          <p:nvPr/>
        </p:nvCxnSpPr>
        <p:spPr>
          <a:xfrm>
            <a:off x="4160254" y="17734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a:endCxn id="67" idx="2"/>
          </p:cNvCxnSpPr>
          <p:nvPr/>
        </p:nvCxnSpPr>
        <p:spPr>
          <a:xfrm flipV="1">
            <a:off x="7693769" y="2407981"/>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endCxn id="67" idx="2"/>
          </p:cNvCxnSpPr>
          <p:nvPr/>
        </p:nvCxnSpPr>
        <p:spPr>
          <a:xfrm>
            <a:off x="7693767" y="17511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endCxn id="68" idx="2"/>
          </p:cNvCxnSpPr>
          <p:nvPr/>
        </p:nvCxnSpPr>
        <p:spPr>
          <a:xfrm>
            <a:off x="7693769" y="1795087"/>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8" idx="2"/>
          </p:cNvCxnSpPr>
          <p:nvPr/>
        </p:nvCxnSpPr>
        <p:spPr>
          <a:xfrm>
            <a:off x="7693767" y="25499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endCxn id="67" idx="2"/>
          </p:cNvCxnSpPr>
          <p:nvPr/>
        </p:nvCxnSpPr>
        <p:spPr>
          <a:xfrm flipV="1">
            <a:off x="7693769" y="2407982"/>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endCxn id="68" idx="2"/>
          </p:cNvCxnSpPr>
          <p:nvPr/>
        </p:nvCxnSpPr>
        <p:spPr>
          <a:xfrm>
            <a:off x="7693769" y="3194161"/>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endCxn id="67" idx="2"/>
          </p:cNvCxnSpPr>
          <p:nvPr/>
        </p:nvCxnSpPr>
        <p:spPr>
          <a:xfrm flipV="1">
            <a:off x="7693767" y="2407981"/>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endCxn id="68" idx="2"/>
          </p:cNvCxnSpPr>
          <p:nvPr/>
        </p:nvCxnSpPr>
        <p:spPr>
          <a:xfrm flipV="1">
            <a:off x="7693769" y="3246916"/>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86" idx="3"/>
            <a:endCxn id="63" idx="2"/>
          </p:cNvCxnSpPr>
          <p:nvPr/>
        </p:nvCxnSpPr>
        <p:spPr>
          <a:xfrm flipV="1">
            <a:off x="4160254" y="1795088"/>
            <a:ext cx="1258819" cy="6661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86" idx="3"/>
            <a:endCxn id="64" idx="2"/>
          </p:cNvCxnSpPr>
          <p:nvPr/>
        </p:nvCxnSpPr>
        <p:spPr>
          <a:xfrm>
            <a:off x="4160254" y="2461190"/>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stCxn id="86" idx="3"/>
            <a:endCxn id="65" idx="2"/>
          </p:cNvCxnSpPr>
          <p:nvPr/>
        </p:nvCxnSpPr>
        <p:spPr>
          <a:xfrm>
            <a:off x="4160254" y="2461190"/>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a:stCxn id="86" idx="3"/>
            <a:endCxn id="66" idx="2"/>
          </p:cNvCxnSpPr>
          <p:nvPr/>
        </p:nvCxnSpPr>
        <p:spPr>
          <a:xfrm>
            <a:off x="4160254" y="2461190"/>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3893919" y="2328023"/>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7" name="橢圓 86"/>
          <p:cNvSpPr/>
          <p:nvPr/>
        </p:nvSpPr>
        <p:spPr>
          <a:xfrm>
            <a:off x="7183813" y="150539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8" name="橢圓 87"/>
          <p:cNvSpPr/>
          <p:nvPr/>
        </p:nvSpPr>
        <p:spPr>
          <a:xfrm>
            <a:off x="7183813" y="220621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9" name="橢圓 88"/>
          <p:cNvSpPr/>
          <p:nvPr/>
        </p:nvSpPr>
        <p:spPr>
          <a:xfrm>
            <a:off x="7183813" y="290446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0" name="橢圓 89"/>
          <p:cNvSpPr/>
          <p:nvPr/>
        </p:nvSpPr>
        <p:spPr>
          <a:xfrm>
            <a:off x="7183813" y="360272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1" name="矩形 90"/>
          <p:cNvSpPr/>
          <p:nvPr/>
        </p:nvSpPr>
        <p:spPr>
          <a:xfrm>
            <a:off x="3893919" y="3082617"/>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2" name="矩形 91"/>
          <p:cNvSpPr/>
          <p:nvPr/>
        </p:nvSpPr>
        <p:spPr>
          <a:xfrm>
            <a:off x="3893919" y="37620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94" name="直線單箭頭接點 93"/>
          <p:cNvCxnSpPr>
            <a:stCxn id="91" idx="3"/>
            <a:endCxn id="66" idx="2"/>
          </p:cNvCxnSpPr>
          <p:nvPr/>
        </p:nvCxnSpPr>
        <p:spPr>
          <a:xfrm>
            <a:off x="4160254" y="3215784"/>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a:stCxn id="92" idx="3"/>
            <a:endCxn id="65" idx="2"/>
          </p:cNvCxnSpPr>
          <p:nvPr/>
        </p:nvCxnSpPr>
        <p:spPr>
          <a:xfrm flipV="1">
            <a:off x="4160254" y="3194160"/>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a:stCxn id="92" idx="3"/>
            <a:endCxn id="64" idx="2"/>
          </p:cNvCxnSpPr>
          <p:nvPr/>
        </p:nvCxnSpPr>
        <p:spPr>
          <a:xfrm flipV="1">
            <a:off x="4160254" y="2495906"/>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a:stCxn id="92" idx="3"/>
            <a:endCxn id="63" idx="2"/>
          </p:cNvCxnSpPr>
          <p:nvPr/>
        </p:nvCxnSpPr>
        <p:spPr>
          <a:xfrm flipV="1">
            <a:off x="4160254" y="17950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a:stCxn id="91" idx="3"/>
            <a:endCxn id="64" idx="2"/>
          </p:cNvCxnSpPr>
          <p:nvPr/>
        </p:nvCxnSpPr>
        <p:spPr>
          <a:xfrm flipV="1">
            <a:off x="4160254" y="2495906"/>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a:stCxn id="91" idx="3"/>
            <a:endCxn id="63" idx="2"/>
          </p:cNvCxnSpPr>
          <p:nvPr/>
        </p:nvCxnSpPr>
        <p:spPr>
          <a:xfrm flipV="1">
            <a:off x="4160254" y="17950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9"/>
          <p:cNvCxnSpPr/>
          <p:nvPr/>
        </p:nvCxnSpPr>
        <p:spPr>
          <a:xfrm>
            <a:off x="5929027" y="1773463"/>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p:cNvCxnSpPr/>
          <p:nvPr/>
        </p:nvCxnSpPr>
        <p:spPr>
          <a:xfrm>
            <a:off x="5929027" y="17734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p:cNvCxnSpPr/>
          <p:nvPr/>
        </p:nvCxnSpPr>
        <p:spPr>
          <a:xfrm>
            <a:off x="5929027" y="17734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a:off x="5929027" y="17734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a:off x="5929027" y="2461190"/>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p:nvPr/>
        </p:nvCxnSpPr>
        <p:spPr>
          <a:xfrm>
            <a:off x="5929027" y="2461190"/>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p:nvPr/>
        </p:nvCxnSpPr>
        <p:spPr>
          <a:xfrm>
            <a:off x="5929027" y="2461190"/>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p:cNvCxnSpPr/>
          <p:nvPr/>
        </p:nvCxnSpPr>
        <p:spPr>
          <a:xfrm>
            <a:off x="5929027" y="3215784"/>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p:cNvCxnSpPr/>
          <p:nvPr/>
        </p:nvCxnSpPr>
        <p:spPr>
          <a:xfrm flipV="1">
            <a:off x="5929027" y="3194160"/>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flipV="1">
            <a:off x="5929027" y="2495906"/>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p:nvPr/>
        </p:nvCxnSpPr>
        <p:spPr>
          <a:xfrm flipV="1">
            <a:off x="5929027" y="17950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p:nvPr/>
        </p:nvCxnSpPr>
        <p:spPr>
          <a:xfrm flipV="1">
            <a:off x="5929027" y="2495906"/>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p:nvPr/>
        </p:nvCxnSpPr>
        <p:spPr>
          <a:xfrm flipV="1">
            <a:off x="5929027" y="17950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a:off x="9151474" y="2420552"/>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a:off x="9151474" y="3261429"/>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7" name="群組 126"/>
          <p:cNvGrpSpPr/>
          <p:nvPr/>
        </p:nvGrpSpPr>
        <p:grpSpPr>
          <a:xfrm>
            <a:off x="5489370" y="1600601"/>
            <a:ext cx="365326" cy="367349"/>
            <a:chOff x="-1866900" y="1906630"/>
            <a:chExt cx="365326" cy="367349"/>
          </a:xfrm>
        </p:grpSpPr>
        <p:cxnSp>
          <p:nvCxnSpPr>
            <p:cNvPr id="125" name="直線接點 124"/>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直線接點 125"/>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8" name="群組 127"/>
          <p:cNvGrpSpPr/>
          <p:nvPr/>
        </p:nvGrpSpPr>
        <p:grpSpPr>
          <a:xfrm>
            <a:off x="5494602" y="3010486"/>
            <a:ext cx="365326" cy="367349"/>
            <a:chOff x="-1866900" y="1906630"/>
            <a:chExt cx="365326" cy="367349"/>
          </a:xfrm>
        </p:grpSpPr>
        <p:cxnSp>
          <p:nvCxnSpPr>
            <p:cNvPr id="129" name="直線接點 128"/>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直線接點 129"/>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1" name="群組 130"/>
          <p:cNvGrpSpPr/>
          <p:nvPr/>
        </p:nvGrpSpPr>
        <p:grpSpPr>
          <a:xfrm>
            <a:off x="7256127" y="2981603"/>
            <a:ext cx="365326" cy="367349"/>
            <a:chOff x="-1866900" y="1906630"/>
            <a:chExt cx="365326" cy="367349"/>
          </a:xfrm>
        </p:grpSpPr>
        <p:cxnSp>
          <p:nvCxnSpPr>
            <p:cNvPr id="132" name="直線接點 131"/>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直線接點 132"/>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4" name="群組 133"/>
          <p:cNvGrpSpPr/>
          <p:nvPr/>
        </p:nvGrpSpPr>
        <p:grpSpPr>
          <a:xfrm>
            <a:off x="7265551" y="3674024"/>
            <a:ext cx="365326" cy="367349"/>
            <a:chOff x="-1866900" y="1906630"/>
            <a:chExt cx="365326" cy="367349"/>
          </a:xfrm>
        </p:grpSpPr>
        <p:cxnSp>
          <p:nvCxnSpPr>
            <p:cNvPr id="135" name="直線接點 134"/>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7" name="群組 136"/>
          <p:cNvGrpSpPr/>
          <p:nvPr/>
        </p:nvGrpSpPr>
        <p:grpSpPr>
          <a:xfrm>
            <a:off x="3840154" y="3023686"/>
            <a:ext cx="365326" cy="367349"/>
            <a:chOff x="-1866900" y="1906630"/>
            <a:chExt cx="365326" cy="367349"/>
          </a:xfrm>
        </p:grpSpPr>
        <p:cxnSp>
          <p:nvCxnSpPr>
            <p:cNvPr id="138" name="直線接點 137"/>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9" name="直線接點 138"/>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0" name="群組 139"/>
          <p:cNvGrpSpPr/>
          <p:nvPr/>
        </p:nvGrpSpPr>
        <p:grpSpPr>
          <a:xfrm>
            <a:off x="3863885" y="2294638"/>
            <a:ext cx="365326" cy="367349"/>
            <a:chOff x="-1866900" y="1906630"/>
            <a:chExt cx="365326" cy="367349"/>
          </a:xfrm>
        </p:grpSpPr>
        <p:cxnSp>
          <p:nvCxnSpPr>
            <p:cNvPr id="141" name="直線接點 140"/>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2" name="直線接點 141"/>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8" name="直線單箭頭接點 147"/>
          <p:cNvCxnSpPr/>
          <p:nvPr/>
        </p:nvCxnSpPr>
        <p:spPr>
          <a:xfrm flipV="1">
            <a:off x="4173438" y="3206861"/>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p:nvPr/>
        </p:nvCxnSpPr>
        <p:spPr>
          <a:xfrm flipV="1">
            <a:off x="5963721" y="3192847"/>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線單箭頭接點 150"/>
          <p:cNvCxnSpPr/>
          <p:nvPr/>
        </p:nvCxnSpPr>
        <p:spPr>
          <a:xfrm flipV="1">
            <a:off x="5929027" y="1760372"/>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文字方塊 118"/>
          <p:cNvSpPr txBox="1"/>
          <p:nvPr/>
        </p:nvSpPr>
        <p:spPr>
          <a:xfrm>
            <a:off x="2439480" y="4260858"/>
            <a:ext cx="6308280" cy="4616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time before updating the parameters</a:t>
            </a:r>
          </a:p>
        </p:txBody>
      </p:sp>
      <p:sp>
        <p:nvSpPr>
          <p:cNvPr id="120" name="文字方塊 119"/>
          <p:cNvSpPr txBox="1"/>
          <p:nvPr/>
        </p:nvSpPr>
        <p:spPr>
          <a:xfrm>
            <a:off x="2977030" y="4681574"/>
            <a:ext cx="6424841" cy="4616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neuron has p% to dropout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93" name="直線單箭頭接點 92"/>
          <p:cNvCxnSpPr/>
          <p:nvPr/>
        </p:nvCxnSpPr>
        <p:spPr>
          <a:xfrm>
            <a:off x="4171694" y="391272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p:cNvCxnSpPr/>
          <p:nvPr/>
        </p:nvCxnSpPr>
        <p:spPr>
          <a:xfrm>
            <a:off x="5940467" y="391272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1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4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3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7"/>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8"/>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34"/>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89"/>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65"/>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86"/>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3" grpId="0" animBg="1"/>
      <p:bldP spid="65" grpId="0" animBg="1"/>
      <p:bldP spid="86" grpId="0" animBg="1"/>
      <p:bldP spid="89" grpId="0" animBg="1"/>
      <p:bldP spid="90" grpId="0" animBg="1"/>
      <p:bldP spid="91" grpId="0" animBg="1"/>
      <p:bldP spid="119" grpId="0"/>
      <p:bldP spid="1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sp>
        <p:nvSpPr>
          <p:cNvPr id="60" name="文字方塊 59"/>
          <p:cNvSpPr txBox="1"/>
          <p:nvPr/>
        </p:nvSpPr>
        <p:spPr>
          <a:xfrm>
            <a:off x="1968765" y="1500571"/>
            <a:ext cx="2321169" cy="523220"/>
          </a:xfrm>
          <a:prstGeom prst="rect">
            <a:avLst/>
          </a:prstGeom>
          <a:noFill/>
          <a:ln w="762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Training:</a:t>
            </a:r>
            <a:endParaRPr kumimoji="0" lang="zh-TW" altLang="en-US" sz="2800" b="1" i="0" u="sng"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64" name="橢圓 63"/>
          <p:cNvSpPr/>
          <p:nvPr/>
        </p:nvSpPr>
        <p:spPr>
          <a:xfrm>
            <a:off x="5419072" y="224092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6" name="橢圓 65"/>
          <p:cNvSpPr/>
          <p:nvPr/>
        </p:nvSpPr>
        <p:spPr>
          <a:xfrm>
            <a:off x="5419072" y="363743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7" name="橢圓 66"/>
          <p:cNvSpPr/>
          <p:nvPr/>
        </p:nvSpPr>
        <p:spPr>
          <a:xfrm>
            <a:off x="8625753" y="215300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8" name="橢圓 67"/>
          <p:cNvSpPr/>
          <p:nvPr/>
        </p:nvSpPr>
        <p:spPr>
          <a:xfrm>
            <a:off x="8625753" y="29919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9" name="矩形 68"/>
          <p:cNvSpPr/>
          <p:nvPr/>
        </p:nvSpPr>
        <p:spPr>
          <a:xfrm>
            <a:off x="3893919" y="16402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1" name="直線單箭頭接點 70"/>
          <p:cNvCxnSpPr>
            <a:stCxn id="69" idx="3"/>
            <a:endCxn id="64" idx="2"/>
          </p:cNvCxnSpPr>
          <p:nvPr/>
        </p:nvCxnSpPr>
        <p:spPr>
          <a:xfrm>
            <a:off x="4160254" y="17734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9" idx="3"/>
            <a:endCxn id="66" idx="2"/>
          </p:cNvCxnSpPr>
          <p:nvPr/>
        </p:nvCxnSpPr>
        <p:spPr>
          <a:xfrm>
            <a:off x="4160254" y="17734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a:endCxn id="67" idx="2"/>
          </p:cNvCxnSpPr>
          <p:nvPr/>
        </p:nvCxnSpPr>
        <p:spPr>
          <a:xfrm flipV="1">
            <a:off x="7693769" y="2407981"/>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endCxn id="67" idx="2"/>
          </p:cNvCxnSpPr>
          <p:nvPr/>
        </p:nvCxnSpPr>
        <p:spPr>
          <a:xfrm>
            <a:off x="7693767" y="17511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endCxn id="68" idx="2"/>
          </p:cNvCxnSpPr>
          <p:nvPr/>
        </p:nvCxnSpPr>
        <p:spPr>
          <a:xfrm>
            <a:off x="7693769" y="1795087"/>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8" idx="2"/>
          </p:cNvCxnSpPr>
          <p:nvPr/>
        </p:nvCxnSpPr>
        <p:spPr>
          <a:xfrm>
            <a:off x="7693767" y="25499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橢圓 86"/>
          <p:cNvSpPr/>
          <p:nvPr/>
        </p:nvSpPr>
        <p:spPr>
          <a:xfrm>
            <a:off x="7183813" y="150539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8" name="橢圓 87"/>
          <p:cNvSpPr/>
          <p:nvPr/>
        </p:nvSpPr>
        <p:spPr>
          <a:xfrm>
            <a:off x="7183813" y="220621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2" name="矩形 91"/>
          <p:cNvSpPr/>
          <p:nvPr/>
        </p:nvSpPr>
        <p:spPr>
          <a:xfrm>
            <a:off x="3893919" y="37620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93" name="直線單箭頭接點 92"/>
          <p:cNvCxnSpPr>
            <a:stCxn id="92" idx="3"/>
            <a:endCxn id="66" idx="2"/>
          </p:cNvCxnSpPr>
          <p:nvPr/>
        </p:nvCxnSpPr>
        <p:spPr>
          <a:xfrm flipV="1">
            <a:off x="4160254" y="3892414"/>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a:stCxn id="92" idx="3"/>
            <a:endCxn id="64" idx="2"/>
          </p:cNvCxnSpPr>
          <p:nvPr/>
        </p:nvCxnSpPr>
        <p:spPr>
          <a:xfrm flipV="1">
            <a:off x="4160254" y="2495906"/>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a:off x="5929027" y="2461190"/>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flipV="1">
            <a:off x="5929027" y="2495906"/>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p:nvPr/>
        </p:nvCxnSpPr>
        <p:spPr>
          <a:xfrm flipV="1">
            <a:off x="5929027" y="17950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a:off x="9151474" y="2420552"/>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a:off x="9151474" y="3261429"/>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文字方塊 116"/>
          <p:cNvSpPr txBox="1"/>
          <p:nvPr/>
        </p:nvSpPr>
        <p:spPr>
          <a:xfrm>
            <a:off x="2439480" y="4260858"/>
            <a:ext cx="6186273" cy="4616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time before updating the parameters</a:t>
            </a:r>
          </a:p>
        </p:txBody>
      </p:sp>
      <p:sp>
        <p:nvSpPr>
          <p:cNvPr id="118" name="文字方塊 117"/>
          <p:cNvSpPr txBox="1"/>
          <p:nvPr/>
        </p:nvSpPr>
        <p:spPr>
          <a:xfrm>
            <a:off x="2977030" y="4681574"/>
            <a:ext cx="6424841" cy="4616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neuron has p% to dropout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0" name="文字方塊 119"/>
          <p:cNvSpPr txBox="1"/>
          <p:nvPr/>
        </p:nvSpPr>
        <p:spPr>
          <a:xfrm>
            <a:off x="2977029" y="5533749"/>
            <a:ext cx="6174444" cy="4616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Using the new network for training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2" name="向右箭號 121"/>
          <p:cNvSpPr/>
          <p:nvPr/>
        </p:nvSpPr>
        <p:spPr>
          <a:xfrm>
            <a:off x="3531857" y="5144311"/>
            <a:ext cx="629409" cy="3755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3" name="文字方塊 122"/>
          <p:cNvSpPr txBox="1"/>
          <p:nvPr/>
        </p:nvSpPr>
        <p:spPr>
          <a:xfrm>
            <a:off x="4203981" y="5118024"/>
            <a:ext cx="57442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The structure of the network is changed.</a:t>
            </a:r>
            <a:endParaRPr kumimoji="0" lang="zh-TW" altLang="en-US" sz="24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cxnSp>
        <p:nvCxnSpPr>
          <p:cNvPr id="124" name="直線單箭頭接點 123"/>
          <p:cNvCxnSpPr/>
          <p:nvPr/>
        </p:nvCxnSpPr>
        <p:spPr>
          <a:xfrm flipV="1">
            <a:off x="5929027" y="1760372"/>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6948305" y="3626840"/>
            <a:ext cx="167744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Thinner!</a:t>
            </a:r>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40" name="文字方塊 39"/>
          <p:cNvSpPr txBox="1"/>
          <p:nvPr/>
        </p:nvSpPr>
        <p:spPr>
          <a:xfrm>
            <a:off x="2563816" y="6117021"/>
            <a:ext cx="7064368"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For each mini-batch, we resample the dropout neurons</a:t>
            </a:r>
          </a:p>
        </p:txBody>
      </p:sp>
    </p:spTree>
    <p:extLst>
      <p:ext uri="{BB962C8B-B14F-4D97-AF65-F5344CB8AC3E}">
        <p14:creationId xmlns:p14="http://schemas.microsoft.com/office/powerpoint/2010/main" val="300760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3" grpId="0"/>
      <p:bldP spid="4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矩形 3"/>
          <p:cNvSpPr/>
          <p:nvPr/>
        </p:nvSpPr>
        <p:spPr>
          <a:xfrm>
            <a:off x="2198552" y="2636370"/>
            <a:ext cx="268913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Training of Dropout</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4"/>
          <p:cNvSpPr/>
          <p:nvPr/>
        </p:nvSpPr>
        <p:spPr>
          <a:xfrm>
            <a:off x="6081487" y="2617201"/>
            <a:ext cx="2544799"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Testing of Dropout</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橢圓 5"/>
          <p:cNvSpPr/>
          <p:nvPr/>
        </p:nvSpPr>
        <p:spPr>
          <a:xfrm>
            <a:off x="4707636" y="4715914"/>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p:cNvSpPr/>
          <p:nvPr/>
        </p:nvSpPr>
        <p:spPr>
          <a:xfrm>
            <a:off x="2852616" y="3658808"/>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p:cNvSpPr/>
          <p:nvPr/>
        </p:nvSpPr>
        <p:spPr>
          <a:xfrm>
            <a:off x="2852616" y="4443731"/>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橢圓 8"/>
          <p:cNvSpPr/>
          <p:nvPr/>
        </p:nvSpPr>
        <p:spPr>
          <a:xfrm>
            <a:off x="2856203" y="5225868"/>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橢圓 9"/>
          <p:cNvSpPr/>
          <p:nvPr/>
        </p:nvSpPr>
        <p:spPr>
          <a:xfrm>
            <a:off x="2852616" y="6056850"/>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1" name="橢圓 20"/>
          <p:cNvSpPr/>
          <p:nvPr/>
        </p:nvSpPr>
        <p:spPr>
          <a:xfrm>
            <a:off x="8200216" y="476332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2" name="橢圓 21"/>
          <p:cNvSpPr/>
          <p:nvPr/>
        </p:nvSpPr>
        <p:spPr>
          <a:xfrm>
            <a:off x="6345196" y="370621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3" name="橢圓 22"/>
          <p:cNvSpPr/>
          <p:nvPr/>
        </p:nvSpPr>
        <p:spPr>
          <a:xfrm>
            <a:off x="6345196" y="449114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23"/>
          <p:cNvSpPr/>
          <p:nvPr/>
        </p:nvSpPr>
        <p:spPr>
          <a:xfrm>
            <a:off x="6348783" y="527327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5" name="橢圓 24"/>
          <p:cNvSpPr/>
          <p:nvPr/>
        </p:nvSpPr>
        <p:spPr>
          <a:xfrm>
            <a:off x="6345196" y="610426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2" name="直線單箭頭接點 11"/>
          <p:cNvCxnSpPr>
            <a:stCxn id="7" idx="6"/>
            <a:endCxn id="6" idx="2"/>
          </p:cNvCxnSpPr>
          <p:nvPr/>
        </p:nvCxnSpPr>
        <p:spPr>
          <a:xfrm>
            <a:off x="3362570" y="3908493"/>
            <a:ext cx="1345066" cy="105710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stCxn id="8" idx="6"/>
            <a:endCxn id="6" idx="2"/>
          </p:cNvCxnSpPr>
          <p:nvPr/>
        </p:nvCxnSpPr>
        <p:spPr>
          <a:xfrm>
            <a:off x="3362570" y="4693417"/>
            <a:ext cx="1345066" cy="27218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9" idx="6"/>
            <a:endCxn id="6" idx="2"/>
          </p:cNvCxnSpPr>
          <p:nvPr/>
        </p:nvCxnSpPr>
        <p:spPr>
          <a:xfrm flipV="1">
            <a:off x="3366158" y="4965599"/>
            <a:ext cx="1341479" cy="50995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a:endCxn id="6" idx="2"/>
          </p:cNvCxnSpPr>
          <p:nvPr/>
        </p:nvCxnSpPr>
        <p:spPr>
          <a:xfrm flipV="1">
            <a:off x="3366158" y="4965600"/>
            <a:ext cx="1341479" cy="1316587"/>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6858737" y="3961195"/>
            <a:ext cx="1345066" cy="105710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6858737" y="4746119"/>
            <a:ext cx="1345066" cy="27218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V="1">
            <a:off x="6862325" y="5018301"/>
            <a:ext cx="1341479" cy="50995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V="1">
            <a:off x="6862325" y="5018301"/>
            <a:ext cx="1341479" cy="131129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字方塊 39"/>
              <p:cNvSpPr txBox="1"/>
              <p:nvPr/>
            </p:nvSpPr>
            <p:spPr>
              <a:xfrm>
                <a:off x="3717011" y="3889532"/>
                <a:ext cx="42184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0" name="文字方塊 39"/>
              <p:cNvSpPr txBox="1">
                <a:spLocks noRot="1" noChangeAspect="1" noMove="1" noResize="1" noEditPoints="1" noAdjustHandles="1" noChangeArrowheads="1" noChangeShapeType="1" noTextEdit="1"/>
              </p:cNvSpPr>
              <p:nvPr/>
            </p:nvSpPr>
            <p:spPr>
              <a:xfrm>
                <a:off x="3717011" y="3889532"/>
                <a:ext cx="421847" cy="369332"/>
              </a:xfrm>
              <a:prstGeom prst="rect">
                <a:avLst/>
              </a:prstGeom>
              <a:blipFill>
                <a:blip r:embed="rId3"/>
                <a:stretch>
                  <a:fillRect l="-10145" r="-5797"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3736493" y="4402799"/>
                <a:ext cx="428964"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1" name="文字方塊 40"/>
              <p:cNvSpPr txBox="1">
                <a:spLocks noRot="1" noChangeAspect="1" noMove="1" noResize="1" noEditPoints="1" noAdjustHandles="1" noChangeArrowheads="1" noChangeShapeType="1" noTextEdit="1"/>
              </p:cNvSpPr>
              <p:nvPr/>
            </p:nvSpPr>
            <p:spPr>
              <a:xfrm>
                <a:off x="3736493" y="4402799"/>
                <a:ext cx="428964" cy="369332"/>
              </a:xfrm>
              <a:prstGeom prst="rect">
                <a:avLst/>
              </a:prstGeom>
              <a:blipFill>
                <a:blip r:embed="rId4"/>
                <a:stretch>
                  <a:fillRect l="-10000" r="-5714"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3736493" y="4842442"/>
                <a:ext cx="428964"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2" name="文字方塊 41"/>
              <p:cNvSpPr txBox="1">
                <a:spLocks noRot="1" noChangeAspect="1" noMove="1" noResize="1" noEditPoints="1" noAdjustHandles="1" noChangeArrowheads="1" noChangeShapeType="1" noTextEdit="1"/>
              </p:cNvSpPr>
              <p:nvPr/>
            </p:nvSpPr>
            <p:spPr>
              <a:xfrm>
                <a:off x="3736493" y="4842442"/>
                <a:ext cx="428964" cy="369332"/>
              </a:xfrm>
              <a:prstGeom prst="rect">
                <a:avLst/>
              </a:prstGeom>
              <a:blipFill>
                <a:blip r:embed="rId5"/>
                <a:stretch>
                  <a:fillRect l="-10000" r="-5714"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3741174" y="5296178"/>
                <a:ext cx="41960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4</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3" name="文字方塊 42"/>
              <p:cNvSpPr txBox="1">
                <a:spLocks noRot="1" noChangeAspect="1" noMove="1" noResize="1" noEditPoints="1" noAdjustHandles="1" noChangeArrowheads="1" noChangeShapeType="1" noTextEdit="1"/>
              </p:cNvSpPr>
              <p:nvPr/>
            </p:nvSpPr>
            <p:spPr>
              <a:xfrm>
                <a:off x="3741174" y="5296178"/>
                <a:ext cx="419602" cy="369332"/>
              </a:xfrm>
              <a:prstGeom prst="rect">
                <a:avLst/>
              </a:prstGeom>
              <a:blipFill>
                <a:blip r:embed="rId6"/>
                <a:stretch>
                  <a:fillRect l="-10145" r="-5797" b="-1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4513097" y="4471471"/>
                <a:ext cx="22326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𝑧</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4" name="文字方塊 43"/>
              <p:cNvSpPr txBox="1">
                <a:spLocks noRot="1" noChangeAspect="1" noMove="1" noResize="1" noEditPoints="1" noAdjustHandles="1" noChangeArrowheads="1" noChangeShapeType="1" noTextEdit="1"/>
              </p:cNvSpPr>
              <p:nvPr/>
            </p:nvSpPr>
            <p:spPr>
              <a:xfrm>
                <a:off x="4513097" y="4471471"/>
                <a:ext cx="223266" cy="369332"/>
              </a:xfrm>
              <a:prstGeom prst="rect">
                <a:avLst/>
              </a:prstGeom>
              <a:blipFill>
                <a:blip r:embed="rId7"/>
                <a:stretch>
                  <a:fillRect l="-16216" r="-162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文字方塊 53"/>
              <p:cNvSpPr txBox="1"/>
              <p:nvPr/>
            </p:nvSpPr>
            <p:spPr>
              <a:xfrm>
                <a:off x="7202050" y="3930535"/>
                <a:ext cx="42184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4" name="文字方塊 53"/>
              <p:cNvSpPr txBox="1">
                <a:spLocks noRot="1" noChangeAspect="1" noMove="1" noResize="1" noEditPoints="1" noAdjustHandles="1" noChangeArrowheads="1" noChangeShapeType="1" noTextEdit="1"/>
              </p:cNvSpPr>
              <p:nvPr/>
            </p:nvSpPr>
            <p:spPr>
              <a:xfrm>
                <a:off x="7202050" y="3930535"/>
                <a:ext cx="421847" cy="369332"/>
              </a:xfrm>
              <a:prstGeom prst="rect">
                <a:avLst/>
              </a:prstGeom>
              <a:blipFill>
                <a:blip r:embed="rId8"/>
                <a:stretch>
                  <a:fillRect l="-8571" r="-4286" b="-1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7221532" y="4443802"/>
                <a:ext cx="428964"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5" name="文字方塊 54"/>
              <p:cNvSpPr txBox="1">
                <a:spLocks noRot="1" noChangeAspect="1" noMove="1" noResize="1" noEditPoints="1" noAdjustHandles="1" noChangeArrowheads="1" noChangeShapeType="1" noTextEdit="1"/>
              </p:cNvSpPr>
              <p:nvPr/>
            </p:nvSpPr>
            <p:spPr>
              <a:xfrm>
                <a:off x="7221532" y="4443802"/>
                <a:ext cx="428964" cy="369332"/>
              </a:xfrm>
              <a:prstGeom prst="rect">
                <a:avLst/>
              </a:prstGeom>
              <a:blipFill>
                <a:blip r:embed="rId9"/>
                <a:stretch>
                  <a:fillRect l="-10000" r="-5714"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7221532" y="4883445"/>
                <a:ext cx="428964"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6" name="文字方塊 55"/>
              <p:cNvSpPr txBox="1">
                <a:spLocks noRot="1" noChangeAspect="1" noMove="1" noResize="1" noEditPoints="1" noAdjustHandles="1" noChangeArrowheads="1" noChangeShapeType="1" noTextEdit="1"/>
              </p:cNvSpPr>
              <p:nvPr/>
            </p:nvSpPr>
            <p:spPr>
              <a:xfrm>
                <a:off x="7221532" y="4883445"/>
                <a:ext cx="428964" cy="369332"/>
              </a:xfrm>
              <a:prstGeom prst="rect">
                <a:avLst/>
              </a:prstGeom>
              <a:blipFill>
                <a:blip r:embed="rId10"/>
                <a:stretch>
                  <a:fillRect l="-10000" r="-5714"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文字方塊 56"/>
              <p:cNvSpPr txBox="1"/>
              <p:nvPr/>
            </p:nvSpPr>
            <p:spPr>
              <a:xfrm>
                <a:off x="7226213" y="5337181"/>
                <a:ext cx="41960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4</m:t>
                          </m:r>
                        </m:sub>
                      </m:sSub>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7" name="文字方塊 56"/>
              <p:cNvSpPr txBox="1">
                <a:spLocks noRot="1" noChangeAspect="1" noMove="1" noResize="1" noEditPoints="1" noAdjustHandles="1" noChangeArrowheads="1" noChangeShapeType="1" noTextEdit="1"/>
              </p:cNvSpPr>
              <p:nvPr/>
            </p:nvSpPr>
            <p:spPr>
              <a:xfrm>
                <a:off x="7226213" y="5337181"/>
                <a:ext cx="419602" cy="369332"/>
              </a:xfrm>
              <a:prstGeom prst="rect">
                <a:avLst/>
              </a:prstGeom>
              <a:blipFill>
                <a:blip r:embed="rId11"/>
                <a:stretch>
                  <a:fillRect l="-8696" r="-5797" b="-1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8011533" y="4443802"/>
                <a:ext cx="325923"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𝑧</m:t>
                          </m:r>
                        </m:e>
                        <m: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p>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8" name="文字方塊 57"/>
              <p:cNvSpPr txBox="1">
                <a:spLocks noRot="1" noChangeAspect="1" noMove="1" noResize="1" noEditPoints="1" noAdjustHandles="1" noChangeArrowheads="1" noChangeShapeType="1" noTextEdit="1"/>
              </p:cNvSpPr>
              <p:nvPr/>
            </p:nvSpPr>
            <p:spPr>
              <a:xfrm>
                <a:off x="8011533" y="4443802"/>
                <a:ext cx="325923" cy="369332"/>
              </a:xfrm>
              <a:prstGeom prst="rect">
                <a:avLst/>
              </a:prstGeom>
              <a:blipFill>
                <a:blip r:embed="rId12"/>
                <a:stretch>
                  <a:fillRect l="-11111" r="-3704"/>
                </a:stretch>
              </a:blipFill>
            </p:spPr>
            <p:txBody>
              <a:bodyPr/>
              <a:lstStyle/>
              <a:p>
                <a:r>
                  <a:rPr lang="en-IN">
                    <a:noFill/>
                  </a:rPr>
                  <a:t> </a:t>
                </a:r>
              </a:p>
            </p:txBody>
          </p:sp>
        </mc:Fallback>
      </mc:AlternateContent>
      <p:grpSp>
        <p:nvGrpSpPr>
          <p:cNvPr id="63" name="群組 62"/>
          <p:cNvGrpSpPr/>
          <p:nvPr/>
        </p:nvGrpSpPr>
        <p:grpSpPr>
          <a:xfrm>
            <a:off x="2896335" y="4480281"/>
            <a:ext cx="365326" cy="359725"/>
            <a:chOff x="-1866900" y="1906630"/>
            <a:chExt cx="365326" cy="367349"/>
          </a:xfrm>
        </p:grpSpPr>
        <p:cxnSp>
          <p:nvCxnSpPr>
            <p:cNvPr id="64" name="直線接點 63"/>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6" name="群組 65"/>
          <p:cNvGrpSpPr/>
          <p:nvPr/>
        </p:nvGrpSpPr>
        <p:grpSpPr>
          <a:xfrm>
            <a:off x="2924930" y="6169345"/>
            <a:ext cx="365326" cy="359725"/>
            <a:chOff x="-1866900" y="1906630"/>
            <a:chExt cx="365326" cy="367349"/>
          </a:xfrm>
        </p:grpSpPr>
        <p:cxnSp>
          <p:nvCxnSpPr>
            <p:cNvPr id="67" name="直線接點 66"/>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接點 67"/>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9" name="群組 68"/>
          <p:cNvGrpSpPr/>
          <p:nvPr/>
        </p:nvGrpSpPr>
        <p:grpSpPr>
          <a:xfrm>
            <a:off x="3404908" y="4575852"/>
            <a:ext cx="265418" cy="261349"/>
            <a:chOff x="-1866900" y="1906630"/>
            <a:chExt cx="365326" cy="367349"/>
          </a:xfrm>
        </p:grpSpPr>
        <p:cxnSp>
          <p:nvCxnSpPr>
            <p:cNvPr id="70" name="直線接點 69"/>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2" name="群組 71"/>
          <p:cNvGrpSpPr/>
          <p:nvPr/>
        </p:nvGrpSpPr>
        <p:grpSpPr>
          <a:xfrm>
            <a:off x="3477079" y="5909369"/>
            <a:ext cx="265418" cy="261349"/>
            <a:chOff x="-1866900" y="1906630"/>
            <a:chExt cx="365326" cy="367349"/>
          </a:xfrm>
        </p:grpSpPr>
        <p:cxnSp>
          <p:nvCxnSpPr>
            <p:cNvPr id="73" name="直線接點 72"/>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線接點 73"/>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5" name="文字方塊 74"/>
          <p:cNvSpPr txBox="1"/>
          <p:nvPr/>
        </p:nvSpPr>
        <p:spPr>
          <a:xfrm>
            <a:off x="2213067" y="3083050"/>
            <a:ext cx="38269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Assume dropout rate is 50%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79" name="文字方塊 78"/>
              <p:cNvSpPr txBox="1"/>
              <p:nvPr/>
            </p:nvSpPr>
            <p:spPr>
              <a:xfrm>
                <a:off x="6446768" y="3952462"/>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cs typeface="+mn-cs"/>
                        </a:rPr>
                        <m:t>0.5</m:t>
                      </m:r>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mc:Choice>
        <mc:Fallback xmlns="">
          <p:sp>
            <p:nvSpPr>
              <p:cNvPr id="79" name="文字方塊 78"/>
              <p:cNvSpPr txBox="1">
                <a:spLocks noRot="1" noChangeAspect="1" noMove="1" noResize="1" noEditPoints="1" noAdjustHandles="1" noChangeArrowheads="1" noChangeShapeType="1" noTextEdit="1"/>
              </p:cNvSpPr>
              <p:nvPr/>
            </p:nvSpPr>
            <p:spPr>
              <a:xfrm>
                <a:off x="6446768" y="3952462"/>
                <a:ext cx="759310" cy="369332"/>
              </a:xfrm>
              <a:prstGeom prst="rect">
                <a:avLst/>
              </a:prstGeom>
              <a:blipFill>
                <a:blip r:embed="rId13"/>
                <a:stretch>
                  <a:fillRect l="-8730" r="-6349" b="-6349"/>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文字方塊 83"/>
              <p:cNvSpPr txBox="1"/>
              <p:nvPr/>
            </p:nvSpPr>
            <p:spPr>
              <a:xfrm>
                <a:off x="6456876" y="4454728"/>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cs typeface="+mn-cs"/>
                        </a:rPr>
                        <m:t>0.5</m:t>
                      </m:r>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mc:Choice>
        <mc:Fallback xmlns="">
          <p:sp>
            <p:nvSpPr>
              <p:cNvPr id="84" name="文字方塊 83"/>
              <p:cNvSpPr txBox="1">
                <a:spLocks noRot="1" noChangeAspect="1" noMove="1" noResize="1" noEditPoints="1" noAdjustHandles="1" noChangeArrowheads="1" noChangeShapeType="1" noTextEdit="1"/>
              </p:cNvSpPr>
              <p:nvPr/>
            </p:nvSpPr>
            <p:spPr>
              <a:xfrm>
                <a:off x="6456876" y="4454728"/>
                <a:ext cx="759310" cy="369332"/>
              </a:xfrm>
              <a:prstGeom prst="rect">
                <a:avLst/>
              </a:prstGeom>
              <a:blipFill>
                <a:blip r:embed="rId14"/>
                <a:stretch>
                  <a:fillRect l="-7874" r="-6299" b="-6452"/>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文字方塊 84"/>
              <p:cNvSpPr txBox="1"/>
              <p:nvPr/>
            </p:nvSpPr>
            <p:spPr>
              <a:xfrm>
                <a:off x="6446768" y="4897772"/>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cs typeface="+mn-cs"/>
                        </a:rPr>
                        <m:t>0.5</m:t>
                      </m:r>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mc:Choice>
        <mc:Fallback xmlns="">
          <p:sp>
            <p:nvSpPr>
              <p:cNvPr id="85" name="文字方塊 84"/>
              <p:cNvSpPr txBox="1">
                <a:spLocks noRot="1" noChangeAspect="1" noMove="1" noResize="1" noEditPoints="1" noAdjustHandles="1" noChangeArrowheads="1" noChangeShapeType="1" noTextEdit="1"/>
              </p:cNvSpPr>
              <p:nvPr/>
            </p:nvSpPr>
            <p:spPr>
              <a:xfrm>
                <a:off x="6446768" y="4897772"/>
                <a:ext cx="759310" cy="369332"/>
              </a:xfrm>
              <a:prstGeom prst="rect">
                <a:avLst/>
              </a:prstGeom>
              <a:blipFill>
                <a:blip r:embed="rId15"/>
                <a:stretch>
                  <a:fillRect l="-8730" r="-6349" b="-6349"/>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文字方塊 85"/>
              <p:cNvSpPr txBox="1"/>
              <p:nvPr/>
            </p:nvSpPr>
            <p:spPr>
              <a:xfrm>
                <a:off x="6470139" y="5351695"/>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cs typeface="+mn-cs"/>
                        </a:rPr>
                        <m:t>0.5</m:t>
                      </m:r>
                      <m:r>
                        <a:rPr kumimoji="0" lang="en-US" altLang="zh-TW" sz="2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mc:Choice>
        <mc:Fallback xmlns="">
          <p:sp>
            <p:nvSpPr>
              <p:cNvPr id="86" name="文字方塊 85"/>
              <p:cNvSpPr txBox="1">
                <a:spLocks noRot="1" noChangeAspect="1" noMove="1" noResize="1" noEditPoints="1" noAdjustHandles="1" noChangeArrowheads="1" noChangeShapeType="1" noTextEdit="1"/>
              </p:cNvSpPr>
              <p:nvPr/>
            </p:nvSpPr>
            <p:spPr>
              <a:xfrm>
                <a:off x="6470139" y="5351695"/>
                <a:ext cx="759310" cy="369332"/>
              </a:xfrm>
              <a:prstGeom prst="rect">
                <a:avLst/>
              </a:prstGeom>
              <a:blipFill>
                <a:blip r:embed="rId16"/>
                <a:stretch>
                  <a:fillRect l="-7874" r="-6299" b="-6452"/>
                </a:stretch>
              </a:blipFill>
              <a:ln>
                <a:solidFill>
                  <a:srgbClr val="FF0000"/>
                </a:solidFill>
              </a:ln>
            </p:spPr>
            <p:txBody>
              <a:bodyPr/>
              <a:lstStyle/>
              <a:p>
                <a:r>
                  <a:rPr lang="en-IN">
                    <a:noFill/>
                  </a:rPr>
                  <a:t> </a:t>
                </a:r>
              </a:p>
            </p:txBody>
          </p:sp>
        </mc:Fallback>
      </mc:AlternateContent>
      <p:sp>
        <p:nvSpPr>
          <p:cNvPr id="89" name="矩形 88"/>
          <p:cNvSpPr/>
          <p:nvPr/>
        </p:nvSpPr>
        <p:spPr>
          <a:xfrm>
            <a:off x="6144486" y="3039465"/>
            <a:ext cx="162884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No dropout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95" name="直線接點 94"/>
          <p:cNvCxnSpPr/>
          <p:nvPr/>
        </p:nvCxnSpPr>
        <p:spPr>
          <a:xfrm>
            <a:off x="5947021" y="2636370"/>
            <a:ext cx="0" cy="4221631"/>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19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21" grpId="0" animBg="1"/>
      <p:bldP spid="22" grpId="0" animBg="1"/>
      <p:bldP spid="23" grpId="0" animBg="1"/>
      <p:bldP spid="24" grpId="0" animBg="1"/>
      <p:bldP spid="25" grpId="0" animBg="1"/>
      <p:bldP spid="40" grpId="0"/>
      <p:bldP spid="41" grpId="0"/>
      <p:bldP spid="42" grpId="0"/>
      <p:bldP spid="43" grpId="0"/>
      <p:bldP spid="44" grpId="0"/>
      <p:bldP spid="54" grpId="0"/>
      <p:bldP spid="55" grpId="0"/>
      <p:bldP spid="56" grpId="0"/>
      <p:bldP spid="57" grpId="0"/>
      <p:bldP spid="58" grpId="0"/>
      <p:bldP spid="75" grpId="0"/>
      <p:bldP spid="79" grpId="0" animBg="1"/>
      <p:bldP spid="84" grpId="0" animBg="1"/>
      <p:bldP spid="85" grpId="0" animBg="1"/>
      <p:bldP spid="86" grpId="0" animBg="1"/>
      <p:bldP spid="8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 is a kind of ensemble.</a:t>
            </a:r>
            <a:endParaRPr lang="zh-TW" altLang="en-US" dirty="0"/>
          </a:p>
        </p:txBody>
      </p:sp>
      <p:sp>
        <p:nvSpPr>
          <p:cNvPr id="6" name="文字方塊 5"/>
          <p:cNvSpPr txBox="1"/>
          <p:nvPr/>
        </p:nvSpPr>
        <p:spPr>
          <a:xfrm>
            <a:off x="2167719" y="1835554"/>
            <a:ext cx="222068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Ensemble</a:t>
            </a:r>
            <a:endParaRPr kumimoji="0" lang="zh-TW" altLang="en-US"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 name="矩形 3"/>
          <p:cNvSpPr/>
          <p:nvPr/>
        </p:nvSpPr>
        <p:spPr>
          <a:xfrm>
            <a:off x="2798513" y="3787421"/>
            <a:ext cx="1352550" cy="11239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3" name="矩形 252"/>
          <p:cNvSpPr/>
          <p:nvPr/>
        </p:nvSpPr>
        <p:spPr>
          <a:xfrm>
            <a:off x="4585131" y="3782856"/>
            <a:ext cx="1352550" cy="1123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4" name="矩形 253"/>
          <p:cNvSpPr/>
          <p:nvPr/>
        </p:nvSpPr>
        <p:spPr>
          <a:xfrm>
            <a:off x="6423455" y="3764724"/>
            <a:ext cx="1352550" cy="11239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5" name="矩形 254"/>
          <p:cNvSpPr/>
          <p:nvPr/>
        </p:nvSpPr>
        <p:spPr>
          <a:xfrm>
            <a:off x="8261779" y="3782856"/>
            <a:ext cx="1352550" cy="112395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p:cNvSpPr txBox="1"/>
          <p:nvPr/>
        </p:nvSpPr>
        <p:spPr>
          <a:xfrm>
            <a:off x="2934533" y="5105204"/>
            <a:ext cx="69844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Train a bunch of networks with different structures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橢圓 9"/>
          <p:cNvSpPr/>
          <p:nvPr/>
        </p:nvSpPr>
        <p:spPr>
          <a:xfrm>
            <a:off x="5445000" y="1306055"/>
            <a:ext cx="1654731" cy="104775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Training Set</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56" name="橢圓 255"/>
          <p:cNvSpPr/>
          <p:nvPr/>
        </p:nvSpPr>
        <p:spPr>
          <a:xfrm>
            <a:off x="2844788" y="2632509"/>
            <a:ext cx="1260000" cy="72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Set</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p>
        </p:txBody>
      </p:sp>
      <p:sp>
        <p:nvSpPr>
          <p:cNvPr id="257" name="橢圓 256"/>
          <p:cNvSpPr/>
          <p:nvPr/>
        </p:nvSpPr>
        <p:spPr>
          <a:xfrm>
            <a:off x="4626837" y="2632509"/>
            <a:ext cx="1260000" cy="720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Set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8" name="橢圓 257"/>
          <p:cNvSpPr/>
          <p:nvPr/>
        </p:nvSpPr>
        <p:spPr>
          <a:xfrm>
            <a:off x="6469730" y="2642651"/>
            <a:ext cx="1260000" cy="720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Set 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9" name="橢圓 258"/>
          <p:cNvSpPr/>
          <p:nvPr/>
        </p:nvSpPr>
        <p:spPr>
          <a:xfrm>
            <a:off x="8308054" y="2642651"/>
            <a:ext cx="1260000" cy="720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Set 4</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60" name="直線單箭頭接點 259"/>
          <p:cNvCxnSpPr/>
          <p:nvPr/>
        </p:nvCxnSpPr>
        <p:spPr>
          <a:xfrm flipH="1">
            <a:off x="3829052" y="1964425"/>
            <a:ext cx="1695959" cy="6782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線單箭頭接點 260"/>
          <p:cNvCxnSpPr/>
          <p:nvPr/>
        </p:nvCxnSpPr>
        <p:spPr>
          <a:xfrm flipH="1">
            <a:off x="5326783" y="2283568"/>
            <a:ext cx="478720" cy="4297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線單箭頭接點 261"/>
          <p:cNvCxnSpPr/>
          <p:nvPr/>
        </p:nvCxnSpPr>
        <p:spPr>
          <a:xfrm>
            <a:off x="6777355" y="2257030"/>
            <a:ext cx="166076" cy="47288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線單箭頭接點 262"/>
          <p:cNvCxnSpPr/>
          <p:nvPr/>
        </p:nvCxnSpPr>
        <p:spPr>
          <a:xfrm>
            <a:off x="7021783" y="1964425"/>
            <a:ext cx="1532676" cy="72806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直線單箭頭接點 263"/>
          <p:cNvCxnSpPr/>
          <p:nvPr/>
        </p:nvCxnSpPr>
        <p:spPr>
          <a:xfrm flipH="1">
            <a:off x="8938054" y="3280679"/>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直線單箭頭接點 264"/>
          <p:cNvCxnSpPr/>
          <p:nvPr/>
        </p:nvCxnSpPr>
        <p:spPr>
          <a:xfrm flipH="1">
            <a:off x="5256838" y="3272294"/>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直線單箭頭接點 265"/>
          <p:cNvCxnSpPr/>
          <p:nvPr/>
        </p:nvCxnSpPr>
        <p:spPr>
          <a:xfrm flipH="1">
            <a:off x="7112176" y="3280679"/>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直線單箭頭接點 266"/>
          <p:cNvCxnSpPr/>
          <p:nvPr/>
        </p:nvCxnSpPr>
        <p:spPr>
          <a:xfrm flipH="1">
            <a:off x="3474788" y="3242856"/>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085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P spid="253" grpId="0" animBg="1"/>
      <p:bldP spid="254" grpId="0" animBg="1"/>
      <p:bldP spid="255" grpId="0" animBg="1"/>
      <p:bldP spid="5" grpId="0"/>
      <p:bldP spid="10" grpId="0" animBg="1"/>
      <p:bldP spid="256" grpId="0" animBg="1"/>
      <p:bldP spid="257" grpId="0" animBg="1"/>
      <p:bldP spid="258" grpId="0" animBg="1"/>
      <p:bldP spid="25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 is a kind of ensemble.</a:t>
            </a:r>
            <a:endParaRPr lang="zh-TW" altLang="en-US" dirty="0"/>
          </a:p>
        </p:txBody>
      </p:sp>
      <p:sp>
        <p:nvSpPr>
          <p:cNvPr id="6" name="文字方塊 5"/>
          <p:cNvSpPr txBox="1"/>
          <p:nvPr/>
        </p:nvSpPr>
        <p:spPr>
          <a:xfrm>
            <a:off x="2167719" y="1835554"/>
            <a:ext cx="222068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Ensemble</a:t>
            </a:r>
            <a:endParaRPr kumimoji="0" lang="zh-TW" altLang="en-US"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p:cNvSpPr txBox="1"/>
          <p:nvPr/>
        </p:nvSpPr>
        <p:spPr>
          <a:xfrm>
            <a:off x="3134950" y="5211606"/>
            <a:ext cx="75587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26"/>
          <p:cNvSpPr/>
          <p:nvPr/>
        </p:nvSpPr>
        <p:spPr>
          <a:xfrm>
            <a:off x="2798513" y="3787421"/>
            <a:ext cx="1352550" cy="11239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27"/>
          <p:cNvSpPr/>
          <p:nvPr/>
        </p:nvSpPr>
        <p:spPr>
          <a:xfrm>
            <a:off x="4585131" y="3782856"/>
            <a:ext cx="1352550" cy="1123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28"/>
          <p:cNvSpPr/>
          <p:nvPr/>
        </p:nvSpPr>
        <p:spPr>
          <a:xfrm>
            <a:off x="6423455" y="3764724"/>
            <a:ext cx="1352550" cy="11239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29"/>
          <p:cNvSpPr/>
          <p:nvPr/>
        </p:nvSpPr>
        <p:spPr>
          <a:xfrm>
            <a:off x="8261779" y="3782856"/>
            <a:ext cx="1352550" cy="112395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Network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文字方塊 30"/>
          <p:cNvSpPr txBox="1"/>
          <p:nvPr/>
        </p:nvSpPr>
        <p:spPr>
          <a:xfrm>
            <a:off x="5077028" y="2395768"/>
            <a:ext cx="246105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Testing data x</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文字方塊 31"/>
          <p:cNvSpPr txBox="1"/>
          <p:nvPr/>
        </p:nvSpPr>
        <p:spPr>
          <a:xfrm>
            <a:off x="4921568" y="5211606"/>
            <a:ext cx="75587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32"/>
          <p:cNvSpPr txBox="1"/>
          <p:nvPr/>
        </p:nvSpPr>
        <p:spPr>
          <a:xfrm>
            <a:off x="6772479" y="5211606"/>
            <a:ext cx="75587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p:cNvSpPr txBox="1"/>
          <p:nvPr/>
        </p:nvSpPr>
        <p:spPr>
          <a:xfrm>
            <a:off x="8623390" y="5211606"/>
            <a:ext cx="75587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p:cNvSpPr txBox="1"/>
          <p:nvPr/>
        </p:nvSpPr>
        <p:spPr>
          <a:xfrm>
            <a:off x="4883468" y="6172058"/>
            <a:ext cx="246105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average</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6" name="直線單箭頭接點 35"/>
          <p:cNvCxnSpPr/>
          <p:nvPr/>
        </p:nvCxnSpPr>
        <p:spPr>
          <a:xfrm flipH="1">
            <a:off x="3695838" y="2953828"/>
            <a:ext cx="1943507" cy="7973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H="1">
            <a:off x="5209769" y="2991942"/>
            <a:ext cx="727913" cy="87354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endCxn id="29" idx="0"/>
          </p:cNvCxnSpPr>
          <p:nvPr/>
        </p:nvCxnSpPr>
        <p:spPr>
          <a:xfrm>
            <a:off x="6423456" y="3033254"/>
            <a:ext cx="676275" cy="73147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endCxn id="30" idx="0"/>
          </p:cNvCxnSpPr>
          <p:nvPr/>
        </p:nvCxnSpPr>
        <p:spPr>
          <a:xfrm>
            <a:off x="6734378" y="2953828"/>
            <a:ext cx="2203676" cy="8290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p:nvPr/>
        </p:nvCxnSpPr>
        <p:spPr>
          <a:xfrm flipH="1">
            <a:off x="8919004" y="4926774"/>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flipH="1">
            <a:off x="5237788" y="4918389"/>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flipH="1">
            <a:off x="7093126" y="4926774"/>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flipH="1">
            <a:off x="3455738" y="4888951"/>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a:off x="3512887" y="5755162"/>
            <a:ext cx="1855690" cy="6785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32" idx="2"/>
          </p:cNvCxnSpPr>
          <p:nvPr/>
        </p:nvCxnSpPr>
        <p:spPr>
          <a:xfrm>
            <a:off x="5299506" y="5734827"/>
            <a:ext cx="495348" cy="55360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a:stCxn id="34" idx="2"/>
          </p:cNvCxnSpPr>
          <p:nvPr/>
        </p:nvCxnSpPr>
        <p:spPr>
          <a:xfrm flipH="1">
            <a:off x="6746382" y="5734826"/>
            <a:ext cx="2254947" cy="69884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flipH="1">
            <a:off x="6347712" y="5696953"/>
            <a:ext cx="658527" cy="5914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p:bldP spid="32" grpId="0"/>
      <p:bldP spid="33" grpId="0"/>
      <p:bldP spid="34" grpId="0"/>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 is a kind of ensemble.</a:t>
            </a:r>
            <a:endParaRPr lang="zh-TW" altLang="en-US" dirty="0"/>
          </a:p>
        </p:txBody>
      </p:sp>
      <p:grpSp>
        <p:nvGrpSpPr>
          <p:cNvPr id="448" name="群組 447"/>
          <p:cNvGrpSpPr/>
          <p:nvPr/>
        </p:nvGrpSpPr>
        <p:grpSpPr>
          <a:xfrm rot="5400000">
            <a:off x="1157291" y="3553744"/>
            <a:ext cx="2816562" cy="1283045"/>
            <a:chOff x="1660188" y="3148756"/>
            <a:chExt cx="2816562" cy="1283045"/>
          </a:xfrm>
        </p:grpSpPr>
        <p:sp>
          <p:nvSpPr>
            <p:cNvPr id="9" name="橢圓 8"/>
            <p:cNvSpPr/>
            <p:nvPr/>
          </p:nvSpPr>
          <p:spPr>
            <a:xfrm>
              <a:off x="2410717" y="3510713"/>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橢圓 11"/>
            <p:cNvSpPr/>
            <p:nvPr/>
          </p:nvSpPr>
          <p:spPr>
            <a:xfrm>
              <a:off x="3988727" y="346744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橢圓 12"/>
            <p:cNvSpPr/>
            <p:nvPr/>
          </p:nvSpPr>
          <p:spPr>
            <a:xfrm>
              <a:off x="3988727" y="388028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13"/>
            <p:cNvSpPr/>
            <p:nvPr/>
          </p:nvSpPr>
          <p:spPr>
            <a:xfrm>
              <a:off x="1660188" y="3215141"/>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6" name="直線單箭頭接點 15"/>
            <p:cNvCxnSpPr>
              <a:stCxn id="14" idx="3"/>
              <a:endCxn id="9" idx="2"/>
            </p:cNvCxnSpPr>
            <p:nvPr/>
          </p:nvCxnSpPr>
          <p:spPr>
            <a:xfrm>
              <a:off x="1791252" y="3280673"/>
              <a:ext cx="619466" cy="3555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14" idx="3"/>
            </p:cNvCxnSpPr>
            <p:nvPr/>
          </p:nvCxnSpPr>
          <p:spPr>
            <a:xfrm>
              <a:off x="1791252" y="3280673"/>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endCxn id="12" idx="2"/>
            </p:cNvCxnSpPr>
            <p:nvPr/>
          </p:nvCxnSpPr>
          <p:spPr>
            <a:xfrm flipV="1">
              <a:off x="3530097" y="3592920"/>
              <a:ext cx="458630" cy="523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endCxn id="12" idx="2"/>
            </p:cNvCxnSpPr>
            <p:nvPr/>
          </p:nvCxnSpPr>
          <p:spPr>
            <a:xfrm>
              <a:off x="3530096" y="3269680"/>
              <a:ext cx="458631" cy="3232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endCxn id="13" idx="2"/>
            </p:cNvCxnSpPr>
            <p:nvPr/>
          </p:nvCxnSpPr>
          <p:spPr>
            <a:xfrm>
              <a:off x="3530097" y="3291314"/>
              <a:ext cx="458630" cy="7144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3" idx="2"/>
            </p:cNvCxnSpPr>
            <p:nvPr/>
          </p:nvCxnSpPr>
          <p:spPr>
            <a:xfrm>
              <a:off x="3530096" y="3662777"/>
              <a:ext cx="458631" cy="3429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endCxn id="12" idx="2"/>
            </p:cNvCxnSpPr>
            <p:nvPr/>
          </p:nvCxnSpPr>
          <p:spPr>
            <a:xfrm flipV="1">
              <a:off x="3530097" y="3592920"/>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13" idx="2"/>
            </p:cNvCxnSpPr>
            <p:nvPr/>
          </p:nvCxnSpPr>
          <p:spPr>
            <a:xfrm>
              <a:off x="3530097" y="3979799"/>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endCxn id="12" idx="2"/>
            </p:cNvCxnSpPr>
            <p:nvPr/>
          </p:nvCxnSpPr>
          <p:spPr>
            <a:xfrm flipV="1">
              <a:off x="3530096" y="3592920"/>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13" idx="2"/>
            </p:cNvCxnSpPr>
            <p:nvPr/>
          </p:nvCxnSpPr>
          <p:spPr>
            <a:xfrm flipV="1">
              <a:off x="3530097" y="4005760"/>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橢圓 31"/>
            <p:cNvSpPr/>
            <p:nvPr/>
          </p:nvSpPr>
          <p:spPr>
            <a:xfrm>
              <a:off x="3279148" y="3148756"/>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3" name="橢圓 32"/>
            <p:cNvSpPr/>
            <p:nvPr/>
          </p:nvSpPr>
          <p:spPr>
            <a:xfrm>
              <a:off x="3279148" y="3493630"/>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4" name="橢圓 33"/>
            <p:cNvSpPr/>
            <p:nvPr/>
          </p:nvSpPr>
          <p:spPr>
            <a:xfrm>
              <a:off x="3279148" y="383724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5" name="橢圓 34"/>
            <p:cNvSpPr/>
            <p:nvPr/>
          </p:nvSpPr>
          <p:spPr>
            <a:xfrm>
              <a:off x="3279148" y="4180852"/>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 name="矩形 35"/>
            <p:cNvSpPr/>
            <p:nvPr/>
          </p:nvSpPr>
          <p:spPr>
            <a:xfrm>
              <a:off x="1660188" y="3924908"/>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7" name="矩形 36"/>
            <p:cNvSpPr/>
            <p:nvPr/>
          </p:nvSpPr>
          <p:spPr>
            <a:xfrm>
              <a:off x="1660188" y="4259242"/>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0" name="直線單箭頭接點 39"/>
            <p:cNvCxnSpPr>
              <a:stCxn id="37" idx="3"/>
            </p:cNvCxnSpPr>
            <p:nvPr/>
          </p:nvCxnSpPr>
          <p:spPr>
            <a:xfrm flipV="1">
              <a:off x="1791252" y="3979799"/>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37" idx="3"/>
              <a:endCxn id="9" idx="2"/>
            </p:cNvCxnSpPr>
            <p:nvPr/>
          </p:nvCxnSpPr>
          <p:spPr>
            <a:xfrm flipV="1">
              <a:off x="1791252" y="3636188"/>
              <a:ext cx="619466" cy="6885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36" idx="3"/>
              <a:endCxn id="9" idx="2"/>
            </p:cNvCxnSpPr>
            <p:nvPr/>
          </p:nvCxnSpPr>
          <p:spPr>
            <a:xfrm flipV="1">
              <a:off x="1791252" y="3636188"/>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a:off x="2661666" y="3619104"/>
              <a:ext cx="619466" cy="170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a:off x="2661666" y="3619104"/>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a:off x="2661666" y="3619104"/>
              <a:ext cx="619466" cy="7043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a:off x="2661666" y="3990440"/>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V="1">
              <a:off x="2661666" y="3636188"/>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flipV="1">
              <a:off x="2661666" y="3291314"/>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a:off x="4247435" y="3599106"/>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4247435" y="4012902"/>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1797739" y="3986049"/>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flipV="1">
              <a:off x="2678739" y="3979152"/>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a:stCxn id="9" idx="6"/>
              <a:endCxn id="32" idx="2"/>
            </p:cNvCxnSpPr>
            <p:nvPr/>
          </p:nvCxnSpPr>
          <p:spPr>
            <a:xfrm flipV="1">
              <a:off x="2661666" y="3274230"/>
              <a:ext cx="617482" cy="3619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9" name="橢圓 248"/>
            <p:cNvSpPr/>
            <p:nvPr/>
          </p:nvSpPr>
          <p:spPr>
            <a:xfrm>
              <a:off x="2406838" y="383557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269" name="矩形 268"/>
          <p:cNvSpPr/>
          <p:nvPr/>
        </p:nvSpPr>
        <p:spPr>
          <a:xfrm>
            <a:off x="8441119" y="1772546"/>
            <a:ext cx="2192715" cy="95410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Training of Dropout</a:t>
            </a:r>
            <a:endPar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451" name="群組 450"/>
          <p:cNvGrpSpPr/>
          <p:nvPr/>
        </p:nvGrpSpPr>
        <p:grpSpPr>
          <a:xfrm rot="5400000">
            <a:off x="4381969" y="3562287"/>
            <a:ext cx="2816562" cy="1265961"/>
            <a:chOff x="5222538" y="3182974"/>
            <a:chExt cx="2816562" cy="1265961"/>
          </a:xfrm>
        </p:grpSpPr>
        <p:sp>
          <p:nvSpPr>
            <p:cNvPr id="278" name="橢圓 277"/>
            <p:cNvSpPr/>
            <p:nvPr/>
          </p:nvSpPr>
          <p:spPr>
            <a:xfrm>
              <a:off x="5973067" y="3182974"/>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79" name="橢圓 278"/>
            <p:cNvSpPr/>
            <p:nvPr/>
          </p:nvSpPr>
          <p:spPr>
            <a:xfrm>
              <a:off x="5973067" y="3527847"/>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0" name="橢圓 279"/>
            <p:cNvSpPr/>
            <p:nvPr/>
          </p:nvSpPr>
          <p:spPr>
            <a:xfrm>
              <a:off x="7551077" y="3484579"/>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1" name="橢圓 280"/>
            <p:cNvSpPr/>
            <p:nvPr/>
          </p:nvSpPr>
          <p:spPr>
            <a:xfrm>
              <a:off x="7551077" y="3897419"/>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2" name="矩形 281"/>
            <p:cNvSpPr/>
            <p:nvPr/>
          </p:nvSpPr>
          <p:spPr>
            <a:xfrm>
              <a:off x="5222538" y="3232275"/>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83" name="直線單箭頭接點 282"/>
            <p:cNvCxnSpPr>
              <a:stCxn id="282" idx="3"/>
              <a:endCxn id="278" idx="2"/>
            </p:cNvCxnSpPr>
            <p:nvPr/>
          </p:nvCxnSpPr>
          <p:spPr>
            <a:xfrm>
              <a:off x="5353602" y="3297807"/>
              <a:ext cx="619466" cy="10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4" name="直線單箭頭接點 283"/>
            <p:cNvCxnSpPr>
              <a:stCxn id="282" idx="3"/>
              <a:endCxn id="279" idx="2"/>
            </p:cNvCxnSpPr>
            <p:nvPr/>
          </p:nvCxnSpPr>
          <p:spPr>
            <a:xfrm>
              <a:off x="5353602" y="3297807"/>
              <a:ext cx="619466" cy="3555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直線單箭頭接點 284"/>
            <p:cNvCxnSpPr>
              <a:stCxn id="282" idx="3"/>
            </p:cNvCxnSpPr>
            <p:nvPr/>
          </p:nvCxnSpPr>
          <p:spPr>
            <a:xfrm>
              <a:off x="5353602" y="3297807"/>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單箭頭接點 290"/>
            <p:cNvCxnSpPr>
              <a:endCxn id="280" idx="2"/>
            </p:cNvCxnSpPr>
            <p:nvPr/>
          </p:nvCxnSpPr>
          <p:spPr>
            <a:xfrm flipV="1">
              <a:off x="7092447" y="3610054"/>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線單箭頭接點 291"/>
            <p:cNvCxnSpPr>
              <a:endCxn id="281" idx="2"/>
            </p:cNvCxnSpPr>
            <p:nvPr/>
          </p:nvCxnSpPr>
          <p:spPr>
            <a:xfrm>
              <a:off x="7092447" y="3996933"/>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3" name="直線單箭頭接點 292"/>
            <p:cNvCxnSpPr>
              <a:endCxn id="280" idx="2"/>
            </p:cNvCxnSpPr>
            <p:nvPr/>
          </p:nvCxnSpPr>
          <p:spPr>
            <a:xfrm flipV="1">
              <a:off x="7092446" y="3610054"/>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直線單箭頭接點 293"/>
            <p:cNvCxnSpPr>
              <a:endCxn id="281" idx="2"/>
            </p:cNvCxnSpPr>
            <p:nvPr/>
          </p:nvCxnSpPr>
          <p:spPr>
            <a:xfrm flipV="1">
              <a:off x="7092447" y="4022894"/>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直線單箭頭接點 294"/>
            <p:cNvCxnSpPr>
              <a:stCxn id="299" idx="2"/>
              <a:endCxn id="278" idx="2"/>
            </p:cNvCxnSpPr>
            <p:nvPr/>
          </p:nvCxnSpPr>
          <p:spPr>
            <a:xfrm flipV="1">
              <a:off x="5288070" y="3308448"/>
              <a:ext cx="684997" cy="3933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6" name="直線單箭頭接點 295"/>
            <p:cNvCxnSpPr>
              <a:stCxn id="299" idx="3"/>
              <a:endCxn id="279" idx="2"/>
            </p:cNvCxnSpPr>
            <p:nvPr/>
          </p:nvCxnSpPr>
          <p:spPr>
            <a:xfrm>
              <a:off x="5353602" y="3636238"/>
              <a:ext cx="619466" cy="170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7" name="直線單箭頭接點 296"/>
            <p:cNvCxnSpPr>
              <a:stCxn id="299" idx="3"/>
            </p:cNvCxnSpPr>
            <p:nvPr/>
          </p:nvCxnSpPr>
          <p:spPr>
            <a:xfrm>
              <a:off x="5353602" y="3636238"/>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9" name="矩形 298"/>
            <p:cNvSpPr/>
            <p:nvPr/>
          </p:nvSpPr>
          <p:spPr>
            <a:xfrm>
              <a:off x="5222538" y="3570706"/>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02" name="橢圓 301"/>
            <p:cNvSpPr/>
            <p:nvPr/>
          </p:nvSpPr>
          <p:spPr>
            <a:xfrm>
              <a:off x="6841498" y="385437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03" name="橢圓 302"/>
            <p:cNvSpPr/>
            <p:nvPr/>
          </p:nvSpPr>
          <p:spPr>
            <a:xfrm>
              <a:off x="6841498" y="4197986"/>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04" name="矩形 303"/>
            <p:cNvSpPr/>
            <p:nvPr/>
          </p:nvSpPr>
          <p:spPr>
            <a:xfrm>
              <a:off x="5222538" y="3942042"/>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05" name="矩形 304"/>
            <p:cNvSpPr/>
            <p:nvPr/>
          </p:nvSpPr>
          <p:spPr>
            <a:xfrm>
              <a:off x="5222538" y="4276376"/>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08" name="直線單箭頭接點 307"/>
            <p:cNvCxnSpPr>
              <a:stCxn id="305" idx="3"/>
            </p:cNvCxnSpPr>
            <p:nvPr/>
          </p:nvCxnSpPr>
          <p:spPr>
            <a:xfrm flipV="1">
              <a:off x="5353602" y="3996933"/>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直線單箭頭接點 308"/>
            <p:cNvCxnSpPr>
              <a:stCxn id="305" idx="3"/>
              <a:endCxn id="279" idx="2"/>
            </p:cNvCxnSpPr>
            <p:nvPr/>
          </p:nvCxnSpPr>
          <p:spPr>
            <a:xfrm flipV="1">
              <a:off x="5353602" y="3653322"/>
              <a:ext cx="619466" cy="6885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 name="直線單箭頭接點 309"/>
            <p:cNvCxnSpPr>
              <a:stCxn id="305" idx="3"/>
              <a:endCxn id="278" idx="2"/>
            </p:cNvCxnSpPr>
            <p:nvPr/>
          </p:nvCxnSpPr>
          <p:spPr>
            <a:xfrm flipV="1">
              <a:off x="5353602" y="3308448"/>
              <a:ext cx="619466" cy="10334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線單箭頭接點 310"/>
            <p:cNvCxnSpPr>
              <a:stCxn id="304" idx="3"/>
              <a:endCxn id="279" idx="2"/>
            </p:cNvCxnSpPr>
            <p:nvPr/>
          </p:nvCxnSpPr>
          <p:spPr>
            <a:xfrm flipV="1">
              <a:off x="5353602" y="3653322"/>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2" name="直線單箭頭接點 311"/>
            <p:cNvCxnSpPr>
              <a:stCxn id="304" idx="3"/>
              <a:endCxn id="278" idx="2"/>
            </p:cNvCxnSpPr>
            <p:nvPr/>
          </p:nvCxnSpPr>
          <p:spPr>
            <a:xfrm flipV="1">
              <a:off x="5353602" y="3308448"/>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直線單箭頭接點 314"/>
            <p:cNvCxnSpPr/>
            <p:nvPr/>
          </p:nvCxnSpPr>
          <p:spPr>
            <a:xfrm>
              <a:off x="6224016" y="3297807"/>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直線單箭頭接點 315"/>
            <p:cNvCxnSpPr/>
            <p:nvPr/>
          </p:nvCxnSpPr>
          <p:spPr>
            <a:xfrm>
              <a:off x="6224016" y="3297807"/>
              <a:ext cx="619466" cy="10427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直線單箭頭接點 317"/>
            <p:cNvCxnSpPr/>
            <p:nvPr/>
          </p:nvCxnSpPr>
          <p:spPr>
            <a:xfrm>
              <a:off x="6224016" y="3636238"/>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9" name="直線單箭頭接點 318"/>
            <p:cNvCxnSpPr/>
            <p:nvPr/>
          </p:nvCxnSpPr>
          <p:spPr>
            <a:xfrm>
              <a:off x="6224016" y="3636238"/>
              <a:ext cx="619466" cy="7043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1" name="直線單箭頭接點 320"/>
            <p:cNvCxnSpPr/>
            <p:nvPr/>
          </p:nvCxnSpPr>
          <p:spPr>
            <a:xfrm>
              <a:off x="6224016" y="4007574"/>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直線單箭頭接點 326"/>
            <p:cNvCxnSpPr/>
            <p:nvPr/>
          </p:nvCxnSpPr>
          <p:spPr>
            <a:xfrm>
              <a:off x="7809785" y="3616240"/>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直線單箭頭接點 327"/>
            <p:cNvCxnSpPr/>
            <p:nvPr/>
          </p:nvCxnSpPr>
          <p:spPr>
            <a:xfrm>
              <a:off x="7809785" y="4030036"/>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線單箭頭接點 274"/>
            <p:cNvCxnSpPr/>
            <p:nvPr/>
          </p:nvCxnSpPr>
          <p:spPr>
            <a:xfrm flipV="1">
              <a:off x="5360089" y="4003183"/>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直線單箭頭接點 275"/>
            <p:cNvCxnSpPr/>
            <p:nvPr/>
          </p:nvCxnSpPr>
          <p:spPr>
            <a:xfrm flipV="1">
              <a:off x="6241089" y="3996286"/>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2" name="橢圓 271"/>
            <p:cNvSpPr/>
            <p:nvPr/>
          </p:nvSpPr>
          <p:spPr>
            <a:xfrm>
              <a:off x="5969188" y="3852712"/>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50" name="群組 449"/>
          <p:cNvGrpSpPr/>
          <p:nvPr/>
        </p:nvGrpSpPr>
        <p:grpSpPr>
          <a:xfrm rot="5400000">
            <a:off x="2909975" y="3696735"/>
            <a:ext cx="2816562" cy="965618"/>
            <a:chOff x="1660188" y="5222258"/>
            <a:chExt cx="2816562" cy="965618"/>
          </a:xfrm>
        </p:grpSpPr>
        <p:sp>
          <p:nvSpPr>
            <p:cNvPr id="339" name="橢圓 338"/>
            <p:cNvSpPr/>
            <p:nvPr/>
          </p:nvSpPr>
          <p:spPr>
            <a:xfrm>
              <a:off x="3988727" y="522225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40" name="橢圓 339"/>
            <p:cNvSpPr/>
            <p:nvPr/>
          </p:nvSpPr>
          <p:spPr>
            <a:xfrm>
              <a:off x="3988727" y="563509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50" name="直線單箭頭接點 349"/>
            <p:cNvCxnSpPr>
              <a:endCxn id="339" idx="2"/>
            </p:cNvCxnSpPr>
            <p:nvPr/>
          </p:nvCxnSpPr>
          <p:spPr>
            <a:xfrm flipV="1">
              <a:off x="3530097" y="5347733"/>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1" name="直線單箭頭接點 350"/>
            <p:cNvCxnSpPr>
              <a:endCxn id="340" idx="2"/>
            </p:cNvCxnSpPr>
            <p:nvPr/>
          </p:nvCxnSpPr>
          <p:spPr>
            <a:xfrm>
              <a:off x="3530097" y="5734612"/>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直線單箭頭接點 351"/>
            <p:cNvCxnSpPr>
              <a:endCxn id="339" idx="2"/>
            </p:cNvCxnSpPr>
            <p:nvPr/>
          </p:nvCxnSpPr>
          <p:spPr>
            <a:xfrm flipV="1">
              <a:off x="3530096" y="5347733"/>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線單箭頭接點 352"/>
            <p:cNvCxnSpPr>
              <a:endCxn id="340" idx="2"/>
            </p:cNvCxnSpPr>
            <p:nvPr/>
          </p:nvCxnSpPr>
          <p:spPr>
            <a:xfrm flipV="1">
              <a:off x="3530097" y="5760573"/>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1" name="橢圓 360"/>
            <p:cNvSpPr/>
            <p:nvPr/>
          </p:nvSpPr>
          <p:spPr>
            <a:xfrm>
              <a:off x="3279148" y="5592054"/>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2" name="橢圓 361"/>
            <p:cNvSpPr/>
            <p:nvPr/>
          </p:nvSpPr>
          <p:spPr>
            <a:xfrm>
              <a:off x="3279148" y="593566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3" name="矩形 362"/>
            <p:cNvSpPr/>
            <p:nvPr/>
          </p:nvSpPr>
          <p:spPr>
            <a:xfrm>
              <a:off x="1660188" y="5679721"/>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64" name="矩形 363"/>
            <p:cNvSpPr/>
            <p:nvPr/>
          </p:nvSpPr>
          <p:spPr>
            <a:xfrm>
              <a:off x="1660188" y="6014055"/>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65" name="直線單箭頭接點 364"/>
            <p:cNvCxnSpPr>
              <a:stCxn id="364" idx="3"/>
            </p:cNvCxnSpPr>
            <p:nvPr/>
          </p:nvCxnSpPr>
          <p:spPr>
            <a:xfrm flipV="1">
              <a:off x="1791252" y="6078223"/>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6" name="直線單箭頭接點 365"/>
            <p:cNvCxnSpPr>
              <a:stCxn id="363" idx="3"/>
            </p:cNvCxnSpPr>
            <p:nvPr/>
          </p:nvCxnSpPr>
          <p:spPr>
            <a:xfrm>
              <a:off x="1791252" y="5745253"/>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7" name="直線單箭頭接點 366"/>
            <p:cNvCxnSpPr>
              <a:stCxn id="364" idx="3"/>
            </p:cNvCxnSpPr>
            <p:nvPr/>
          </p:nvCxnSpPr>
          <p:spPr>
            <a:xfrm flipV="1">
              <a:off x="1791252" y="5734612"/>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9" name="直線單箭頭接點 378"/>
            <p:cNvCxnSpPr/>
            <p:nvPr/>
          </p:nvCxnSpPr>
          <p:spPr>
            <a:xfrm flipV="1">
              <a:off x="2661666" y="6078223"/>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0" name="直線單箭頭接點 379"/>
            <p:cNvCxnSpPr/>
            <p:nvPr/>
          </p:nvCxnSpPr>
          <p:spPr>
            <a:xfrm>
              <a:off x="2661666" y="5745253"/>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1" name="直線單箭頭接點 380"/>
            <p:cNvCxnSpPr/>
            <p:nvPr/>
          </p:nvCxnSpPr>
          <p:spPr>
            <a:xfrm flipV="1">
              <a:off x="2661666" y="5734612"/>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6" name="直線單箭頭接點 385"/>
            <p:cNvCxnSpPr/>
            <p:nvPr/>
          </p:nvCxnSpPr>
          <p:spPr>
            <a:xfrm>
              <a:off x="4247435" y="5353919"/>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7" name="直線單箭頭接點 386"/>
            <p:cNvCxnSpPr/>
            <p:nvPr/>
          </p:nvCxnSpPr>
          <p:spPr>
            <a:xfrm>
              <a:off x="4247435" y="5767715"/>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4" name="直線單箭頭接點 333"/>
            <p:cNvCxnSpPr/>
            <p:nvPr/>
          </p:nvCxnSpPr>
          <p:spPr>
            <a:xfrm flipV="1">
              <a:off x="1797739" y="5740862"/>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直線單箭頭接點 334"/>
            <p:cNvCxnSpPr/>
            <p:nvPr/>
          </p:nvCxnSpPr>
          <p:spPr>
            <a:xfrm flipV="1">
              <a:off x="2678739" y="5733965"/>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1" name="橢圓 330"/>
            <p:cNvSpPr/>
            <p:nvPr/>
          </p:nvSpPr>
          <p:spPr>
            <a:xfrm>
              <a:off x="2406838" y="559039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32" name="橢圓 331"/>
            <p:cNvSpPr/>
            <p:nvPr/>
          </p:nvSpPr>
          <p:spPr>
            <a:xfrm>
              <a:off x="2405946" y="5936927"/>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447" name="文字方塊 446"/>
          <p:cNvSpPr txBox="1"/>
          <p:nvPr/>
        </p:nvSpPr>
        <p:spPr>
          <a:xfrm>
            <a:off x="1849491" y="1852133"/>
            <a:ext cx="1440000" cy="83099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err="1">
                <a:ln>
                  <a:noFill/>
                </a:ln>
                <a:solidFill>
                  <a:prstClr val="white"/>
                </a:solidFill>
                <a:effectLst/>
                <a:uLnTx/>
                <a:uFillTx/>
                <a:latin typeface="Calibri" panose="020F0502020204030204"/>
                <a:ea typeface="新細明體" panose="02020500000000000000" pitchFamily="18" charset="-120"/>
                <a:cs typeface="+mn-cs"/>
              </a:rPr>
              <a:t>minibatch</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1</a:t>
            </a:r>
            <a:endParaRPr kumimoji="0" lang="zh-TW" altLang="en-US" sz="2400" b="0" i="0" u="none" strike="noStrike" kern="1200" cap="none" spc="0" normalizeH="0" baseline="-2500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452" name="群組 451"/>
          <p:cNvGrpSpPr/>
          <p:nvPr/>
        </p:nvGrpSpPr>
        <p:grpSpPr>
          <a:xfrm rot="5400000">
            <a:off x="6505975" y="3201461"/>
            <a:ext cx="2816562" cy="2026283"/>
            <a:chOff x="5238336" y="4137476"/>
            <a:chExt cx="2816562" cy="2026283"/>
          </a:xfrm>
        </p:grpSpPr>
        <p:sp>
          <p:nvSpPr>
            <p:cNvPr id="396" name="橢圓 395"/>
            <p:cNvSpPr/>
            <p:nvPr/>
          </p:nvSpPr>
          <p:spPr>
            <a:xfrm>
              <a:off x="5988865" y="4896536"/>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98" name="橢圓 397"/>
            <p:cNvSpPr/>
            <p:nvPr/>
          </p:nvSpPr>
          <p:spPr>
            <a:xfrm>
              <a:off x="7566875" y="519814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99" name="橢圓 398"/>
            <p:cNvSpPr/>
            <p:nvPr/>
          </p:nvSpPr>
          <p:spPr>
            <a:xfrm>
              <a:off x="7566875" y="561098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00" name="矩形 399"/>
            <p:cNvSpPr/>
            <p:nvPr/>
          </p:nvSpPr>
          <p:spPr>
            <a:xfrm>
              <a:off x="5238336" y="4945837"/>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01" name="直線單箭頭接點 400"/>
            <p:cNvCxnSpPr>
              <a:stCxn id="400" idx="3"/>
              <a:endCxn id="396" idx="2"/>
            </p:cNvCxnSpPr>
            <p:nvPr/>
          </p:nvCxnSpPr>
          <p:spPr>
            <a:xfrm>
              <a:off x="5369400" y="5011369"/>
              <a:ext cx="619466" cy="10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線單箭頭接點 403"/>
            <p:cNvCxnSpPr>
              <a:stCxn id="400" idx="3"/>
            </p:cNvCxnSpPr>
            <p:nvPr/>
          </p:nvCxnSpPr>
          <p:spPr>
            <a:xfrm>
              <a:off x="5369400" y="5011369"/>
              <a:ext cx="619466" cy="10427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6" name="直線單箭頭接點 405"/>
            <p:cNvCxnSpPr>
              <a:endCxn id="398" idx="2"/>
            </p:cNvCxnSpPr>
            <p:nvPr/>
          </p:nvCxnSpPr>
          <p:spPr>
            <a:xfrm>
              <a:off x="7108244" y="5000376"/>
              <a:ext cx="458631" cy="3232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7" name="直線單箭頭接點 406"/>
            <p:cNvCxnSpPr>
              <a:endCxn id="399" idx="2"/>
            </p:cNvCxnSpPr>
            <p:nvPr/>
          </p:nvCxnSpPr>
          <p:spPr>
            <a:xfrm>
              <a:off x="7108245" y="5022010"/>
              <a:ext cx="458630" cy="7144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1" name="直線單箭頭接點 410"/>
            <p:cNvCxnSpPr>
              <a:endCxn id="398" idx="2"/>
            </p:cNvCxnSpPr>
            <p:nvPr/>
          </p:nvCxnSpPr>
          <p:spPr>
            <a:xfrm flipV="1">
              <a:off x="7108244" y="5323616"/>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2" name="直線單箭頭接點 411"/>
            <p:cNvCxnSpPr>
              <a:endCxn id="399" idx="2"/>
            </p:cNvCxnSpPr>
            <p:nvPr/>
          </p:nvCxnSpPr>
          <p:spPr>
            <a:xfrm flipV="1">
              <a:off x="7108245" y="5736456"/>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3" name="直線單箭頭接點 412"/>
            <p:cNvCxnSpPr>
              <a:stCxn id="417" idx="2"/>
              <a:endCxn id="396" idx="2"/>
            </p:cNvCxnSpPr>
            <p:nvPr/>
          </p:nvCxnSpPr>
          <p:spPr>
            <a:xfrm flipV="1">
              <a:off x="5303868" y="5022010"/>
              <a:ext cx="684997" cy="3933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6" name="直線單箭頭接點 415"/>
            <p:cNvCxnSpPr>
              <a:stCxn id="417" idx="3"/>
            </p:cNvCxnSpPr>
            <p:nvPr/>
          </p:nvCxnSpPr>
          <p:spPr>
            <a:xfrm>
              <a:off x="5369400" y="5349800"/>
              <a:ext cx="619466" cy="7043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7" name="矩形 416"/>
            <p:cNvSpPr/>
            <p:nvPr/>
          </p:nvSpPr>
          <p:spPr>
            <a:xfrm>
              <a:off x="5238336" y="5284268"/>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18" name="橢圓 417"/>
            <p:cNvSpPr/>
            <p:nvPr/>
          </p:nvSpPr>
          <p:spPr>
            <a:xfrm>
              <a:off x="6857296" y="4879452"/>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21" name="橢圓 420"/>
            <p:cNvSpPr/>
            <p:nvPr/>
          </p:nvSpPr>
          <p:spPr>
            <a:xfrm>
              <a:off x="6857296" y="591154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22" name="矩形 421"/>
            <p:cNvSpPr/>
            <p:nvPr/>
          </p:nvSpPr>
          <p:spPr>
            <a:xfrm>
              <a:off x="5238336" y="5655604"/>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23" name="矩形 422"/>
            <p:cNvSpPr/>
            <p:nvPr/>
          </p:nvSpPr>
          <p:spPr>
            <a:xfrm>
              <a:off x="5238336" y="5989938"/>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24" name="直線單箭頭接點 423"/>
            <p:cNvCxnSpPr>
              <a:stCxn id="423" idx="3"/>
            </p:cNvCxnSpPr>
            <p:nvPr/>
          </p:nvCxnSpPr>
          <p:spPr>
            <a:xfrm flipV="1">
              <a:off x="5369400" y="6054106"/>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5" name="直線單箭頭接點 424"/>
            <p:cNvCxnSpPr>
              <a:stCxn id="422" idx="3"/>
            </p:cNvCxnSpPr>
            <p:nvPr/>
          </p:nvCxnSpPr>
          <p:spPr>
            <a:xfrm>
              <a:off x="5369400" y="5721136"/>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8" name="直線單箭頭接點 427"/>
            <p:cNvCxnSpPr>
              <a:stCxn id="423" idx="3"/>
              <a:endCxn id="396" idx="2"/>
            </p:cNvCxnSpPr>
            <p:nvPr/>
          </p:nvCxnSpPr>
          <p:spPr>
            <a:xfrm flipV="1">
              <a:off x="5369400" y="5022010"/>
              <a:ext cx="619466" cy="10334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0" name="直線單箭頭接點 429"/>
            <p:cNvCxnSpPr>
              <a:stCxn id="422" idx="3"/>
              <a:endCxn id="396" idx="2"/>
            </p:cNvCxnSpPr>
            <p:nvPr/>
          </p:nvCxnSpPr>
          <p:spPr>
            <a:xfrm flipV="1">
              <a:off x="5369400" y="5022010"/>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1" name="直線單箭頭接點 430"/>
            <p:cNvCxnSpPr/>
            <p:nvPr/>
          </p:nvCxnSpPr>
          <p:spPr>
            <a:xfrm>
              <a:off x="6239814" y="5011369"/>
              <a:ext cx="619466" cy="10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4" name="直線單箭頭接點 433"/>
            <p:cNvCxnSpPr/>
            <p:nvPr/>
          </p:nvCxnSpPr>
          <p:spPr>
            <a:xfrm>
              <a:off x="6239814" y="5011369"/>
              <a:ext cx="619466" cy="10427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8" name="直線單箭頭接點 437"/>
            <p:cNvCxnSpPr/>
            <p:nvPr/>
          </p:nvCxnSpPr>
          <p:spPr>
            <a:xfrm flipV="1">
              <a:off x="6239814" y="6054106"/>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直線單箭頭接點 441"/>
            <p:cNvCxnSpPr/>
            <p:nvPr/>
          </p:nvCxnSpPr>
          <p:spPr>
            <a:xfrm flipV="1">
              <a:off x="6239814" y="5022010"/>
              <a:ext cx="619466" cy="10334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5" name="直線單箭頭接點 444"/>
            <p:cNvCxnSpPr/>
            <p:nvPr/>
          </p:nvCxnSpPr>
          <p:spPr>
            <a:xfrm>
              <a:off x="7825583" y="5329802"/>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6" name="直線單箭頭接點 445"/>
            <p:cNvCxnSpPr/>
            <p:nvPr/>
          </p:nvCxnSpPr>
          <p:spPr>
            <a:xfrm>
              <a:off x="7825583" y="5743598"/>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1" name="橢圓 390"/>
            <p:cNvSpPr/>
            <p:nvPr/>
          </p:nvSpPr>
          <p:spPr>
            <a:xfrm>
              <a:off x="5984094" y="5912810"/>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49" name="文字方塊 448"/>
            <p:cNvSpPr txBox="1"/>
            <p:nvPr/>
          </p:nvSpPr>
          <p:spPr>
            <a:xfrm>
              <a:off x="6063855" y="4137476"/>
              <a:ext cx="9642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53" name="文字方塊 452"/>
          <p:cNvSpPr txBox="1"/>
          <p:nvPr/>
        </p:nvSpPr>
        <p:spPr>
          <a:xfrm>
            <a:off x="2637458" y="5741959"/>
            <a:ext cx="7351603"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Using one mini-batch to train one network</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4" name="文字方塊 453"/>
          <p:cNvSpPr txBox="1"/>
          <p:nvPr/>
        </p:nvSpPr>
        <p:spPr>
          <a:xfrm>
            <a:off x="2612193" y="6205586"/>
            <a:ext cx="7018866"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Some parameters in the network are shared</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5" name="文字方塊 454"/>
          <p:cNvSpPr txBox="1"/>
          <p:nvPr/>
        </p:nvSpPr>
        <p:spPr>
          <a:xfrm>
            <a:off x="3506924" y="1847805"/>
            <a:ext cx="1440000" cy="83099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err="1">
                <a:ln>
                  <a:noFill/>
                </a:ln>
                <a:solidFill>
                  <a:prstClr val="white"/>
                </a:solidFill>
                <a:effectLst/>
                <a:uLnTx/>
                <a:uFillTx/>
                <a:latin typeface="Calibri" panose="020F0502020204030204"/>
                <a:ea typeface="新細明體" panose="02020500000000000000" pitchFamily="18" charset="-120"/>
                <a:cs typeface="+mn-cs"/>
              </a:rPr>
              <a:t>minibatch</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2</a:t>
            </a:r>
            <a:endParaRPr kumimoji="0" lang="zh-TW" altLang="en-US" sz="2400" b="0" i="0" u="none" strike="noStrike" kern="1200" cap="none" spc="0" normalizeH="0" baseline="-2500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56" name="文字方塊 455"/>
          <p:cNvSpPr txBox="1"/>
          <p:nvPr/>
        </p:nvSpPr>
        <p:spPr>
          <a:xfrm>
            <a:off x="5158658" y="1852133"/>
            <a:ext cx="1440000" cy="83099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err="1">
                <a:ln>
                  <a:noFill/>
                </a:ln>
                <a:solidFill>
                  <a:prstClr val="white"/>
                </a:solidFill>
                <a:effectLst/>
                <a:uLnTx/>
                <a:uFillTx/>
                <a:latin typeface="Calibri" panose="020F0502020204030204"/>
                <a:ea typeface="新細明體" panose="02020500000000000000" pitchFamily="18" charset="-120"/>
                <a:cs typeface="+mn-cs"/>
              </a:rPr>
              <a:t>minibatch</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3</a:t>
            </a:r>
            <a:endParaRPr kumimoji="0" lang="zh-TW" altLang="en-US" sz="2400" b="0" i="0" u="none" strike="noStrike" kern="1200" cap="none" spc="0" normalizeH="0" baseline="-2500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57" name="文字方塊 456"/>
          <p:cNvSpPr txBox="1"/>
          <p:nvPr/>
        </p:nvSpPr>
        <p:spPr>
          <a:xfrm>
            <a:off x="6807616" y="1834102"/>
            <a:ext cx="1440000" cy="83099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err="1">
                <a:ln>
                  <a:noFill/>
                </a:ln>
                <a:solidFill>
                  <a:prstClr val="white"/>
                </a:solidFill>
                <a:effectLst/>
                <a:uLnTx/>
                <a:uFillTx/>
                <a:latin typeface="Calibri" panose="020F0502020204030204"/>
                <a:ea typeface="新細明體" panose="02020500000000000000" pitchFamily="18" charset="-120"/>
                <a:cs typeface="+mn-cs"/>
              </a:rPr>
              <a:t>minibatch</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4</a:t>
            </a:r>
            <a:endParaRPr kumimoji="0" lang="zh-TW" altLang="en-US" sz="2400" b="0" i="0" u="none" strike="noStrike" kern="1200" cap="none" spc="0" normalizeH="0" baseline="-2500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515" name="文字方塊 514"/>
          <p:cNvSpPr txBox="1"/>
          <p:nvPr/>
        </p:nvSpPr>
        <p:spPr>
          <a:xfrm>
            <a:off x="8658165" y="2979863"/>
            <a:ext cx="18288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 neurons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6" name="文字方塊 515"/>
          <p:cNvSpPr txBox="1"/>
          <p:nvPr/>
        </p:nvSpPr>
        <p:spPr>
          <a:xfrm>
            <a:off x="8658165" y="4390224"/>
            <a:ext cx="182880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r>
              <a:rPr kumimoji="0" lang="en-US" altLang="zh-TW" sz="2800" b="0" i="0" u="none" strike="noStrike" kern="1200" cap="none" spc="0" normalizeH="0" baseline="30000" noProof="0" dirty="0">
                <a:ln>
                  <a:noFill/>
                </a:ln>
                <a:solidFill>
                  <a:prstClr val="black"/>
                </a:solidFill>
                <a:effectLst/>
                <a:uLnTx/>
                <a:uFillTx/>
                <a:latin typeface="Calibri" panose="020F0502020204030204"/>
                <a:ea typeface="新細明體" panose="02020500000000000000" pitchFamily="18" charset="-120"/>
                <a:cs typeface="+mn-cs"/>
              </a:rPr>
              <a:t>M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possible networks</a:t>
            </a:r>
            <a:endParaRPr kumimoji="0" lang="zh-TW" altLang="en-US" sz="2800" b="0" i="0" u="none" strike="noStrike" kern="1200" cap="none" spc="0" normalizeH="0" baseline="30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7" name="向下箭號 516"/>
          <p:cNvSpPr/>
          <p:nvPr/>
        </p:nvSpPr>
        <p:spPr>
          <a:xfrm>
            <a:off x="9308576" y="3503083"/>
            <a:ext cx="501874" cy="88714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46020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p:bldP spid="447" grpId="0" animBg="1"/>
      <p:bldP spid="453" grpId="0"/>
      <p:bldP spid="454" grpId="0"/>
      <p:bldP spid="455" grpId="0" animBg="1"/>
      <p:bldP spid="456" grpId="0" animBg="1"/>
      <p:bldP spid="457" grpId="0" animBg="1"/>
      <p:bldP spid="515" grpId="0"/>
      <p:bldP spid="516" grpId="0"/>
      <p:bldP spid="5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7086189" y="2515916"/>
            <a:ext cx="3330744" cy="3248773"/>
          </a:xfrm>
          <a:prstGeom prst="rect">
            <a:avLst/>
          </a:prstGeom>
          <a:noFill/>
          <a:ln w="57150">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標題 1"/>
          <p:cNvSpPr>
            <a:spLocks noGrp="1"/>
          </p:cNvSpPr>
          <p:nvPr>
            <p:ph type="title"/>
          </p:nvPr>
        </p:nvSpPr>
        <p:spPr/>
        <p:txBody>
          <a:bodyPr/>
          <a:lstStyle/>
          <a:p>
            <a:r>
              <a:rPr lang="en-US" altLang="zh-TW" dirty="0"/>
              <a:t>Dropout is a kind of ensemble.</a:t>
            </a:r>
            <a:endParaRPr lang="zh-TW" altLang="en-US" dirty="0"/>
          </a:p>
        </p:txBody>
      </p:sp>
      <p:grpSp>
        <p:nvGrpSpPr>
          <p:cNvPr id="448" name="群組 447"/>
          <p:cNvGrpSpPr/>
          <p:nvPr/>
        </p:nvGrpSpPr>
        <p:grpSpPr>
          <a:xfrm rot="5400000">
            <a:off x="1157291" y="3553744"/>
            <a:ext cx="2816562" cy="1283045"/>
            <a:chOff x="1660188" y="3148756"/>
            <a:chExt cx="2816562" cy="1283045"/>
          </a:xfrm>
        </p:grpSpPr>
        <p:sp>
          <p:nvSpPr>
            <p:cNvPr id="9" name="橢圓 8"/>
            <p:cNvSpPr/>
            <p:nvPr/>
          </p:nvSpPr>
          <p:spPr>
            <a:xfrm>
              <a:off x="2410717" y="3510713"/>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橢圓 11"/>
            <p:cNvSpPr/>
            <p:nvPr/>
          </p:nvSpPr>
          <p:spPr>
            <a:xfrm>
              <a:off x="3988727" y="346744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橢圓 12"/>
            <p:cNvSpPr/>
            <p:nvPr/>
          </p:nvSpPr>
          <p:spPr>
            <a:xfrm>
              <a:off x="3988727" y="388028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13"/>
            <p:cNvSpPr/>
            <p:nvPr/>
          </p:nvSpPr>
          <p:spPr>
            <a:xfrm>
              <a:off x="1660188" y="3215141"/>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6" name="直線單箭頭接點 15"/>
            <p:cNvCxnSpPr>
              <a:stCxn id="14" idx="3"/>
              <a:endCxn id="9" idx="2"/>
            </p:cNvCxnSpPr>
            <p:nvPr/>
          </p:nvCxnSpPr>
          <p:spPr>
            <a:xfrm>
              <a:off x="1791252" y="3280673"/>
              <a:ext cx="619466" cy="3555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14" idx="3"/>
            </p:cNvCxnSpPr>
            <p:nvPr/>
          </p:nvCxnSpPr>
          <p:spPr>
            <a:xfrm>
              <a:off x="1791252" y="3280673"/>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endCxn id="12" idx="2"/>
            </p:cNvCxnSpPr>
            <p:nvPr/>
          </p:nvCxnSpPr>
          <p:spPr>
            <a:xfrm flipV="1">
              <a:off x="3530097" y="3592920"/>
              <a:ext cx="458630" cy="523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endCxn id="12" idx="2"/>
            </p:cNvCxnSpPr>
            <p:nvPr/>
          </p:nvCxnSpPr>
          <p:spPr>
            <a:xfrm>
              <a:off x="3530096" y="3269680"/>
              <a:ext cx="458631" cy="3232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endCxn id="13" idx="2"/>
            </p:cNvCxnSpPr>
            <p:nvPr/>
          </p:nvCxnSpPr>
          <p:spPr>
            <a:xfrm>
              <a:off x="3530097" y="3291314"/>
              <a:ext cx="458630" cy="7144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3" idx="2"/>
            </p:cNvCxnSpPr>
            <p:nvPr/>
          </p:nvCxnSpPr>
          <p:spPr>
            <a:xfrm>
              <a:off x="3530096" y="3662777"/>
              <a:ext cx="458631" cy="3429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endCxn id="12" idx="2"/>
            </p:cNvCxnSpPr>
            <p:nvPr/>
          </p:nvCxnSpPr>
          <p:spPr>
            <a:xfrm flipV="1">
              <a:off x="3530097" y="3592920"/>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13" idx="2"/>
            </p:cNvCxnSpPr>
            <p:nvPr/>
          </p:nvCxnSpPr>
          <p:spPr>
            <a:xfrm>
              <a:off x="3530097" y="3979799"/>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endCxn id="12" idx="2"/>
            </p:cNvCxnSpPr>
            <p:nvPr/>
          </p:nvCxnSpPr>
          <p:spPr>
            <a:xfrm flipV="1">
              <a:off x="3530096" y="3592920"/>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13" idx="2"/>
            </p:cNvCxnSpPr>
            <p:nvPr/>
          </p:nvCxnSpPr>
          <p:spPr>
            <a:xfrm flipV="1">
              <a:off x="3530097" y="4005760"/>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橢圓 31"/>
            <p:cNvSpPr/>
            <p:nvPr/>
          </p:nvSpPr>
          <p:spPr>
            <a:xfrm>
              <a:off x="3279148" y="3148756"/>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3" name="橢圓 32"/>
            <p:cNvSpPr/>
            <p:nvPr/>
          </p:nvSpPr>
          <p:spPr>
            <a:xfrm>
              <a:off x="3279148" y="3493630"/>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4" name="橢圓 33"/>
            <p:cNvSpPr/>
            <p:nvPr/>
          </p:nvSpPr>
          <p:spPr>
            <a:xfrm>
              <a:off x="3279148" y="383724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5" name="橢圓 34"/>
            <p:cNvSpPr/>
            <p:nvPr/>
          </p:nvSpPr>
          <p:spPr>
            <a:xfrm>
              <a:off x="3279148" y="4180852"/>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 name="矩形 35"/>
            <p:cNvSpPr/>
            <p:nvPr/>
          </p:nvSpPr>
          <p:spPr>
            <a:xfrm>
              <a:off x="1660188" y="3924908"/>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7" name="矩形 36"/>
            <p:cNvSpPr/>
            <p:nvPr/>
          </p:nvSpPr>
          <p:spPr>
            <a:xfrm>
              <a:off x="1660188" y="4259242"/>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0" name="直線單箭頭接點 39"/>
            <p:cNvCxnSpPr>
              <a:stCxn id="37" idx="3"/>
            </p:cNvCxnSpPr>
            <p:nvPr/>
          </p:nvCxnSpPr>
          <p:spPr>
            <a:xfrm flipV="1">
              <a:off x="1791252" y="3979799"/>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37" idx="3"/>
              <a:endCxn id="9" idx="2"/>
            </p:cNvCxnSpPr>
            <p:nvPr/>
          </p:nvCxnSpPr>
          <p:spPr>
            <a:xfrm flipV="1">
              <a:off x="1791252" y="3636188"/>
              <a:ext cx="619466" cy="6885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36" idx="3"/>
              <a:endCxn id="9" idx="2"/>
            </p:cNvCxnSpPr>
            <p:nvPr/>
          </p:nvCxnSpPr>
          <p:spPr>
            <a:xfrm flipV="1">
              <a:off x="1791252" y="3636188"/>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a:off x="2661666" y="3619104"/>
              <a:ext cx="619466" cy="170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a:off x="2661666" y="3619104"/>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a:off x="2661666" y="3619104"/>
              <a:ext cx="619466" cy="7043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a:off x="2661666" y="3990440"/>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V="1">
              <a:off x="2661666" y="3636188"/>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flipV="1">
              <a:off x="2661666" y="3291314"/>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a:off x="4247435" y="3599106"/>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4247435" y="4012902"/>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1797739" y="3986049"/>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flipV="1">
              <a:off x="2678739" y="3979152"/>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a:stCxn id="9" idx="6"/>
              <a:endCxn id="32" idx="2"/>
            </p:cNvCxnSpPr>
            <p:nvPr/>
          </p:nvCxnSpPr>
          <p:spPr>
            <a:xfrm flipV="1">
              <a:off x="2661666" y="3274230"/>
              <a:ext cx="617482" cy="3619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9" name="橢圓 248"/>
            <p:cNvSpPr/>
            <p:nvPr/>
          </p:nvSpPr>
          <p:spPr>
            <a:xfrm>
              <a:off x="2406838" y="383557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51" name="群組 450"/>
          <p:cNvGrpSpPr/>
          <p:nvPr/>
        </p:nvGrpSpPr>
        <p:grpSpPr>
          <a:xfrm rot="5400000">
            <a:off x="4381969" y="3562287"/>
            <a:ext cx="2816562" cy="1265961"/>
            <a:chOff x="5222538" y="3182974"/>
            <a:chExt cx="2816562" cy="1265961"/>
          </a:xfrm>
        </p:grpSpPr>
        <p:sp>
          <p:nvSpPr>
            <p:cNvPr id="278" name="橢圓 277"/>
            <p:cNvSpPr/>
            <p:nvPr/>
          </p:nvSpPr>
          <p:spPr>
            <a:xfrm>
              <a:off x="5973067" y="3182974"/>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79" name="橢圓 278"/>
            <p:cNvSpPr/>
            <p:nvPr/>
          </p:nvSpPr>
          <p:spPr>
            <a:xfrm>
              <a:off x="5973067" y="3527847"/>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0" name="橢圓 279"/>
            <p:cNvSpPr/>
            <p:nvPr/>
          </p:nvSpPr>
          <p:spPr>
            <a:xfrm>
              <a:off x="7551077" y="3484579"/>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1" name="橢圓 280"/>
            <p:cNvSpPr/>
            <p:nvPr/>
          </p:nvSpPr>
          <p:spPr>
            <a:xfrm>
              <a:off x="7551077" y="3897419"/>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82" name="矩形 281"/>
            <p:cNvSpPr/>
            <p:nvPr/>
          </p:nvSpPr>
          <p:spPr>
            <a:xfrm>
              <a:off x="5222538" y="3232275"/>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83" name="直線單箭頭接點 282"/>
            <p:cNvCxnSpPr>
              <a:stCxn id="282" idx="3"/>
              <a:endCxn id="278" idx="2"/>
            </p:cNvCxnSpPr>
            <p:nvPr/>
          </p:nvCxnSpPr>
          <p:spPr>
            <a:xfrm>
              <a:off x="5353602" y="3297807"/>
              <a:ext cx="619466" cy="106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4" name="直線單箭頭接點 283"/>
            <p:cNvCxnSpPr>
              <a:stCxn id="282" idx="3"/>
              <a:endCxn id="279" idx="2"/>
            </p:cNvCxnSpPr>
            <p:nvPr/>
          </p:nvCxnSpPr>
          <p:spPr>
            <a:xfrm>
              <a:off x="5353602" y="3297807"/>
              <a:ext cx="619466" cy="3555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直線單箭頭接點 284"/>
            <p:cNvCxnSpPr>
              <a:stCxn id="282" idx="3"/>
            </p:cNvCxnSpPr>
            <p:nvPr/>
          </p:nvCxnSpPr>
          <p:spPr>
            <a:xfrm>
              <a:off x="5353602" y="3297807"/>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單箭頭接點 290"/>
            <p:cNvCxnSpPr>
              <a:endCxn id="280" idx="2"/>
            </p:cNvCxnSpPr>
            <p:nvPr/>
          </p:nvCxnSpPr>
          <p:spPr>
            <a:xfrm flipV="1">
              <a:off x="7092447" y="3610054"/>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線單箭頭接點 291"/>
            <p:cNvCxnSpPr>
              <a:endCxn id="281" idx="2"/>
            </p:cNvCxnSpPr>
            <p:nvPr/>
          </p:nvCxnSpPr>
          <p:spPr>
            <a:xfrm>
              <a:off x="7092447" y="3996933"/>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3" name="直線單箭頭接點 292"/>
            <p:cNvCxnSpPr>
              <a:endCxn id="280" idx="2"/>
            </p:cNvCxnSpPr>
            <p:nvPr/>
          </p:nvCxnSpPr>
          <p:spPr>
            <a:xfrm flipV="1">
              <a:off x="7092446" y="3610054"/>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直線單箭頭接點 293"/>
            <p:cNvCxnSpPr>
              <a:endCxn id="281" idx="2"/>
            </p:cNvCxnSpPr>
            <p:nvPr/>
          </p:nvCxnSpPr>
          <p:spPr>
            <a:xfrm flipV="1">
              <a:off x="7092447" y="4022894"/>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直線單箭頭接點 294"/>
            <p:cNvCxnSpPr>
              <a:stCxn id="299" idx="2"/>
              <a:endCxn id="278" idx="2"/>
            </p:cNvCxnSpPr>
            <p:nvPr/>
          </p:nvCxnSpPr>
          <p:spPr>
            <a:xfrm flipV="1">
              <a:off x="5288070" y="3308448"/>
              <a:ext cx="684997" cy="3933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6" name="直線單箭頭接點 295"/>
            <p:cNvCxnSpPr>
              <a:stCxn id="299" idx="3"/>
              <a:endCxn id="279" idx="2"/>
            </p:cNvCxnSpPr>
            <p:nvPr/>
          </p:nvCxnSpPr>
          <p:spPr>
            <a:xfrm>
              <a:off x="5353602" y="3636238"/>
              <a:ext cx="619466" cy="170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7" name="直線單箭頭接點 296"/>
            <p:cNvCxnSpPr>
              <a:stCxn id="299" idx="3"/>
            </p:cNvCxnSpPr>
            <p:nvPr/>
          </p:nvCxnSpPr>
          <p:spPr>
            <a:xfrm>
              <a:off x="5353602" y="3636238"/>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9" name="矩形 298"/>
            <p:cNvSpPr/>
            <p:nvPr/>
          </p:nvSpPr>
          <p:spPr>
            <a:xfrm>
              <a:off x="5222538" y="3570706"/>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02" name="橢圓 301"/>
            <p:cNvSpPr/>
            <p:nvPr/>
          </p:nvSpPr>
          <p:spPr>
            <a:xfrm>
              <a:off x="6841498" y="385437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03" name="橢圓 302"/>
            <p:cNvSpPr/>
            <p:nvPr/>
          </p:nvSpPr>
          <p:spPr>
            <a:xfrm>
              <a:off x="6841498" y="4197986"/>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04" name="矩形 303"/>
            <p:cNvSpPr/>
            <p:nvPr/>
          </p:nvSpPr>
          <p:spPr>
            <a:xfrm>
              <a:off x="5222538" y="3942042"/>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05" name="矩形 304"/>
            <p:cNvSpPr/>
            <p:nvPr/>
          </p:nvSpPr>
          <p:spPr>
            <a:xfrm>
              <a:off x="5222538" y="4276376"/>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08" name="直線單箭頭接點 307"/>
            <p:cNvCxnSpPr>
              <a:stCxn id="305" idx="3"/>
            </p:cNvCxnSpPr>
            <p:nvPr/>
          </p:nvCxnSpPr>
          <p:spPr>
            <a:xfrm flipV="1">
              <a:off x="5353602" y="3996933"/>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直線單箭頭接點 308"/>
            <p:cNvCxnSpPr>
              <a:stCxn id="305" idx="3"/>
              <a:endCxn id="279" idx="2"/>
            </p:cNvCxnSpPr>
            <p:nvPr/>
          </p:nvCxnSpPr>
          <p:spPr>
            <a:xfrm flipV="1">
              <a:off x="5353602" y="3653322"/>
              <a:ext cx="619466" cy="6885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 name="直線單箭頭接點 309"/>
            <p:cNvCxnSpPr>
              <a:stCxn id="305" idx="3"/>
              <a:endCxn id="278" idx="2"/>
            </p:cNvCxnSpPr>
            <p:nvPr/>
          </p:nvCxnSpPr>
          <p:spPr>
            <a:xfrm flipV="1">
              <a:off x="5353602" y="3308448"/>
              <a:ext cx="619466" cy="10334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線單箭頭接點 310"/>
            <p:cNvCxnSpPr>
              <a:stCxn id="304" idx="3"/>
              <a:endCxn id="279" idx="2"/>
            </p:cNvCxnSpPr>
            <p:nvPr/>
          </p:nvCxnSpPr>
          <p:spPr>
            <a:xfrm flipV="1">
              <a:off x="5353602" y="3653322"/>
              <a:ext cx="619466" cy="3542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2" name="直線單箭頭接點 311"/>
            <p:cNvCxnSpPr>
              <a:stCxn id="304" idx="3"/>
              <a:endCxn id="278" idx="2"/>
            </p:cNvCxnSpPr>
            <p:nvPr/>
          </p:nvCxnSpPr>
          <p:spPr>
            <a:xfrm flipV="1">
              <a:off x="5353602" y="3308448"/>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直線單箭頭接點 314"/>
            <p:cNvCxnSpPr/>
            <p:nvPr/>
          </p:nvCxnSpPr>
          <p:spPr>
            <a:xfrm>
              <a:off x="6224016" y="3297807"/>
              <a:ext cx="619466" cy="6991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直線單箭頭接點 315"/>
            <p:cNvCxnSpPr/>
            <p:nvPr/>
          </p:nvCxnSpPr>
          <p:spPr>
            <a:xfrm>
              <a:off x="6224016" y="3297807"/>
              <a:ext cx="619466" cy="10427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直線單箭頭接點 317"/>
            <p:cNvCxnSpPr/>
            <p:nvPr/>
          </p:nvCxnSpPr>
          <p:spPr>
            <a:xfrm>
              <a:off x="6224016" y="3636238"/>
              <a:ext cx="619466" cy="360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9" name="直線單箭頭接點 318"/>
            <p:cNvCxnSpPr/>
            <p:nvPr/>
          </p:nvCxnSpPr>
          <p:spPr>
            <a:xfrm>
              <a:off x="6224016" y="3636238"/>
              <a:ext cx="619466" cy="7043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1" name="直線單箭頭接點 320"/>
            <p:cNvCxnSpPr/>
            <p:nvPr/>
          </p:nvCxnSpPr>
          <p:spPr>
            <a:xfrm>
              <a:off x="6224016" y="4007574"/>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直線單箭頭接點 326"/>
            <p:cNvCxnSpPr/>
            <p:nvPr/>
          </p:nvCxnSpPr>
          <p:spPr>
            <a:xfrm>
              <a:off x="7809785" y="3616240"/>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直線單箭頭接點 327"/>
            <p:cNvCxnSpPr/>
            <p:nvPr/>
          </p:nvCxnSpPr>
          <p:spPr>
            <a:xfrm>
              <a:off x="7809785" y="4030036"/>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線單箭頭接點 274"/>
            <p:cNvCxnSpPr/>
            <p:nvPr/>
          </p:nvCxnSpPr>
          <p:spPr>
            <a:xfrm flipV="1">
              <a:off x="5360089" y="4003183"/>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直線單箭頭接點 275"/>
            <p:cNvCxnSpPr/>
            <p:nvPr/>
          </p:nvCxnSpPr>
          <p:spPr>
            <a:xfrm flipV="1">
              <a:off x="6241089" y="3996286"/>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2" name="橢圓 271"/>
            <p:cNvSpPr/>
            <p:nvPr/>
          </p:nvSpPr>
          <p:spPr>
            <a:xfrm>
              <a:off x="5969188" y="3852712"/>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50" name="群組 449"/>
          <p:cNvGrpSpPr/>
          <p:nvPr/>
        </p:nvGrpSpPr>
        <p:grpSpPr>
          <a:xfrm rot="5400000">
            <a:off x="2909975" y="3696735"/>
            <a:ext cx="2816562" cy="965618"/>
            <a:chOff x="1660188" y="5222258"/>
            <a:chExt cx="2816562" cy="965618"/>
          </a:xfrm>
        </p:grpSpPr>
        <p:sp>
          <p:nvSpPr>
            <p:cNvPr id="339" name="橢圓 338"/>
            <p:cNvSpPr/>
            <p:nvPr/>
          </p:nvSpPr>
          <p:spPr>
            <a:xfrm>
              <a:off x="3988727" y="522225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40" name="橢圓 339"/>
            <p:cNvSpPr/>
            <p:nvPr/>
          </p:nvSpPr>
          <p:spPr>
            <a:xfrm>
              <a:off x="3988727" y="5635098"/>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50" name="直線單箭頭接點 349"/>
            <p:cNvCxnSpPr>
              <a:endCxn id="339" idx="2"/>
            </p:cNvCxnSpPr>
            <p:nvPr/>
          </p:nvCxnSpPr>
          <p:spPr>
            <a:xfrm flipV="1">
              <a:off x="3530097" y="5347733"/>
              <a:ext cx="458630" cy="386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1" name="直線單箭頭接點 350"/>
            <p:cNvCxnSpPr>
              <a:endCxn id="340" idx="2"/>
            </p:cNvCxnSpPr>
            <p:nvPr/>
          </p:nvCxnSpPr>
          <p:spPr>
            <a:xfrm>
              <a:off x="3530097" y="5734612"/>
              <a:ext cx="458630" cy="259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直線單箭頭接點 351"/>
            <p:cNvCxnSpPr>
              <a:endCxn id="339" idx="2"/>
            </p:cNvCxnSpPr>
            <p:nvPr/>
          </p:nvCxnSpPr>
          <p:spPr>
            <a:xfrm flipV="1">
              <a:off x="3530096" y="5347733"/>
              <a:ext cx="458631" cy="7168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線單箭頭接點 352"/>
            <p:cNvCxnSpPr>
              <a:endCxn id="340" idx="2"/>
            </p:cNvCxnSpPr>
            <p:nvPr/>
          </p:nvCxnSpPr>
          <p:spPr>
            <a:xfrm flipV="1">
              <a:off x="3530097" y="5760573"/>
              <a:ext cx="458630" cy="317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1" name="橢圓 360"/>
            <p:cNvSpPr/>
            <p:nvPr/>
          </p:nvSpPr>
          <p:spPr>
            <a:xfrm>
              <a:off x="3279148" y="5592054"/>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2" name="橢圓 361"/>
            <p:cNvSpPr/>
            <p:nvPr/>
          </p:nvSpPr>
          <p:spPr>
            <a:xfrm>
              <a:off x="3279148" y="5935665"/>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63" name="矩形 362"/>
            <p:cNvSpPr/>
            <p:nvPr/>
          </p:nvSpPr>
          <p:spPr>
            <a:xfrm>
              <a:off x="1660188" y="5679721"/>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64" name="矩形 363"/>
            <p:cNvSpPr/>
            <p:nvPr/>
          </p:nvSpPr>
          <p:spPr>
            <a:xfrm>
              <a:off x="1660188" y="6014055"/>
              <a:ext cx="131064" cy="13106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65" name="直線單箭頭接點 364"/>
            <p:cNvCxnSpPr>
              <a:stCxn id="364" idx="3"/>
            </p:cNvCxnSpPr>
            <p:nvPr/>
          </p:nvCxnSpPr>
          <p:spPr>
            <a:xfrm flipV="1">
              <a:off x="1791252" y="6078223"/>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6" name="直線單箭頭接點 365"/>
            <p:cNvCxnSpPr>
              <a:stCxn id="363" idx="3"/>
            </p:cNvCxnSpPr>
            <p:nvPr/>
          </p:nvCxnSpPr>
          <p:spPr>
            <a:xfrm>
              <a:off x="1791252" y="5745253"/>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7" name="直線單箭頭接點 366"/>
            <p:cNvCxnSpPr>
              <a:stCxn id="364" idx="3"/>
            </p:cNvCxnSpPr>
            <p:nvPr/>
          </p:nvCxnSpPr>
          <p:spPr>
            <a:xfrm flipV="1">
              <a:off x="1791252" y="5734612"/>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9" name="直線單箭頭接點 378"/>
            <p:cNvCxnSpPr/>
            <p:nvPr/>
          </p:nvCxnSpPr>
          <p:spPr>
            <a:xfrm flipV="1">
              <a:off x="2661666" y="6078223"/>
              <a:ext cx="619466" cy="13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0" name="直線單箭頭接點 379"/>
            <p:cNvCxnSpPr/>
            <p:nvPr/>
          </p:nvCxnSpPr>
          <p:spPr>
            <a:xfrm>
              <a:off x="2661666" y="5745253"/>
              <a:ext cx="619466" cy="3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1" name="直線單箭頭接點 380"/>
            <p:cNvCxnSpPr/>
            <p:nvPr/>
          </p:nvCxnSpPr>
          <p:spPr>
            <a:xfrm flipV="1">
              <a:off x="2661666" y="5734612"/>
              <a:ext cx="619466" cy="344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6" name="直線單箭頭接點 385"/>
            <p:cNvCxnSpPr/>
            <p:nvPr/>
          </p:nvCxnSpPr>
          <p:spPr>
            <a:xfrm>
              <a:off x="4247435" y="5353919"/>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7" name="直線單箭頭接點 386"/>
            <p:cNvCxnSpPr/>
            <p:nvPr/>
          </p:nvCxnSpPr>
          <p:spPr>
            <a:xfrm>
              <a:off x="4247435" y="5767715"/>
              <a:ext cx="2293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4" name="直線單箭頭接點 333"/>
            <p:cNvCxnSpPr/>
            <p:nvPr/>
          </p:nvCxnSpPr>
          <p:spPr>
            <a:xfrm flipV="1">
              <a:off x="1797739" y="5740862"/>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直線單箭頭接點 334"/>
            <p:cNvCxnSpPr/>
            <p:nvPr/>
          </p:nvCxnSpPr>
          <p:spPr>
            <a:xfrm flipV="1">
              <a:off x="2678739" y="5733965"/>
              <a:ext cx="612978" cy="26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1" name="橢圓 330"/>
            <p:cNvSpPr/>
            <p:nvPr/>
          </p:nvSpPr>
          <p:spPr>
            <a:xfrm>
              <a:off x="2406838" y="5590391"/>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32" name="橢圓 331"/>
            <p:cNvSpPr/>
            <p:nvPr/>
          </p:nvSpPr>
          <p:spPr>
            <a:xfrm>
              <a:off x="2405946" y="5936927"/>
              <a:ext cx="250949" cy="25094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456" name="文字方塊 455"/>
          <p:cNvSpPr txBox="1"/>
          <p:nvPr/>
        </p:nvSpPr>
        <p:spPr>
          <a:xfrm>
            <a:off x="5074763" y="1801950"/>
            <a:ext cx="204247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testing data x</a:t>
            </a:r>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9" name="矩形 138"/>
          <p:cNvSpPr/>
          <p:nvPr/>
        </p:nvSpPr>
        <p:spPr>
          <a:xfrm>
            <a:off x="1818842" y="1589029"/>
            <a:ext cx="294106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1"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Testing of Dropout</a:t>
            </a:r>
            <a:endPar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0" name="文字方塊 139"/>
          <p:cNvSpPr txBox="1"/>
          <p:nvPr/>
        </p:nvSpPr>
        <p:spPr>
          <a:xfrm rot="5400000">
            <a:off x="6277631" y="3944577"/>
            <a:ext cx="9642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1" name="文字方塊 140"/>
          <p:cNvSpPr txBox="1"/>
          <p:nvPr/>
        </p:nvSpPr>
        <p:spPr>
          <a:xfrm>
            <a:off x="3067011" y="6234303"/>
            <a:ext cx="246105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average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42" name="直線單箭頭接點 141"/>
          <p:cNvCxnSpPr/>
          <p:nvPr/>
        </p:nvCxnSpPr>
        <p:spPr>
          <a:xfrm flipH="1">
            <a:off x="2785193" y="2265580"/>
            <a:ext cx="2475008" cy="46635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線單箭頭接點 143"/>
          <p:cNvCxnSpPr/>
          <p:nvPr/>
        </p:nvCxnSpPr>
        <p:spPr>
          <a:xfrm flipH="1">
            <a:off x="4388226" y="2289349"/>
            <a:ext cx="871977" cy="42657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p:cNvCxnSpPr/>
          <p:nvPr/>
        </p:nvCxnSpPr>
        <p:spPr>
          <a:xfrm>
            <a:off x="5234789" y="2289348"/>
            <a:ext cx="567922" cy="453134"/>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1" name="文字方塊 150"/>
          <p:cNvSpPr txBox="1"/>
          <p:nvPr/>
        </p:nvSpPr>
        <p:spPr>
          <a:xfrm>
            <a:off x="2216251" y="5488890"/>
            <a:ext cx="75587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2" name="文字方塊 151"/>
          <p:cNvSpPr txBox="1"/>
          <p:nvPr/>
        </p:nvSpPr>
        <p:spPr>
          <a:xfrm>
            <a:off x="4122516" y="5533857"/>
            <a:ext cx="75587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3" name="文字方塊 152"/>
          <p:cNvSpPr txBox="1"/>
          <p:nvPr/>
        </p:nvSpPr>
        <p:spPr>
          <a:xfrm>
            <a:off x="5492738" y="5516072"/>
            <a:ext cx="75587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r>
              <a:rPr kumimoji="0" lang="en-US" altLang="zh-TW"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54" name="直線單箭頭接點 153"/>
          <p:cNvCxnSpPr/>
          <p:nvPr/>
        </p:nvCxnSpPr>
        <p:spPr>
          <a:xfrm>
            <a:off x="2736748" y="5995522"/>
            <a:ext cx="910217" cy="3779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線單箭頭接點 154"/>
          <p:cNvCxnSpPr>
            <a:stCxn id="152" idx="2"/>
          </p:cNvCxnSpPr>
          <p:nvPr/>
        </p:nvCxnSpPr>
        <p:spPr>
          <a:xfrm flipH="1">
            <a:off x="4444178" y="5995521"/>
            <a:ext cx="56276" cy="353066"/>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線單箭頭接點 155"/>
          <p:cNvCxnSpPr/>
          <p:nvPr/>
        </p:nvCxnSpPr>
        <p:spPr>
          <a:xfrm flipH="1">
            <a:off x="4941943" y="5976372"/>
            <a:ext cx="833815" cy="39713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64" name="群組 163"/>
          <p:cNvGrpSpPr/>
          <p:nvPr/>
        </p:nvGrpSpPr>
        <p:grpSpPr>
          <a:xfrm rot="5400000">
            <a:off x="6447459" y="3546428"/>
            <a:ext cx="2893086" cy="1335452"/>
            <a:chOff x="7997554" y="1461721"/>
            <a:chExt cx="5723548" cy="2641997"/>
          </a:xfrm>
        </p:grpSpPr>
        <p:grpSp>
          <p:nvGrpSpPr>
            <p:cNvPr id="165" name="群組 164"/>
            <p:cNvGrpSpPr/>
            <p:nvPr/>
          </p:nvGrpSpPr>
          <p:grpSpPr>
            <a:xfrm>
              <a:off x="7997554" y="1461721"/>
              <a:ext cx="5723548" cy="2641997"/>
              <a:chOff x="1904899" y="2535995"/>
              <a:chExt cx="5723548" cy="2641997"/>
            </a:xfrm>
          </p:grpSpPr>
          <p:sp>
            <p:nvSpPr>
              <p:cNvPr id="169" name="橢圓 168"/>
              <p:cNvSpPr/>
              <p:nvPr/>
            </p:nvSpPr>
            <p:spPr>
              <a:xfrm>
                <a:off x="3430053" y="25707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0" name="橢圓 169"/>
              <p:cNvSpPr/>
              <p:nvPr/>
            </p:nvSpPr>
            <p:spPr>
              <a:xfrm>
                <a:off x="3430053" y="327153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1" name="橢圓 170"/>
              <p:cNvSpPr/>
              <p:nvPr/>
            </p:nvSpPr>
            <p:spPr>
              <a:xfrm>
                <a:off x="3430053" y="396978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2" name="橢圓 171"/>
              <p:cNvSpPr/>
              <p:nvPr/>
            </p:nvSpPr>
            <p:spPr>
              <a:xfrm>
                <a:off x="3430053" y="46680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3" name="橢圓 172"/>
              <p:cNvSpPr/>
              <p:nvPr/>
            </p:nvSpPr>
            <p:spPr>
              <a:xfrm>
                <a:off x="6636734" y="318360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4" name="橢圓 173"/>
              <p:cNvSpPr/>
              <p:nvPr/>
            </p:nvSpPr>
            <p:spPr>
              <a:xfrm>
                <a:off x="6636734" y="402253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5" name="矩形 174"/>
              <p:cNvSpPr/>
              <p:nvPr/>
            </p:nvSpPr>
            <p:spPr>
              <a:xfrm>
                <a:off x="1904899" y="26708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76" name="直線單箭頭接點 175"/>
              <p:cNvCxnSpPr>
                <a:stCxn id="175" idx="3"/>
                <a:endCxn id="169" idx="2"/>
              </p:cNvCxnSpPr>
              <p:nvPr/>
            </p:nvCxnSpPr>
            <p:spPr>
              <a:xfrm>
                <a:off x="2171234"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stCxn id="175" idx="3"/>
                <a:endCxn id="170" idx="2"/>
              </p:cNvCxnSpPr>
              <p:nvPr/>
            </p:nvCxnSpPr>
            <p:spPr>
              <a:xfrm>
                <a:off x="2171234"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7"/>
              <p:cNvCxnSpPr>
                <a:stCxn id="175" idx="3"/>
                <a:endCxn id="171" idx="2"/>
              </p:cNvCxnSpPr>
              <p:nvPr/>
            </p:nvCxnSpPr>
            <p:spPr>
              <a:xfrm>
                <a:off x="2171234"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線單箭頭接點 178"/>
              <p:cNvCxnSpPr>
                <a:stCxn id="175" idx="3"/>
                <a:endCxn id="172" idx="2"/>
              </p:cNvCxnSpPr>
              <p:nvPr/>
            </p:nvCxnSpPr>
            <p:spPr>
              <a:xfrm>
                <a:off x="2171234"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9"/>
              <p:cNvCxnSpPr>
                <a:endCxn id="173" idx="2"/>
              </p:cNvCxnSpPr>
              <p:nvPr/>
            </p:nvCxnSpPr>
            <p:spPr>
              <a:xfrm flipV="1">
                <a:off x="5704749" y="3438582"/>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線單箭頭接點 180"/>
              <p:cNvCxnSpPr>
                <a:endCxn id="173" idx="2"/>
              </p:cNvCxnSpPr>
              <p:nvPr/>
            </p:nvCxnSpPr>
            <p:spPr>
              <a:xfrm>
                <a:off x="5704748" y="27817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a:endCxn id="174" idx="2"/>
              </p:cNvCxnSpPr>
              <p:nvPr/>
            </p:nvCxnSpPr>
            <p:spPr>
              <a:xfrm>
                <a:off x="5704749" y="2825688"/>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a:endCxn id="174" idx="2"/>
              </p:cNvCxnSpPr>
              <p:nvPr/>
            </p:nvCxnSpPr>
            <p:spPr>
              <a:xfrm>
                <a:off x="5704748" y="35805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83"/>
              <p:cNvCxnSpPr>
                <a:endCxn id="173" idx="2"/>
              </p:cNvCxnSpPr>
              <p:nvPr/>
            </p:nvCxnSpPr>
            <p:spPr>
              <a:xfrm flipV="1">
                <a:off x="5704749" y="3438582"/>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184"/>
              <p:cNvCxnSpPr>
                <a:endCxn id="174" idx="2"/>
              </p:cNvCxnSpPr>
              <p:nvPr/>
            </p:nvCxnSpPr>
            <p:spPr>
              <a:xfrm>
                <a:off x="5704749" y="4224761"/>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線單箭頭接點 185"/>
              <p:cNvCxnSpPr>
                <a:endCxn id="173" idx="2"/>
              </p:cNvCxnSpPr>
              <p:nvPr/>
            </p:nvCxnSpPr>
            <p:spPr>
              <a:xfrm flipV="1">
                <a:off x="5704748" y="3438582"/>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6"/>
              <p:cNvCxnSpPr>
                <a:endCxn id="174" idx="2"/>
              </p:cNvCxnSpPr>
              <p:nvPr/>
            </p:nvCxnSpPr>
            <p:spPr>
              <a:xfrm flipV="1">
                <a:off x="5704749" y="4277516"/>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p:cNvCxnSpPr>
                <a:stCxn id="192" idx="2"/>
                <a:endCxn id="169" idx="2"/>
              </p:cNvCxnSpPr>
              <p:nvPr/>
            </p:nvCxnSpPr>
            <p:spPr>
              <a:xfrm flipV="1">
                <a:off x="2038067" y="2825688"/>
                <a:ext cx="1391986" cy="7992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線單箭頭接點 188"/>
              <p:cNvCxnSpPr>
                <a:stCxn id="192" idx="3"/>
                <a:endCxn id="170" idx="2"/>
              </p:cNvCxnSpPr>
              <p:nvPr/>
            </p:nvCxnSpPr>
            <p:spPr>
              <a:xfrm>
                <a:off x="2171234"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單箭頭接點 189"/>
              <p:cNvCxnSpPr>
                <a:stCxn id="192" idx="3"/>
                <a:endCxn id="171" idx="2"/>
              </p:cNvCxnSpPr>
              <p:nvPr/>
            </p:nvCxnSpPr>
            <p:spPr>
              <a:xfrm>
                <a:off x="2171234"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單箭頭接點 190"/>
              <p:cNvCxnSpPr>
                <a:stCxn id="192" idx="3"/>
                <a:endCxn id="172" idx="2"/>
              </p:cNvCxnSpPr>
              <p:nvPr/>
            </p:nvCxnSpPr>
            <p:spPr>
              <a:xfrm>
                <a:off x="2171234"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2" name="矩形 191"/>
              <p:cNvSpPr/>
              <p:nvPr/>
            </p:nvSpPr>
            <p:spPr>
              <a:xfrm>
                <a:off x="1904899" y="3358623"/>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3" name="橢圓 192"/>
              <p:cNvSpPr/>
              <p:nvPr/>
            </p:nvSpPr>
            <p:spPr>
              <a:xfrm>
                <a:off x="5194794" y="253599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4" name="橢圓 193"/>
              <p:cNvSpPr/>
              <p:nvPr/>
            </p:nvSpPr>
            <p:spPr>
              <a:xfrm>
                <a:off x="5194794" y="323681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95" name="橢圓 194"/>
              <p:cNvSpPr/>
              <p:nvPr/>
            </p:nvSpPr>
            <p:spPr>
              <a:xfrm>
                <a:off x="5194794" y="393506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96" name="橢圓 195"/>
              <p:cNvSpPr/>
              <p:nvPr/>
            </p:nvSpPr>
            <p:spPr>
              <a:xfrm>
                <a:off x="5194794" y="463332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97" name="矩形 196"/>
              <p:cNvSpPr/>
              <p:nvPr/>
            </p:nvSpPr>
            <p:spPr>
              <a:xfrm>
                <a:off x="1904899" y="4113217"/>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8" name="矩形 197"/>
              <p:cNvSpPr/>
              <p:nvPr/>
            </p:nvSpPr>
            <p:spPr>
              <a:xfrm>
                <a:off x="1904899" y="47926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99" name="直線單箭頭接點 198"/>
              <p:cNvCxnSpPr>
                <a:stCxn id="198" idx="3"/>
                <a:endCxn id="172" idx="2"/>
              </p:cNvCxnSpPr>
              <p:nvPr/>
            </p:nvCxnSpPr>
            <p:spPr>
              <a:xfrm flipV="1">
                <a:off x="2171234"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單箭頭接點 199"/>
              <p:cNvCxnSpPr>
                <a:stCxn id="197" idx="3"/>
                <a:endCxn id="172" idx="2"/>
              </p:cNvCxnSpPr>
              <p:nvPr/>
            </p:nvCxnSpPr>
            <p:spPr>
              <a:xfrm>
                <a:off x="2171234"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單箭頭接點 200"/>
              <p:cNvCxnSpPr>
                <a:stCxn id="198" idx="3"/>
                <a:endCxn id="171" idx="2"/>
              </p:cNvCxnSpPr>
              <p:nvPr/>
            </p:nvCxnSpPr>
            <p:spPr>
              <a:xfrm flipV="1">
                <a:off x="2171234"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線單箭頭接點 201"/>
              <p:cNvCxnSpPr>
                <a:stCxn id="198" idx="3"/>
                <a:endCxn id="170" idx="2"/>
              </p:cNvCxnSpPr>
              <p:nvPr/>
            </p:nvCxnSpPr>
            <p:spPr>
              <a:xfrm flipV="1">
                <a:off x="2171234"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單箭頭接點 202"/>
              <p:cNvCxnSpPr>
                <a:stCxn id="198" idx="3"/>
                <a:endCxn id="169" idx="2"/>
              </p:cNvCxnSpPr>
              <p:nvPr/>
            </p:nvCxnSpPr>
            <p:spPr>
              <a:xfrm flipV="1">
                <a:off x="2171234"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單箭頭接點 203"/>
              <p:cNvCxnSpPr>
                <a:stCxn id="197" idx="3"/>
                <a:endCxn id="170" idx="2"/>
              </p:cNvCxnSpPr>
              <p:nvPr/>
            </p:nvCxnSpPr>
            <p:spPr>
              <a:xfrm flipV="1">
                <a:off x="2171234"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線單箭頭接點 204"/>
              <p:cNvCxnSpPr>
                <a:stCxn id="197" idx="3"/>
                <a:endCxn id="169" idx="2"/>
              </p:cNvCxnSpPr>
              <p:nvPr/>
            </p:nvCxnSpPr>
            <p:spPr>
              <a:xfrm flipV="1">
                <a:off x="2171234"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單箭頭接點 205"/>
              <p:cNvCxnSpPr/>
              <p:nvPr/>
            </p:nvCxnSpPr>
            <p:spPr>
              <a:xfrm>
                <a:off x="3940007"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直線單箭頭接點 206"/>
              <p:cNvCxnSpPr/>
              <p:nvPr/>
            </p:nvCxnSpPr>
            <p:spPr>
              <a:xfrm>
                <a:off x="3940007"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線單箭頭接點 207"/>
              <p:cNvCxnSpPr/>
              <p:nvPr/>
            </p:nvCxnSpPr>
            <p:spPr>
              <a:xfrm>
                <a:off x="3940007"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直線單箭頭接點 208"/>
              <p:cNvCxnSpPr/>
              <p:nvPr/>
            </p:nvCxnSpPr>
            <p:spPr>
              <a:xfrm>
                <a:off x="3940007"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直線單箭頭接點 209"/>
              <p:cNvCxnSpPr/>
              <p:nvPr/>
            </p:nvCxnSpPr>
            <p:spPr>
              <a:xfrm>
                <a:off x="3940007"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線單箭頭接點 210"/>
              <p:cNvCxnSpPr/>
              <p:nvPr/>
            </p:nvCxnSpPr>
            <p:spPr>
              <a:xfrm>
                <a:off x="3940007"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直線單箭頭接點 211"/>
              <p:cNvCxnSpPr/>
              <p:nvPr/>
            </p:nvCxnSpPr>
            <p:spPr>
              <a:xfrm>
                <a:off x="3940007"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直線單箭頭接點 212"/>
              <p:cNvCxnSpPr/>
              <p:nvPr/>
            </p:nvCxnSpPr>
            <p:spPr>
              <a:xfrm flipV="1">
                <a:off x="3940007"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線單箭頭接點 213"/>
              <p:cNvCxnSpPr/>
              <p:nvPr/>
            </p:nvCxnSpPr>
            <p:spPr>
              <a:xfrm>
                <a:off x="3940007"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直線單箭頭接點 214"/>
              <p:cNvCxnSpPr/>
              <p:nvPr/>
            </p:nvCxnSpPr>
            <p:spPr>
              <a:xfrm flipV="1">
                <a:off x="3940007"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線單箭頭接點 215"/>
              <p:cNvCxnSpPr/>
              <p:nvPr/>
            </p:nvCxnSpPr>
            <p:spPr>
              <a:xfrm flipV="1">
                <a:off x="3940007"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線單箭頭接點 216"/>
              <p:cNvCxnSpPr/>
              <p:nvPr/>
            </p:nvCxnSpPr>
            <p:spPr>
              <a:xfrm flipV="1">
                <a:off x="3940007"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線單箭頭接點 217"/>
              <p:cNvCxnSpPr/>
              <p:nvPr/>
            </p:nvCxnSpPr>
            <p:spPr>
              <a:xfrm flipV="1">
                <a:off x="3940007"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單箭頭接點 218"/>
              <p:cNvCxnSpPr/>
              <p:nvPr/>
            </p:nvCxnSpPr>
            <p:spPr>
              <a:xfrm flipV="1">
                <a:off x="3940007"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單箭頭接點 219"/>
              <p:cNvCxnSpPr/>
              <p:nvPr/>
            </p:nvCxnSpPr>
            <p:spPr>
              <a:xfrm>
                <a:off x="7162454" y="345115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單箭頭接點 220"/>
              <p:cNvCxnSpPr/>
              <p:nvPr/>
            </p:nvCxnSpPr>
            <p:spPr>
              <a:xfrm>
                <a:off x="7162454" y="4292030"/>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6" name="直線單箭頭接點 165"/>
            <p:cNvCxnSpPr/>
            <p:nvPr/>
          </p:nvCxnSpPr>
          <p:spPr>
            <a:xfrm flipV="1">
              <a:off x="8277073" y="3163187"/>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單箭頭接點 166"/>
            <p:cNvCxnSpPr/>
            <p:nvPr/>
          </p:nvCxnSpPr>
          <p:spPr>
            <a:xfrm flipV="1">
              <a:off x="10067356" y="3149173"/>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單箭頭接點 167"/>
            <p:cNvCxnSpPr>
              <a:stCxn id="170" idx="6"/>
              <a:endCxn id="193" idx="2"/>
            </p:cNvCxnSpPr>
            <p:nvPr/>
          </p:nvCxnSpPr>
          <p:spPr>
            <a:xfrm flipV="1">
              <a:off x="10032662" y="1716698"/>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文字方塊 29"/>
          <p:cNvSpPr txBox="1"/>
          <p:nvPr/>
        </p:nvSpPr>
        <p:spPr>
          <a:xfrm>
            <a:off x="8886664" y="3343821"/>
            <a:ext cx="129239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All the weights multiply 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文字方塊 37"/>
          <p:cNvSpPr txBox="1"/>
          <p:nvPr/>
        </p:nvSpPr>
        <p:spPr>
          <a:xfrm>
            <a:off x="6237451" y="6161139"/>
            <a:ext cx="93345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0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t>
            </a:r>
          </a:p>
        </p:txBody>
      </p:sp>
      <p:sp>
        <p:nvSpPr>
          <p:cNvPr id="226" name="文字方塊 225"/>
          <p:cNvSpPr txBox="1"/>
          <p:nvPr/>
        </p:nvSpPr>
        <p:spPr>
          <a:xfrm>
            <a:off x="7512755" y="6168113"/>
            <a:ext cx="75587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t>
            </a:r>
            <a:endParaRPr kumimoji="0" lang="zh-TW" altLang="en-US" sz="28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29" name="直線單箭頭接點 228"/>
          <p:cNvCxnSpPr/>
          <p:nvPr/>
        </p:nvCxnSpPr>
        <p:spPr>
          <a:xfrm>
            <a:off x="7016560" y="2269720"/>
            <a:ext cx="869756" cy="4502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直線單箭頭接點 229"/>
          <p:cNvCxnSpPr/>
          <p:nvPr/>
        </p:nvCxnSpPr>
        <p:spPr>
          <a:xfrm>
            <a:off x="7893354" y="5768954"/>
            <a:ext cx="0" cy="4531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984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0" grpId="0"/>
      <p:bldP spid="226"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F10E7-9C52-4940-AE2C-A0CE9CF097C4}"/>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a:solidFill>
                  <a:schemeClr val="tx1"/>
                </a:solidFill>
                <a:latin typeface="+mj-lt"/>
                <a:ea typeface="+mj-ea"/>
                <a:cs typeface="+mj-cs"/>
              </a:rPr>
              <a:t>Some Results</a:t>
            </a:r>
          </a:p>
        </p:txBody>
      </p:sp>
      <p:pic>
        <p:nvPicPr>
          <p:cNvPr id="5" name="Picture 4" descr="Graphical user interface&#10;&#10;Description automatically generated with medium confidence">
            <a:extLst>
              <a:ext uri="{FF2B5EF4-FFF2-40B4-BE49-F238E27FC236}">
                <a16:creationId xmlns:a16="http://schemas.microsoft.com/office/drawing/2014/main" id="{2BEFD91D-4864-4E63-ACA3-F80308A639C1}"/>
              </a:ext>
            </a:extLst>
          </p:cNvPr>
          <p:cNvPicPr>
            <a:picLocks noChangeAspect="1"/>
          </p:cNvPicPr>
          <p:nvPr/>
        </p:nvPicPr>
        <p:blipFill>
          <a:blip r:embed="rId2"/>
          <a:stretch>
            <a:fillRect/>
          </a:stretch>
        </p:blipFill>
        <p:spPr>
          <a:xfrm>
            <a:off x="1984930" y="1223778"/>
            <a:ext cx="7965465" cy="4440746"/>
          </a:xfrm>
          <a:prstGeom prst="rect">
            <a:avLst/>
          </a:prstGeom>
        </p:spPr>
      </p:pic>
      <p:sp>
        <p:nvSpPr>
          <p:cNvPr id="7" name="TextBox 6">
            <a:extLst>
              <a:ext uri="{FF2B5EF4-FFF2-40B4-BE49-F238E27FC236}">
                <a16:creationId xmlns:a16="http://schemas.microsoft.com/office/drawing/2014/main" id="{28A76B47-B8C4-4BC6-8F1D-BBC8EF448D99}"/>
              </a:ext>
            </a:extLst>
          </p:cNvPr>
          <p:cNvSpPr txBox="1"/>
          <p:nvPr/>
        </p:nvSpPr>
        <p:spPr>
          <a:xfrm>
            <a:off x="838199" y="6093676"/>
            <a:ext cx="1087253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Paper Name: Dropout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Simple Way to Prevent Neural Networks from Overfitting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530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E4C41A7D48A744983DDED71551D35E" ma:contentTypeVersion="9" ma:contentTypeDescription="Create a new document." ma:contentTypeScope="" ma:versionID="18839125827b1b6b98db94bd749731c8">
  <xsd:schema xmlns:xsd="http://www.w3.org/2001/XMLSchema" xmlns:xs="http://www.w3.org/2001/XMLSchema" xmlns:p="http://schemas.microsoft.com/office/2006/metadata/properties" xmlns:ns3="9343f5e2-aeef-4748-be21-2cd988da9d5e" targetNamespace="http://schemas.microsoft.com/office/2006/metadata/properties" ma:root="true" ma:fieldsID="defa34765b0ee3e2c737b3c198092e19" ns3:_="">
    <xsd:import namespace="9343f5e2-aeef-4748-be21-2cd988da9d5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43f5e2-aeef-4748-be21-2cd988da9d5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61108F-4333-4AB9-BCD6-F357EF2ED22F}">
  <ds:schemaRefs>
    <ds:schemaRef ds:uri="http://purl.org/dc/terms/"/>
    <ds:schemaRef ds:uri="http://purl.org/dc/elements/1.1/"/>
    <ds:schemaRef ds:uri="http://schemas.microsoft.com/office/2006/metadata/properties"/>
    <ds:schemaRef ds:uri="http://purl.org/dc/dcmitype/"/>
    <ds:schemaRef ds:uri="http://schemas.microsoft.com/office/2006/documentManagement/types"/>
    <ds:schemaRef ds:uri="9343f5e2-aeef-4748-be21-2cd988da9d5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E2D6B8D-4040-460D-9E8D-0C8D567C55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43f5e2-aeef-4748-be21-2cd988da9d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2A9B75-EC6A-4025-ABFA-B7FD9BBA457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1675</TotalTime>
  <Words>362</Words>
  <Application>Microsoft Office PowerPoint</Application>
  <PresentationFormat>Widescreen</PresentationFormat>
  <Paragraphs>118</Paragraphs>
  <Slides>38</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38</vt:i4>
      </vt:variant>
    </vt:vector>
  </HeadingPairs>
  <TitlesOfParts>
    <vt:vector size="47" baseType="lpstr">
      <vt:lpstr>新細明體</vt:lpstr>
      <vt:lpstr>Arial</vt:lpstr>
      <vt:lpstr>Calibri</vt:lpstr>
      <vt:lpstr>Calibri Light</vt:lpstr>
      <vt:lpstr>Cambria Math</vt:lpstr>
      <vt:lpstr>source-serif-pro</vt:lpstr>
      <vt:lpstr>Wingdings</vt:lpstr>
      <vt:lpstr>Office Theme</vt:lpstr>
      <vt:lpstr>Office 佈景主題</vt:lpstr>
      <vt:lpstr>BackPropagation and Dropout</vt:lpstr>
      <vt:lpstr>Slide Credits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assume a simple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Vanishing Gradient</vt:lpstr>
      <vt:lpstr>Dropout</vt:lpstr>
      <vt:lpstr>Dropout</vt:lpstr>
      <vt:lpstr>Dropout</vt:lpstr>
      <vt:lpstr>Dropout is a kind of ensemble.</vt:lpstr>
      <vt:lpstr>Dropout is a kind of ensemble.</vt:lpstr>
      <vt:lpstr>Dropout is a kind of ensemble.</vt:lpstr>
      <vt:lpstr>Dropout is a kind of ensemble.</vt:lpstr>
      <vt:lpstr>Some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Tanveer Ahmed</dc:creator>
  <cp:lastModifiedBy>Tanveer Ahmed</cp:lastModifiedBy>
  <cp:revision>2</cp:revision>
  <dcterms:created xsi:type="dcterms:W3CDTF">2023-02-26T06:17:47Z</dcterms:created>
  <dcterms:modified xsi:type="dcterms:W3CDTF">2026-08-24T04:03:16Z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0x0101002BE4C41A7D48A744983DDED71551D35E</vt:lpwstr>
  </property>
</Properties>
</file>