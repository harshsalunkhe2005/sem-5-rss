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35"/>
  </p:notesMasterIdLst>
  <p:sldIdLst>
    <p:sldId id="256" r:id="rId3"/>
    <p:sldId id="543" r:id="rId4"/>
    <p:sldId id="580" r:id="rId5"/>
    <p:sldId id="564" r:id="rId6"/>
    <p:sldId id="577" r:id="rId7"/>
    <p:sldId id="263" r:id="rId8"/>
    <p:sldId id="585" r:id="rId9"/>
    <p:sldId id="586" r:id="rId10"/>
    <p:sldId id="257" r:id="rId11"/>
    <p:sldId id="258" r:id="rId12"/>
    <p:sldId id="259" r:id="rId13"/>
    <p:sldId id="260" r:id="rId14"/>
    <p:sldId id="261" r:id="rId15"/>
    <p:sldId id="619" r:id="rId16"/>
    <p:sldId id="620" r:id="rId17"/>
    <p:sldId id="621" r:id="rId18"/>
    <p:sldId id="622" r:id="rId19"/>
    <p:sldId id="623" r:id="rId20"/>
    <p:sldId id="624" r:id="rId21"/>
    <p:sldId id="625" r:id="rId22"/>
    <p:sldId id="626" r:id="rId23"/>
    <p:sldId id="627" r:id="rId24"/>
    <p:sldId id="628" r:id="rId25"/>
    <p:sldId id="629" r:id="rId26"/>
    <p:sldId id="630" r:id="rId27"/>
    <p:sldId id="631" r:id="rId28"/>
    <p:sldId id="632" r:id="rId29"/>
    <p:sldId id="633" r:id="rId30"/>
    <p:sldId id="634" r:id="rId31"/>
    <p:sldId id="635" r:id="rId32"/>
    <p:sldId id="636" r:id="rId33"/>
    <p:sldId id="637"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113" d="100"/>
          <a:sy n="113" d="100"/>
        </p:scale>
        <p:origin x="510" y="114"/>
      </p:cViewPr>
      <p:guideLst/>
    </p:cSldViewPr>
  </p:slideViewPr>
  <p:notesTextViewPr>
    <p:cViewPr>
      <p:scale>
        <a:sx n="1" d="1"/>
        <a:sy n="1" d="1"/>
      </p:scale>
      <p:origin x="0" y="0"/>
    </p:cViewPr>
  </p:notesTextViewPr>
  <p:notesViewPr>
    <p:cSldViewPr snapToGrid="0">
      <p:cViewPr varScale="1">
        <p:scale>
          <a:sx n="55" d="100"/>
          <a:sy n="55" d="100"/>
        </p:scale>
        <p:origin x="2880" y="7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nveer Ahmed" userId="c20aecf3-b1d0-4f36-ab14-6c5f325ab901" providerId="ADAL" clId="{18759FAC-7B6A-46D5-A0C6-7A6EA1C54F78}"/>
  </pc:docChgLst>
  <pc:docChgLst>
    <pc:chgData name="Tanveer Ahmed" userId="ae65990c-ea0f-4c33-a6b2-48519e4fc857" providerId="ADAL" clId="{5D78BC81-EBFE-4FF3-A522-3426F6C966B2}"/>
    <pc:docChg chg="undo addSld delSld">
      <pc:chgData name="Tanveer Ahmed" userId="ae65990c-ea0f-4c33-a6b2-48519e4fc857" providerId="ADAL" clId="{5D78BC81-EBFE-4FF3-A522-3426F6C966B2}" dt="2026-01-12T07:07:20.265" v="12" actId="2696"/>
      <pc:docMkLst>
        <pc:docMk/>
      </pc:docMkLst>
      <pc:sldChg chg="del">
        <pc:chgData name="Tanveer Ahmed" userId="ae65990c-ea0f-4c33-a6b2-48519e4fc857" providerId="ADAL" clId="{5D78BC81-EBFE-4FF3-A522-3426F6C966B2}" dt="2026-01-12T07:06:59.740" v="4" actId="2696"/>
        <pc:sldMkLst>
          <pc:docMk/>
          <pc:sldMk cId="0" sldId="264"/>
        </pc:sldMkLst>
      </pc:sldChg>
      <pc:sldChg chg="del">
        <pc:chgData name="Tanveer Ahmed" userId="ae65990c-ea0f-4c33-a6b2-48519e4fc857" providerId="ADAL" clId="{5D78BC81-EBFE-4FF3-A522-3426F6C966B2}" dt="2026-01-12T07:06:56.276" v="2" actId="2696"/>
        <pc:sldMkLst>
          <pc:docMk/>
          <pc:sldMk cId="0" sldId="446"/>
        </pc:sldMkLst>
      </pc:sldChg>
      <pc:sldChg chg="del">
        <pc:chgData name="Tanveer Ahmed" userId="ae65990c-ea0f-4c33-a6b2-48519e4fc857" providerId="ADAL" clId="{5D78BC81-EBFE-4FF3-A522-3426F6C966B2}" dt="2026-01-12T07:06:53.182" v="0" actId="2696"/>
        <pc:sldMkLst>
          <pc:docMk/>
          <pc:sldMk cId="3494917095" sldId="581"/>
        </pc:sldMkLst>
      </pc:sldChg>
      <pc:sldChg chg="del">
        <pc:chgData name="Tanveer Ahmed" userId="ae65990c-ea0f-4c33-a6b2-48519e4fc857" providerId="ADAL" clId="{5D78BC81-EBFE-4FF3-A522-3426F6C966B2}" dt="2026-01-12T07:06:54.936" v="1" actId="2696"/>
        <pc:sldMkLst>
          <pc:docMk/>
          <pc:sldMk cId="1124029208" sldId="582"/>
        </pc:sldMkLst>
      </pc:sldChg>
      <pc:sldChg chg="del">
        <pc:chgData name="Tanveer Ahmed" userId="ae65990c-ea0f-4c33-a6b2-48519e4fc857" providerId="ADAL" clId="{5D78BC81-EBFE-4FF3-A522-3426F6C966B2}" dt="2026-01-12T07:07:00.987" v="5" actId="2696"/>
        <pc:sldMkLst>
          <pc:docMk/>
          <pc:sldMk cId="1443157102" sldId="583"/>
        </pc:sldMkLst>
      </pc:sldChg>
      <pc:sldChg chg="add del">
        <pc:chgData name="Tanveer Ahmed" userId="ae65990c-ea0f-4c33-a6b2-48519e4fc857" providerId="ADAL" clId="{5D78BC81-EBFE-4FF3-A522-3426F6C966B2}" dt="2026-01-12T07:07:17.349" v="10" actId="2696"/>
        <pc:sldMkLst>
          <pc:docMk/>
          <pc:sldMk cId="4215590737" sldId="585"/>
        </pc:sldMkLst>
      </pc:sldChg>
      <pc:sldChg chg="add del">
        <pc:chgData name="Tanveer Ahmed" userId="ae65990c-ea0f-4c33-a6b2-48519e4fc857" providerId="ADAL" clId="{5D78BC81-EBFE-4FF3-A522-3426F6C966B2}" dt="2026-01-12T07:07:17.156" v="9" actId="2696"/>
        <pc:sldMkLst>
          <pc:docMk/>
          <pc:sldMk cId="1183945829" sldId="586"/>
        </pc:sldMkLst>
      </pc:sldChg>
      <pc:sldChg chg="add del">
        <pc:chgData name="Tanveer Ahmed" userId="ae65990c-ea0f-4c33-a6b2-48519e4fc857" providerId="ADAL" clId="{5D78BC81-EBFE-4FF3-A522-3426F6C966B2}" dt="2026-01-12T07:07:20.265" v="12" actId="2696"/>
        <pc:sldMkLst>
          <pc:docMk/>
          <pc:sldMk cId="683429391" sldId="618"/>
        </pc:sldMkLst>
      </pc:sldChg>
      <pc:sldMasterChg chg="delSldLayout">
        <pc:chgData name="Tanveer Ahmed" userId="ae65990c-ea0f-4c33-a6b2-48519e4fc857" providerId="ADAL" clId="{5D78BC81-EBFE-4FF3-A522-3426F6C966B2}" dt="2026-01-12T07:06:56.276" v="3" actId="2696"/>
        <pc:sldMasterMkLst>
          <pc:docMk/>
          <pc:sldMasterMk cId="3672269778" sldId="2147483661"/>
        </pc:sldMasterMkLst>
        <pc:sldLayoutChg chg="del">
          <pc:chgData name="Tanveer Ahmed" userId="ae65990c-ea0f-4c33-a6b2-48519e4fc857" providerId="ADAL" clId="{5D78BC81-EBFE-4FF3-A522-3426F6C966B2}" dt="2026-01-12T07:06:56.276" v="3" actId="2696"/>
          <pc:sldLayoutMkLst>
            <pc:docMk/>
            <pc:sldMasterMk cId="3672269778" sldId="2147483661"/>
            <pc:sldLayoutMk cId="3409415543" sldId="2147483674"/>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B6FEF65-91A3-4A76-939F-AB7BAEB38B5E}" type="doc">
      <dgm:prSet loTypeId="urn:microsoft.com/office/officeart/2005/8/layout/process1" loCatId="process" qsTypeId="urn:microsoft.com/office/officeart/2005/8/quickstyle/simple3" qsCatId="simple" csTypeId="urn:microsoft.com/office/officeart/2005/8/colors/colorful1#1" csCatId="colorful" phldr="1"/>
      <dgm:spPr/>
    </dgm:pt>
    <dgm:pt modelId="{DC424D30-961E-42BE-AB85-93AE8F862A64}">
      <dgm:prSet phldrT="[Text]"/>
      <dgm:spPr/>
      <dgm:t>
        <a:bodyPr/>
        <a:lstStyle/>
        <a:p>
          <a:r>
            <a:rPr lang="en-IN" dirty="0"/>
            <a:t>Input Data</a:t>
          </a:r>
        </a:p>
      </dgm:t>
    </dgm:pt>
    <dgm:pt modelId="{08D49EEF-FF5C-40DF-AE92-B59E0D397035}" type="parTrans" cxnId="{23A8189D-F931-43C5-8A94-F6C9A83BCCBD}">
      <dgm:prSet/>
      <dgm:spPr/>
      <dgm:t>
        <a:bodyPr/>
        <a:lstStyle/>
        <a:p>
          <a:endParaRPr lang="en-IN"/>
        </a:p>
      </dgm:t>
    </dgm:pt>
    <dgm:pt modelId="{0A8A3ED8-49E3-400C-9E97-11F37058C41C}" type="sibTrans" cxnId="{23A8189D-F931-43C5-8A94-F6C9A83BCCBD}">
      <dgm:prSet/>
      <dgm:spPr/>
      <dgm:t>
        <a:bodyPr/>
        <a:lstStyle/>
        <a:p>
          <a:endParaRPr lang="en-IN"/>
        </a:p>
      </dgm:t>
    </dgm:pt>
    <dgm:pt modelId="{6F1B6DEF-4B95-465A-B97D-29D981A7E7FB}">
      <dgm:prSet phldrT="[Text]"/>
      <dgm:spPr/>
      <dgm:t>
        <a:bodyPr/>
        <a:lstStyle/>
        <a:p>
          <a:r>
            <a:rPr lang="en-IN" dirty="0"/>
            <a:t>Feature Engineering</a:t>
          </a:r>
        </a:p>
      </dgm:t>
    </dgm:pt>
    <dgm:pt modelId="{C3A607C4-943A-4FD1-BB38-FFFCF945FB73}" type="parTrans" cxnId="{61A56FA2-AB2F-4921-AFB4-21901B8E1EA1}">
      <dgm:prSet/>
      <dgm:spPr/>
      <dgm:t>
        <a:bodyPr/>
        <a:lstStyle/>
        <a:p>
          <a:endParaRPr lang="en-IN"/>
        </a:p>
      </dgm:t>
    </dgm:pt>
    <dgm:pt modelId="{99BB9A9A-5BB6-4285-A656-E3E782B8EB2F}" type="sibTrans" cxnId="{61A56FA2-AB2F-4921-AFB4-21901B8E1EA1}">
      <dgm:prSet/>
      <dgm:spPr/>
      <dgm:t>
        <a:bodyPr/>
        <a:lstStyle/>
        <a:p>
          <a:endParaRPr lang="en-IN"/>
        </a:p>
      </dgm:t>
    </dgm:pt>
    <dgm:pt modelId="{9F16276F-3F80-4F7E-B8BE-D0FE770A5776}">
      <dgm:prSet phldrT="[Text]"/>
      <dgm:spPr/>
      <dgm:t>
        <a:bodyPr/>
        <a:lstStyle/>
        <a:p>
          <a:r>
            <a:rPr lang="en-IN" dirty="0"/>
            <a:t>Traditional ML Algorithms</a:t>
          </a:r>
        </a:p>
      </dgm:t>
    </dgm:pt>
    <dgm:pt modelId="{B74552A3-E849-4225-83B5-8354BBC57043}" type="parTrans" cxnId="{A02BDEF0-DD1D-4D0A-B70E-D9E16DB0E03C}">
      <dgm:prSet/>
      <dgm:spPr/>
      <dgm:t>
        <a:bodyPr/>
        <a:lstStyle/>
        <a:p>
          <a:endParaRPr lang="en-IN"/>
        </a:p>
      </dgm:t>
    </dgm:pt>
    <dgm:pt modelId="{2EA2B818-06C1-4EB6-A810-0B31FC6A3ABF}" type="sibTrans" cxnId="{A02BDEF0-DD1D-4D0A-B70E-D9E16DB0E03C}">
      <dgm:prSet/>
      <dgm:spPr/>
      <dgm:t>
        <a:bodyPr/>
        <a:lstStyle/>
        <a:p>
          <a:endParaRPr lang="en-IN"/>
        </a:p>
      </dgm:t>
    </dgm:pt>
    <dgm:pt modelId="{4C4EC579-9359-4864-B689-AAD670F4DE46}" type="pres">
      <dgm:prSet presAssocID="{7B6FEF65-91A3-4A76-939F-AB7BAEB38B5E}" presName="Name0" presStyleCnt="0">
        <dgm:presLayoutVars>
          <dgm:dir/>
          <dgm:resizeHandles val="exact"/>
        </dgm:presLayoutVars>
      </dgm:prSet>
      <dgm:spPr/>
    </dgm:pt>
    <dgm:pt modelId="{45360C1C-0E65-4C6A-A032-C45AA2E4CBF4}" type="pres">
      <dgm:prSet presAssocID="{DC424D30-961E-42BE-AB85-93AE8F862A64}" presName="node" presStyleLbl="node1" presStyleIdx="0" presStyleCnt="3" custScaleY="85636" custLinFactNeighborX="9937" custLinFactNeighborY="-27011">
        <dgm:presLayoutVars>
          <dgm:bulletEnabled val="1"/>
        </dgm:presLayoutVars>
      </dgm:prSet>
      <dgm:spPr/>
    </dgm:pt>
    <dgm:pt modelId="{853606CE-03FD-45D5-A4AA-545561D29A4A}" type="pres">
      <dgm:prSet presAssocID="{0A8A3ED8-49E3-400C-9E97-11F37058C41C}" presName="sibTrans" presStyleLbl="sibTrans2D1" presStyleIdx="0" presStyleCnt="2"/>
      <dgm:spPr/>
    </dgm:pt>
    <dgm:pt modelId="{56E2C394-FEED-4D41-BBF8-12B2A182C7F0}" type="pres">
      <dgm:prSet presAssocID="{0A8A3ED8-49E3-400C-9E97-11F37058C41C}" presName="connectorText" presStyleLbl="sibTrans2D1" presStyleIdx="0" presStyleCnt="2"/>
      <dgm:spPr/>
    </dgm:pt>
    <dgm:pt modelId="{1651FF80-0D82-4AD6-B658-F07D9EFF5F87}" type="pres">
      <dgm:prSet presAssocID="{6F1B6DEF-4B95-465A-B97D-29D981A7E7FB}" presName="node" presStyleLbl="node1" presStyleIdx="1" presStyleCnt="3" custScaleY="85636" custLinFactNeighborX="4697" custLinFactNeighborY="-27011">
        <dgm:presLayoutVars>
          <dgm:bulletEnabled val="1"/>
        </dgm:presLayoutVars>
      </dgm:prSet>
      <dgm:spPr/>
    </dgm:pt>
    <dgm:pt modelId="{AEF59788-69F0-4B90-8309-A8B0322E97BD}" type="pres">
      <dgm:prSet presAssocID="{99BB9A9A-5BB6-4285-A656-E3E782B8EB2F}" presName="sibTrans" presStyleLbl="sibTrans2D1" presStyleIdx="1" presStyleCnt="2"/>
      <dgm:spPr/>
    </dgm:pt>
    <dgm:pt modelId="{67DFB94D-8B0C-44BC-A5EF-32F203464615}" type="pres">
      <dgm:prSet presAssocID="{99BB9A9A-5BB6-4285-A656-E3E782B8EB2F}" presName="connectorText" presStyleLbl="sibTrans2D1" presStyleIdx="1" presStyleCnt="2"/>
      <dgm:spPr/>
    </dgm:pt>
    <dgm:pt modelId="{3F201DBF-7257-4F56-BB61-10D0C62E641E}" type="pres">
      <dgm:prSet presAssocID="{9F16276F-3F80-4F7E-B8BE-D0FE770A5776}" presName="node" presStyleLbl="node1" presStyleIdx="2" presStyleCnt="3" custScaleY="85636" custLinFactNeighborX="-11318" custLinFactNeighborY="-27011">
        <dgm:presLayoutVars>
          <dgm:bulletEnabled val="1"/>
        </dgm:presLayoutVars>
      </dgm:prSet>
      <dgm:spPr/>
    </dgm:pt>
  </dgm:ptLst>
  <dgm:cxnLst>
    <dgm:cxn modelId="{48CEE039-A4F4-4C36-B123-CBA6BEDD9826}" type="presOf" srcId="{6F1B6DEF-4B95-465A-B97D-29D981A7E7FB}" destId="{1651FF80-0D82-4AD6-B658-F07D9EFF5F87}" srcOrd="0" destOrd="0" presId="urn:microsoft.com/office/officeart/2005/8/layout/process1"/>
    <dgm:cxn modelId="{8F0D2C42-CFF8-4B7D-BD12-5E18E2009F09}" type="presOf" srcId="{DC424D30-961E-42BE-AB85-93AE8F862A64}" destId="{45360C1C-0E65-4C6A-A032-C45AA2E4CBF4}" srcOrd="0" destOrd="0" presId="urn:microsoft.com/office/officeart/2005/8/layout/process1"/>
    <dgm:cxn modelId="{360A4047-86BD-49E1-BAF5-E76574C46FB4}" type="presOf" srcId="{7B6FEF65-91A3-4A76-939F-AB7BAEB38B5E}" destId="{4C4EC579-9359-4864-B689-AAD670F4DE46}" srcOrd="0" destOrd="0" presId="urn:microsoft.com/office/officeart/2005/8/layout/process1"/>
    <dgm:cxn modelId="{4B7E856C-D00A-4142-BDC4-0DD3F5007283}" type="presOf" srcId="{99BB9A9A-5BB6-4285-A656-E3E782B8EB2F}" destId="{67DFB94D-8B0C-44BC-A5EF-32F203464615}" srcOrd="1" destOrd="0" presId="urn:microsoft.com/office/officeart/2005/8/layout/process1"/>
    <dgm:cxn modelId="{78075350-5F7E-4375-BF1A-F4528B609A6C}" type="presOf" srcId="{99BB9A9A-5BB6-4285-A656-E3E782B8EB2F}" destId="{AEF59788-69F0-4B90-8309-A8B0322E97BD}" srcOrd="0" destOrd="0" presId="urn:microsoft.com/office/officeart/2005/8/layout/process1"/>
    <dgm:cxn modelId="{0977B98F-8B5E-4217-B274-E199049B2A1A}" type="presOf" srcId="{0A8A3ED8-49E3-400C-9E97-11F37058C41C}" destId="{853606CE-03FD-45D5-A4AA-545561D29A4A}" srcOrd="0" destOrd="0" presId="urn:microsoft.com/office/officeart/2005/8/layout/process1"/>
    <dgm:cxn modelId="{23A8189D-F931-43C5-8A94-F6C9A83BCCBD}" srcId="{7B6FEF65-91A3-4A76-939F-AB7BAEB38B5E}" destId="{DC424D30-961E-42BE-AB85-93AE8F862A64}" srcOrd="0" destOrd="0" parTransId="{08D49EEF-FF5C-40DF-AE92-B59E0D397035}" sibTransId="{0A8A3ED8-49E3-400C-9E97-11F37058C41C}"/>
    <dgm:cxn modelId="{61A56FA2-AB2F-4921-AFB4-21901B8E1EA1}" srcId="{7B6FEF65-91A3-4A76-939F-AB7BAEB38B5E}" destId="{6F1B6DEF-4B95-465A-B97D-29D981A7E7FB}" srcOrd="1" destOrd="0" parTransId="{C3A607C4-943A-4FD1-BB38-FFFCF945FB73}" sibTransId="{99BB9A9A-5BB6-4285-A656-E3E782B8EB2F}"/>
    <dgm:cxn modelId="{616187A4-EB75-4558-A1ED-76DC55C30046}" type="presOf" srcId="{0A8A3ED8-49E3-400C-9E97-11F37058C41C}" destId="{56E2C394-FEED-4D41-BBF8-12B2A182C7F0}" srcOrd="1" destOrd="0" presId="urn:microsoft.com/office/officeart/2005/8/layout/process1"/>
    <dgm:cxn modelId="{0DB823A7-3109-40D7-8CD4-3024AC2454F9}" type="presOf" srcId="{9F16276F-3F80-4F7E-B8BE-D0FE770A5776}" destId="{3F201DBF-7257-4F56-BB61-10D0C62E641E}" srcOrd="0" destOrd="0" presId="urn:microsoft.com/office/officeart/2005/8/layout/process1"/>
    <dgm:cxn modelId="{A02BDEF0-DD1D-4D0A-B70E-D9E16DB0E03C}" srcId="{7B6FEF65-91A3-4A76-939F-AB7BAEB38B5E}" destId="{9F16276F-3F80-4F7E-B8BE-D0FE770A5776}" srcOrd="2" destOrd="0" parTransId="{B74552A3-E849-4225-83B5-8354BBC57043}" sibTransId="{2EA2B818-06C1-4EB6-A810-0B31FC6A3ABF}"/>
    <dgm:cxn modelId="{BD507F8B-C8B6-4D2D-B042-C9AB0DB09677}" type="presParOf" srcId="{4C4EC579-9359-4864-B689-AAD670F4DE46}" destId="{45360C1C-0E65-4C6A-A032-C45AA2E4CBF4}" srcOrd="0" destOrd="0" presId="urn:microsoft.com/office/officeart/2005/8/layout/process1"/>
    <dgm:cxn modelId="{10F00728-C39F-4902-9678-67DEEEB6B6F7}" type="presParOf" srcId="{4C4EC579-9359-4864-B689-AAD670F4DE46}" destId="{853606CE-03FD-45D5-A4AA-545561D29A4A}" srcOrd="1" destOrd="0" presId="urn:microsoft.com/office/officeart/2005/8/layout/process1"/>
    <dgm:cxn modelId="{8A31734D-EDD4-47A7-9D03-8C05F98FBFC6}" type="presParOf" srcId="{853606CE-03FD-45D5-A4AA-545561D29A4A}" destId="{56E2C394-FEED-4D41-BBF8-12B2A182C7F0}" srcOrd="0" destOrd="0" presId="urn:microsoft.com/office/officeart/2005/8/layout/process1"/>
    <dgm:cxn modelId="{F80620EF-E914-4222-BD09-EF00BFE2AB95}" type="presParOf" srcId="{4C4EC579-9359-4864-B689-AAD670F4DE46}" destId="{1651FF80-0D82-4AD6-B658-F07D9EFF5F87}" srcOrd="2" destOrd="0" presId="urn:microsoft.com/office/officeart/2005/8/layout/process1"/>
    <dgm:cxn modelId="{0B4355D1-797E-4BBD-B6DB-B8BDA745FE6D}" type="presParOf" srcId="{4C4EC579-9359-4864-B689-AAD670F4DE46}" destId="{AEF59788-69F0-4B90-8309-A8B0322E97BD}" srcOrd="3" destOrd="0" presId="urn:microsoft.com/office/officeart/2005/8/layout/process1"/>
    <dgm:cxn modelId="{7E19BE36-4585-42AD-8803-3D91E6D7385D}" type="presParOf" srcId="{AEF59788-69F0-4B90-8309-A8B0322E97BD}" destId="{67DFB94D-8B0C-44BC-A5EF-32F203464615}" srcOrd="0" destOrd="0" presId="urn:microsoft.com/office/officeart/2005/8/layout/process1"/>
    <dgm:cxn modelId="{99E9A01A-3D9A-46A5-94AE-57200B871C00}" type="presParOf" srcId="{4C4EC579-9359-4864-B689-AAD670F4DE46}" destId="{3F201DBF-7257-4F56-BB61-10D0C62E641E}" srcOrd="4"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B6FEF65-91A3-4A76-939F-AB7BAEB38B5E}" type="doc">
      <dgm:prSet loTypeId="urn:microsoft.com/office/officeart/2005/8/layout/process1" loCatId="process" qsTypeId="urn:microsoft.com/office/officeart/2005/8/quickstyle/simple1" qsCatId="simple" csTypeId="urn:microsoft.com/office/officeart/2005/8/colors/accent2_2" csCatId="accent2" phldr="1"/>
      <dgm:spPr/>
    </dgm:pt>
    <dgm:pt modelId="{DC424D30-961E-42BE-AB85-93AE8F862A64}">
      <dgm:prSet phldrT="[Text]"/>
      <dgm:spPr/>
      <dgm:t>
        <a:bodyPr/>
        <a:lstStyle/>
        <a:p>
          <a:r>
            <a:rPr lang="en-IN" dirty="0"/>
            <a:t>Input Data</a:t>
          </a:r>
        </a:p>
      </dgm:t>
    </dgm:pt>
    <dgm:pt modelId="{08D49EEF-FF5C-40DF-AE92-B59E0D397035}" type="parTrans" cxnId="{23A8189D-F931-43C5-8A94-F6C9A83BCCBD}">
      <dgm:prSet/>
      <dgm:spPr/>
      <dgm:t>
        <a:bodyPr/>
        <a:lstStyle/>
        <a:p>
          <a:endParaRPr lang="en-IN"/>
        </a:p>
      </dgm:t>
    </dgm:pt>
    <dgm:pt modelId="{0A8A3ED8-49E3-400C-9E97-11F37058C41C}" type="sibTrans" cxnId="{23A8189D-F931-43C5-8A94-F6C9A83BCCBD}">
      <dgm:prSet/>
      <dgm:spPr/>
      <dgm:t>
        <a:bodyPr/>
        <a:lstStyle/>
        <a:p>
          <a:endParaRPr lang="en-IN"/>
        </a:p>
      </dgm:t>
    </dgm:pt>
    <dgm:pt modelId="{9F16276F-3F80-4F7E-B8BE-D0FE770A5776}">
      <dgm:prSet phldrT="[Text]"/>
      <dgm:spPr/>
      <dgm:t>
        <a:bodyPr/>
        <a:lstStyle/>
        <a:p>
          <a:r>
            <a:rPr lang="en-IN" dirty="0"/>
            <a:t>Deep Learning Algorithms</a:t>
          </a:r>
        </a:p>
      </dgm:t>
    </dgm:pt>
    <dgm:pt modelId="{B74552A3-E849-4225-83B5-8354BBC57043}" type="parTrans" cxnId="{A02BDEF0-DD1D-4D0A-B70E-D9E16DB0E03C}">
      <dgm:prSet/>
      <dgm:spPr/>
      <dgm:t>
        <a:bodyPr/>
        <a:lstStyle/>
        <a:p>
          <a:endParaRPr lang="en-IN"/>
        </a:p>
      </dgm:t>
    </dgm:pt>
    <dgm:pt modelId="{2EA2B818-06C1-4EB6-A810-0B31FC6A3ABF}" type="sibTrans" cxnId="{A02BDEF0-DD1D-4D0A-B70E-D9E16DB0E03C}">
      <dgm:prSet/>
      <dgm:spPr/>
      <dgm:t>
        <a:bodyPr/>
        <a:lstStyle/>
        <a:p>
          <a:endParaRPr lang="en-IN"/>
        </a:p>
      </dgm:t>
    </dgm:pt>
    <dgm:pt modelId="{4C4EC579-9359-4864-B689-AAD670F4DE46}" type="pres">
      <dgm:prSet presAssocID="{7B6FEF65-91A3-4A76-939F-AB7BAEB38B5E}" presName="Name0" presStyleCnt="0">
        <dgm:presLayoutVars>
          <dgm:dir/>
          <dgm:resizeHandles val="exact"/>
        </dgm:presLayoutVars>
      </dgm:prSet>
      <dgm:spPr/>
    </dgm:pt>
    <dgm:pt modelId="{45360C1C-0E65-4C6A-A032-C45AA2E4CBF4}" type="pres">
      <dgm:prSet presAssocID="{DC424D30-961E-42BE-AB85-93AE8F862A64}" presName="node" presStyleLbl="node1" presStyleIdx="0" presStyleCnt="2" custScaleY="42860" custLinFactNeighborX="-117">
        <dgm:presLayoutVars>
          <dgm:bulletEnabled val="1"/>
        </dgm:presLayoutVars>
      </dgm:prSet>
      <dgm:spPr/>
    </dgm:pt>
    <dgm:pt modelId="{853606CE-03FD-45D5-A4AA-545561D29A4A}" type="pres">
      <dgm:prSet presAssocID="{0A8A3ED8-49E3-400C-9E97-11F37058C41C}" presName="sibTrans" presStyleLbl="sibTrans2D1" presStyleIdx="0" presStyleCnt="1"/>
      <dgm:spPr/>
    </dgm:pt>
    <dgm:pt modelId="{56E2C394-FEED-4D41-BBF8-12B2A182C7F0}" type="pres">
      <dgm:prSet presAssocID="{0A8A3ED8-49E3-400C-9E97-11F37058C41C}" presName="connectorText" presStyleLbl="sibTrans2D1" presStyleIdx="0" presStyleCnt="1"/>
      <dgm:spPr/>
    </dgm:pt>
    <dgm:pt modelId="{3F201DBF-7257-4F56-BB61-10D0C62E641E}" type="pres">
      <dgm:prSet presAssocID="{9F16276F-3F80-4F7E-B8BE-D0FE770A5776}" presName="node" presStyleLbl="node1" presStyleIdx="1" presStyleCnt="2" custScaleY="44461">
        <dgm:presLayoutVars>
          <dgm:bulletEnabled val="1"/>
        </dgm:presLayoutVars>
      </dgm:prSet>
      <dgm:spPr/>
    </dgm:pt>
  </dgm:ptLst>
  <dgm:cxnLst>
    <dgm:cxn modelId="{3FCB1C71-26A3-4A29-A86A-39066C22930C}" type="presOf" srcId="{9F16276F-3F80-4F7E-B8BE-D0FE770A5776}" destId="{3F201DBF-7257-4F56-BB61-10D0C62E641E}" srcOrd="0" destOrd="0" presId="urn:microsoft.com/office/officeart/2005/8/layout/process1"/>
    <dgm:cxn modelId="{23A8189D-F931-43C5-8A94-F6C9A83BCCBD}" srcId="{7B6FEF65-91A3-4A76-939F-AB7BAEB38B5E}" destId="{DC424D30-961E-42BE-AB85-93AE8F862A64}" srcOrd="0" destOrd="0" parTransId="{08D49EEF-FF5C-40DF-AE92-B59E0D397035}" sibTransId="{0A8A3ED8-49E3-400C-9E97-11F37058C41C}"/>
    <dgm:cxn modelId="{22459DB4-5FE0-4CD6-BF1A-E9988AC66BD5}" type="presOf" srcId="{7B6FEF65-91A3-4A76-939F-AB7BAEB38B5E}" destId="{4C4EC579-9359-4864-B689-AAD670F4DE46}" srcOrd="0" destOrd="0" presId="urn:microsoft.com/office/officeart/2005/8/layout/process1"/>
    <dgm:cxn modelId="{726008E4-03F0-4745-893E-C8CDDD4ED469}" type="presOf" srcId="{0A8A3ED8-49E3-400C-9E97-11F37058C41C}" destId="{56E2C394-FEED-4D41-BBF8-12B2A182C7F0}" srcOrd="1" destOrd="0" presId="urn:microsoft.com/office/officeart/2005/8/layout/process1"/>
    <dgm:cxn modelId="{A02BDEF0-DD1D-4D0A-B70E-D9E16DB0E03C}" srcId="{7B6FEF65-91A3-4A76-939F-AB7BAEB38B5E}" destId="{9F16276F-3F80-4F7E-B8BE-D0FE770A5776}" srcOrd="1" destOrd="0" parTransId="{B74552A3-E849-4225-83B5-8354BBC57043}" sibTransId="{2EA2B818-06C1-4EB6-A810-0B31FC6A3ABF}"/>
    <dgm:cxn modelId="{C8B4D7F6-8269-4E7C-9530-D54777FF38C4}" type="presOf" srcId="{DC424D30-961E-42BE-AB85-93AE8F862A64}" destId="{45360C1C-0E65-4C6A-A032-C45AA2E4CBF4}" srcOrd="0" destOrd="0" presId="urn:microsoft.com/office/officeart/2005/8/layout/process1"/>
    <dgm:cxn modelId="{A6DBE7FF-2A32-475C-91A2-C56226AE799E}" type="presOf" srcId="{0A8A3ED8-49E3-400C-9E97-11F37058C41C}" destId="{853606CE-03FD-45D5-A4AA-545561D29A4A}" srcOrd="0" destOrd="0" presId="urn:microsoft.com/office/officeart/2005/8/layout/process1"/>
    <dgm:cxn modelId="{82A51A45-CD50-4821-8A9C-CE3DA7A9A3AD}" type="presParOf" srcId="{4C4EC579-9359-4864-B689-AAD670F4DE46}" destId="{45360C1C-0E65-4C6A-A032-C45AA2E4CBF4}" srcOrd="0" destOrd="0" presId="urn:microsoft.com/office/officeart/2005/8/layout/process1"/>
    <dgm:cxn modelId="{C1EB7C83-EE4C-40E8-8700-A800A94B5E32}" type="presParOf" srcId="{4C4EC579-9359-4864-B689-AAD670F4DE46}" destId="{853606CE-03FD-45D5-A4AA-545561D29A4A}" srcOrd="1" destOrd="0" presId="urn:microsoft.com/office/officeart/2005/8/layout/process1"/>
    <dgm:cxn modelId="{5122AA97-1386-48C5-ADFF-68ECD0496099}" type="presParOf" srcId="{853606CE-03FD-45D5-A4AA-545561D29A4A}" destId="{56E2C394-FEED-4D41-BBF8-12B2A182C7F0}" srcOrd="0" destOrd="0" presId="urn:microsoft.com/office/officeart/2005/8/layout/process1"/>
    <dgm:cxn modelId="{C280F709-12B2-4638-B90C-7657FB3016A3}" type="presParOf" srcId="{4C4EC579-9359-4864-B689-AAD670F4DE46}" destId="{3F201DBF-7257-4F56-BB61-10D0C62E641E}" srcOrd="2" destOrd="0" presId="urn:microsoft.com/office/officeart/2005/8/layout/process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1D1908F-7C26-4537-AD5D-36DC407169C5}"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2D3A107D-0058-4091-B602-5D625FF8CA18}">
      <dgm:prSet/>
      <dgm:spPr/>
      <dgm:t>
        <a:bodyPr/>
        <a:lstStyle/>
        <a:p>
          <a:pPr>
            <a:lnSpc>
              <a:spcPct val="100000"/>
            </a:lnSpc>
            <a:defRPr b="1"/>
          </a:pPr>
          <a:r>
            <a:rPr lang="en-GB" dirty="0"/>
            <a:t>NNs use nonlinear mapping of the inputs </a:t>
          </a:r>
          <a:r>
            <a:rPr lang="en-US" i="1" dirty="0"/>
            <a:t>x </a:t>
          </a:r>
          <a:r>
            <a:rPr lang="en-GB" dirty="0"/>
            <a:t>to the outputs </a:t>
          </a:r>
          <a:r>
            <a:rPr lang="en-US" i="1" dirty="0"/>
            <a:t>f</a:t>
          </a:r>
          <a:r>
            <a:rPr lang="en-US" dirty="0"/>
            <a:t>(</a:t>
          </a:r>
          <a:r>
            <a:rPr lang="en-US" i="1" dirty="0"/>
            <a:t>x</a:t>
          </a:r>
          <a:r>
            <a:rPr lang="en-US" dirty="0"/>
            <a:t>)</a:t>
          </a:r>
          <a:r>
            <a:rPr lang="en-GB" dirty="0"/>
            <a:t> to compute complex decision boundaries</a:t>
          </a:r>
          <a:endParaRPr lang="en-US" dirty="0"/>
        </a:p>
      </dgm:t>
    </dgm:pt>
    <dgm:pt modelId="{7D07F2CA-33A9-430E-B18F-EE5C4BC7274C}" type="parTrans" cxnId="{1EE653D7-DA88-4181-B3DD-2F4CA7CDA9FE}">
      <dgm:prSet/>
      <dgm:spPr/>
      <dgm:t>
        <a:bodyPr/>
        <a:lstStyle/>
        <a:p>
          <a:endParaRPr lang="en-US"/>
        </a:p>
      </dgm:t>
    </dgm:pt>
    <dgm:pt modelId="{B735D431-6AD1-4DA3-9243-AE037517C535}" type="sibTrans" cxnId="{1EE653D7-DA88-4181-B3DD-2F4CA7CDA9FE}">
      <dgm:prSet/>
      <dgm:spPr/>
      <dgm:t>
        <a:bodyPr/>
        <a:lstStyle/>
        <a:p>
          <a:endParaRPr lang="en-US"/>
        </a:p>
      </dgm:t>
    </dgm:pt>
    <dgm:pt modelId="{1F521190-8A68-462B-B4FF-59AFB695C2B6}">
      <dgm:prSet/>
      <dgm:spPr/>
      <dgm:t>
        <a:bodyPr/>
        <a:lstStyle/>
        <a:p>
          <a:pPr>
            <a:lnSpc>
              <a:spcPct val="100000"/>
            </a:lnSpc>
            <a:defRPr b="1"/>
          </a:pPr>
          <a:r>
            <a:rPr lang="en-GB" dirty="0"/>
            <a:t>But then, why use deeper NNs?</a:t>
          </a:r>
          <a:endParaRPr lang="en-US" dirty="0"/>
        </a:p>
      </dgm:t>
    </dgm:pt>
    <dgm:pt modelId="{3A6C262E-F475-4BBF-B3F0-76C883D810B0}" type="parTrans" cxnId="{8BA9C029-3535-4404-AABF-CF717BCB13C5}">
      <dgm:prSet/>
      <dgm:spPr/>
      <dgm:t>
        <a:bodyPr/>
        <a:lstStyle/>
        <a:p>
          <a:endParaRPr lang="en-US"/>
        </a:p>
      </dgm:t>
    </dgm:pt>
    <dgm:pt modelId="{790C230D-6C37-4A8E-A46F-5AA3DD3E095E}" type="sibTrans" cxnId="{8BA9C029-3535-4404-AABF-CF717BCB13C5}">
      <dgm:prSet/>
      <dgm:spPr/>
      <dgm:t>
        <a:bodyPr/>
        <a:lstStyle/>
        <a:p>
          <a:endParaRPr lang="en-US"/>
        </a:p>
      </dgm:t>
    </dgm:pt>
    <dgm:pt modelId="{1DF88440-9139-49D9-8B7E-1F64925DC331}">
      <dgm:prSet/>
      <dgm:spPr/>
      <dgm:t>
        <a:bodyPr/>
        <a:lstStyle/>
        <a:p>
          <a:pPr>
            <a:lnSpc>
              <a:spcPct val="100000"/>
            </a:lnSpc>
          </a:pPr>
          <a:r>
            <a:rPr lang="en-US"/>
            <a:t>The fact that deep NNs work better is an empirical observation</a:t>
          </a:r>
        </a:p>
      </dgm:t>
    </dgm:pt>
    <dgm:pt modelId="{64CF5058-FD7F-4441-870B-4ADA04137A90}" type="parTrans" cxnId="{54234F09-A31B-4091-BF27-67F150C281CC}">
      <dgm:prSet/>
      <dgm:spPr/>
      <dgm:t>
        <a:bodyPr/>
        <a:lstStyle/>
        <a:p>
          <a:endParaRPr lang="en-US"/>
        </a:p>
      </dgm:t>
    </dgm:pt>
    <dgm:pt modelId="{3B80AF20-EBE8-414D-8704-506CE191B274}" type="sibTrans" cxnId="{54234F09-A31B-4091-BF27-67F150C281CC}">
      <dgm:prSet/>
      <dgm:spPr/>
      <dgm:t>
        <a:bodyPr/>
        <a:lstStyle/>
        <a:p>
          <a:endParaRPr lang="en-US"/>
        </a:p>
      </dgm:t>
    </dgm:pt>
    <dgm:pt modelId="{FD3CE210-2F4E-49C2-8C42-36340222F618}">
      <dgm:prSet/>
      <dgm:spPr/>
      <dgm:t>
        <a:bodyPr/>
        <a:lstStyle/>
        <a:p>
          <a:pPr>
            <a:lnSpc>
              <a:spcPct val="100000"/>
            </a:lnSpc>
          </a:pPr>
          <a:r>
            <a:rPr lang="en-US"/>
            <a:t>Mathematically, deep NNs have the same representational power as a one-layer NN</a:t>
          </a:r>
        </a:p>
      </dgm:t>
    </dgm:pt>
    <dgm:pt modelId="{EFC18727-6587-4E95-8824-B827291B27E5}" type="parTrans" cxnId="{0A1B4E37-AEEC-4140-88AA-523B2ABE3980}">
      <dgm:prSet/>
      <dgm:spPr/>
      <dgm:t>
        <a:bodyPr/>
        <a:lstStyle/>
        <a:p>
          <a:endParaRPr lang="en-US"/>
        </a:p>
      </dgm:t>
    </dgm:pt>
    <dgm:pt modelId="{CE4D386F-F4FA-441C-A105-C98EEAB27A1B}" type="sibTrans" cxnId="{0A1B4E37-AEEC-4140-88AA-523B2ABE3980}">
      <dgm:prSet/>
      <dgm:spPr/>
      <dgm:t>
        <a:bodyPr/>
        <a:lstStyle/>
        <a:p>
          <a:endParaRPr lang="en-US"/>
        </a:p>
      </dgm:t>
    </dgm:pt>
    <dgm:pt modelId="{24F4183C-4E31-4387-98BA-F3955ABC66C1}" type="pres">
      <dgm:prSet presAssocID="{B1D1908F-7C26-4537-AD5D-36DC407169C5}" presName="hierChild1" presStyleCnt="0">
        <dgm:presLayoutVars>
          <dgm:orgChart val="1"/>
          <dgm:chPref val="1"/>
          <dgm:dir/>
          <dgm:animOne val="branch"/>
          <dgm:animLvl val="lvl"/>
          <dgm:resizeHandles/>
        </dgm:presLayoutVars>
      </dgm:prSet>
      <dgm:spPr/>
    </dgm:pt>
    <dgm:pt modelId="{5FB88A08-C5FB-4171-92B0-F030EAE4480F}" type="pres">
      <dgm:prSet presAssocID="{2D3A107D-0058-4091-B602-5D625FF8CA18}" presName="hierRoot1" presStyleCnt="0">
        <dgm:presLayoutVars>
          <dgm:hierBranch val="init"/>
        </dgm:presLayoutVars>
      </dgm:prSet>
      <dgm:spPr/>
    </dgm:pt>
    <dgm:pt modelId="{179F1F5A-E127-4B6A-A37F-8190D222EDE2}" type="pres">
      <dgm:prSet presAssocID="{2D3A107D-0058-4091-B602-5D625FF8CA18}" presName="rootComposite1" presStyleCnt="0"/>
      <dgm:spPr/>
    </dgm:pt>
    <dgm:pt modelId="{98A6D149-CC2C-47C7-A490-F2039161D048}" type="pres">
      <dgm:prSet presAssocID="{2D3A107D-0058-4091-B602-5D625FF8CA18}" presName="rootText1" presStyleLbl="node0" presStyleIdx="0" presStyleCnt="2">
        <dgm:presLayoutVars>
          <dgm:chPref val="3"/>
        </dgm:presLayoutVars>
      </dgm:prSet>
      <dgm:spPr/>
    </dgm:pt>
    <dgm:pt modelId="{19228DAE-4D67-496F-95CE-F7A2AD8F3D2A}" type="pres">
      <dgm:prSet presAssocID="{2D3A107D-0058-4091-B602-5D625FF8CA18}" presName="rootConnector1" presStyleLbl="node1" presStyleIdx="0" presStyleCnt="0"/>
      <dgm:spPr/>
    </dgm:pt>
    <dgm:pt modelId="{6242A378-490B-48B0-89E4-DECA41C29747}" type="pres">
      <dgm:prSet presAssocID="{2D3A107D-0058-4091-B602-5D625FF8CA18}" presName="hierChild2" presStyleCnt="0"/>
      <dgm:spPr/>
    </dgm:pt>
    <dgm:pt modelId="{4E372A7D-06B8-4A17-9C3C-4CD0CEDA89DA}" type="pres">
      <dgm:prSet presAssocID="{2D3A107D-0058-4091-B602-5D625FF8CA18}" presName="hierChild3" presStyleCnt="0"/>
      <dgm:spPr/>
    </dgm:pt>
    <dgm:pt modelId="{FAA79F8D-B57A-4052-AA82-CC5CA5D6D94C}" type="pres">
      <dgm:prSet presAssocID="{1F521190-8A68-462B-B4FF-59AFB695C2B6}" presName="hierRoot1" presStyleCnt="0">
        <dgm:presLayoutVars>
          <dgm:hierBranch val="init"/>
        </dgm:presLayoutVars>
      </dgm:prSet>
      <dgm:spPr/>
    </dgm:pt>
    <dgm:pt modelId="{EC3DC87B-8BBA-4E72-8559-10CD08EE110A}" type="pres">
      <dgm:prSet presAssocID="{1F521190-8A68-462B-B4FF-59AFB695C2B6}" presName="rootComposite1" presStyleCnt="0"/>
      <dgm:spPr/>
    </dgm:pt>
    <dgm:pt modelId="{6CEA80F1-7851-4AB1-9199-F9CEFEEB367D}" type="pres">
      <dgm:prSet presAssocID="{1F521190-8A68-462B-B4FF-59AFB695C2B6}" presName="rootText1" presStyleLbl="node0" presStyleIdx="1" presStyleCnt="2">
        <dgm:presLayoutVars>
          <dgm:chPref val="3"/>
        </dgm:presLayoutVars>
      </dgm:prSet>
      <dgm:spPr/>
    </dgm:pt>
    <dgm:pt modelId="{0008FED3-607C-42BF-AD53-904D8D6D91C0}" type="pres">
      <dgm:prSet presAssocID="{1F521190-8A68-462B-B4FF-59AFB695C2B6}" presName="rootConnector1" presStyleLbl="node1" presStyleIdx="0" presStyleCnt="0"/>
      <dgm:spPr/>
    </dgm:pt>
    <dgm:pt modelId="{F07A3C4F-591F-48CA-B6DA-80DFDB4645BC}" type="pres">
      <dgm:prSet presAssocID="{1F521190-8A68-462B-B4FF-59AFB695C2B6}" presName="hierChild2" presStyleCnt="0"/>
      <dgm:spPr/>
    </dgm:pt>
    <dgm:pt modelId="{F20A9E6F-8969-4C0C-AEBD-0ED53F3F711D}" type="pres">
      <dgm:prSet presAssocID="{64CF5058-FD7F-4441-870B-4ADA04137A90}" presName="Name37" presStyleLbl="parChTrans1D2" presStyleIdx="0" presStyleCnt="2"/>
      <dgm:spPr/>
    </dgm:pt>
    <dgm:pt modelId="{B3BB90F7-50C1-4B44-A34A-AC861BCDF290}" type="pres">
      <dgm:prSet presAssocID="{1DF88440-9139-49D9-8B7E-1F64925DC331}" presName="hierRoot2" presStyleCnt="0">
        <dgm:presLayoutVars>
          <dgm:hierBranch val="init"/>
        </dgm:presLayoutVars>
      </dgm:prSet>
      <dgm:spPr/>
    </dgm:pt>
    <dgm:pt modelId="{9149EA56-B75D-4638-89B4-510F810FF9CC}" type="pres">
      <dgm:prSet presAssocID="{1DF88440-9139-49D9-8B7E-1F64925DC331}" presName="rootComposite" presStyleCnt="0"/>
      <dgm:spPr/>
    </dgm:pt>
    <dgm:pt modelId="{276DC9D4-A1FA-4F6A-8455-770C021C6753}" type="pres">
      <dgm:prSet presAssocID="{1DF88440-9139-49D9-8B7E-1F64925DC331}" presName="rootText" presStyleLbl="node2" presStyleIdx="0" presStyleCnt="2">
        <dgm:presLayoutVars>
          <dgm:chPref val="3"/>
        </dgm:presLayoutVars>
      </dgm:prSet>
      <dgm:spPr/>
    </dgm:pt>
    <dgm:pt modelId="{CE4F168F-6F80-4783-A55D-25C1DA06C509}" type="pres">
      <dgm:prSet presAssocID="{1DF88440-9139-49D9-8B7E-1F64925DC331}" presName="rootConnector" presStyleLbl="node2" presStyleIdx="0" presStyleCnt="2"/>
      <dgm:spPr/>
    </dgm:pt>
    <dgm:pt modelId="{AB4BB95A-24FC-4FAF-899B-6BA66531134A}" type="pres">
      <dgm:prSet presAssocID="{1DF88440-9139-49D9-8B7E-1F64925DC331}" presName="hierChild4" presStyleCnt="0"/>
      <dgm:spPr/>
    </dgm:pt>
    <dgm:pt modelId="{39D3F68B-D389-4301-9501-8CD6C7F14116}" type="pres">
      <dgm:prSet presAssocID="{1DF88440-9139-49D9-8B7E-1F64925DC331}" presName="hierChild5" presStyleCnt="0"/>
      <dgm:spPr/>
    </dgm:pt>
    <dgm:pt modelId="{A1D564C2-AC4B-44B6-938C-17F67A3446CC}" type="pres">
      <dgm:prSet presAssocID="{EFC18727-6587-4E95-8824-B827291B27E5}" presName="Name37" presStyleLbl="parChTrans1D2" presStyleIdx="1" presStyleCnt="2"/>
      <dgm:spPr/>
    </dgm:pt>
    <dgm:pt modelId="{F5F4A3FE-988F-4423-9931-D89CF26ECF2A}" type="pres">
      <dgm:prSet presAssocID="{FD3CE210-2F4E-49C2-8C42-36340222F618}" presName="hierRoot2" presStyleCnt="0">
        <dgm:presLayoutVars>
          <dgm:hierBranch val="init"/>
        </dgm:presLayoutVars>
      </dgm:prSet>
      <dgm:spPr/>
    </dgm:pt>
    <dgm:pt modelId="{F6DA7F7B-046E-41E4-A25A-5667946464C4}" type="pres">
      <dgm:prSet presAssocID="{FD3CE210-2F4E-49C2-8C42-36340222F618}" presName="rootComposite" presStyleCnt="0"/>
      <dgm:spPr/>
    </dgm:pt>
    <dgm:pt modelId="{50A64E79-80ED-4D04-B917-428A596314C4}" type="pres">
      <dgm:prSet presAssocID="{FD3CE210-2F4E-49C2-8C42-36340222F618}" presName="rootText" presStyleLbl="node2" presStyleIdx="1" presStyleCnt="2">
        <dgm:presLayoutVars>
          <dgm:chPref val="3"/>
        </dgm:presLayoutVars>
      </dgm:prSet>
      <dgm:spPr/>
    </dgm:pt>
    <dgm:pt modelId="{AF969ED3-4C47-4DFC-812A-3FA1DE15F487}" type="pres">
      <dgm:prSet presAssocID="{FD3CE210-2F4E-49C2-8C42-36340222F618}" presName="rootConnector" presStyleLbl="node2" presStyleIdx="1" presStyleCnt="2"/>
      <dgm:spPr/>
    </dgm:pt>
    <dgm:pt modelId="{62E5AF76-ED7B-4FF6-8760-F6F3C1CA3B6D}" type="pres">
      <dgm:prSet presAssocID="{FD3CE210-2F4E-49C2-8C42-36340222F618}" presName="hierChild4" presStyleCnt="0"/>
      <dgm:spPr/>
    </dgm:pt>
    <dgm:pt modelId="{540172BE-D969-42F9-A537-FF4CE0C56B11}" type="pres">
      <dgm:prSet presAssocID="{FD3CE210-2F4E-49C2-8C42-36340222F618}" presName="hierChild5" presStyleCnt="0"/>
      <dgm:spPr/>
    </dgm:pt>
    <dgm:pt modelId="{E8F10E94-8916-4A0C-9D21-000E3CC28603}" type="pres">
      <dgm:prSet presAssocID="{1F521190-8A68-462B-B4FF-59AFB695C2B6}" presName="hierChild3" presStyleCnt="0"/>
      <dgm:spPr/>
    </dgm:pt>
  </dgm:ptLst>
  <dgm:cxnLst>
    <dgm:cxn modelId="{F6289000-BCEC-4F33-94D8-E9F47829B23D}" type="presOf" srcId="{1F521190-8A68-462B-B4FF-59AFB695C2B6}" destId="{6CEA80F1-7851-4AB1-9199-F9CEFEEB367D}" srcOrd="0" destOrd="0" presId="urn:microsoft.com/office/officeart/2005/8/layout/orgChart1"/>
    <dgm:cxn modelId="{54234F09-A31B-4091-BF27-67F150C281CC}" srcId="{1F521190-8A68-462B-B4FF-59AFB695C2B6}" destId="{1DF88440-9139-49D9-8B7E-1F64925DC331}" srcOrd="0" destOrd="0" parTransId="{64CF5058-FD7F-4441-870B-4ADA04137A90}" sibTransId="{3B80AF20-EBE8-414D-8704-506CE191B274}"/>
    <dgm:cxn modelId="{B2A18B09-B3B5-4DDF-BEDD-F62A01A5877E}" type="presOf" srcId="{1F521190-8A68-462B-B4FF-59AFB695C2B6}" destId="{0008FED3-607C-42BF-AD53-904D8D6D91C0}" srcOrd="1" destOrd="0" presId="urn:microsoft.com/office/officeart/2005/8/layout/orgChart1"/>
    <dgm:cxn modelId="{E25BC723-ACDB-499E-8A09-E2A2BC2A465E}" type="presOf" srcId="{FD3CE210-2F4E-49C2-8C42-36340222F618}" destId="{AF969ED3-4C47-4DFC-812A-3FA1DE15F487}" srcOrd="1" destOrd="0" presId="urn:microsoft.com/office/officeart/2005/8/layout/orgChart1"/>
    <dgm:cxn modelId="{8BA9C029-3535-4404-AABF-CF717BCB13C5}" srcId="{B1D1908F-7C26-4537-AD5D-36DC407169C5}" destId="{1F521190-8A68-462B-B4FF-59AFB695C2B6}" srcOrd="1" destOrd="0" parTransId="{3A6C262E-F475-4BBF-B3F0-76C883D810B0}" sibTransId="{790C230D-6C37-4A8E-A46F-5AA3DD3E095E}"/>
    <dgm:cxn modelId="{706BF02F-95BC-47DE-9791-2302106BFF48}" type="presOf" srcId="{FD3CE210-2F4E-49C2-8C42-36340222F618}" destId="{50A64E79-80ED-4D04-B917-428A596314C4}" srcOrd="0" destOrd="0" presId="urn:microsoft.com/office/officeart/2005/8/layout/orgChart1"/>
    <dgm:cxn modelId="{0A1B4E37-AEEC-4140-88AA-523B2ABE3980}" srcId="{1F521190-8A68-462B-B4FF-59AFB695C2B6}" destId="{FD3CE210-2F4E-49C2-8C42-36340222F618}" srcOrd="1" destOrd="0" parTransId="{EFC18727-6587-4E95-8824-B827291B27E5}" sibTransId="{CE4D386F-F4FA-441C-A105-C98EEAB27A1B}"/>
    <dgm:cxn modelId="{2E03043C-85BE-4BDC-AE8C-FA460C3DB975}" type="presOf" srcId="{1DF88440-9139-49D9-8B7E-1F64925DC331}" destId="{CE4F168F-6F80-4783-A55D-25C1DA06C509}" srcOrd="1" destOrd="0" presId="urn:microsoft.com/office/officeart/2005/8/layout/orgChart1"/>
    <dgm:cxn modelId="{7A444566-D49C-4228-86B2-81397137E1D1}" type="presOf" srcId="{1DF88440-9139-49D9-8B7E-1F64925DC331}" destId="{276DC9D4-A1FA-4F6A-8455-770C021C6753}" srcOrd="0" destOrd="0" presId="urn:microsoft.com/office/officeart/2005/8/layout/orgChart1"/>
    <dgm:cxn modelId="{4E15A66E-D538-4123-81E1-9EE53AA3D656}" type="presOf" srcId="{64CF5058-FD7F-4441-870B-4ADA04137A90}" destId="{F20A9E6F-8969-4C0C-AEBD-0ED53F3F711D}" srcOrd="0" destOrd="0" presId="urn:microsoft.com/office/officeart/2005/8/layout/orgChart1"/>
    <dgm:cxn modelId="{7D8BEB55-C111-40E6-A650-018B63A5B8C0}" type="presOf" srcId="{2D3A107D-0058-4091-B602-5D625FF8CA18}" destId="{98A6D149-CC2C-47C7-A490-F2039161D048}" srcOrd="0" destOrd="0" presId="urn:microsoft.com/office/officeart/2005/8/layout/orgChart1"/>
    <dgm:cxn modelId="{C4367695-781F-4751-B377-6D0470D54F2A}" type="presOf" srcId="{B1D1908F-7C26-4537-AD5D-36DC407169C5}" destId="{24F4183C-4E31-4387-98BA-F3955ABC66C1}" srcOrd="0" destOrd="0" presId="urn:microsoft.com/office/officeart/2005/8/layout/orgChart1"/>
    <dgm:cxn modelId="{44D907B4-592B-43F4-96EB-32AB41217ACB}" type="presOf" srcId="{EFC18727-6587-4E95-8824-B827291B27E5}" destId="{A1D564C2-AC4B-44B6-938C-17F67A3446CC}" srcOrd="0" destOrd="0" presId="urn:microsoft.com/office/officeart/2005/8/layout/orgChart1"/>
    <dgm:cxn modelId="{DFB51CCC-07EE-4765-9421-F483EFDA405B}" type="presOf" srcId="{2D3A107D-0058-4091-B602-5D625FF8CA18}" destId="{19228DAE-4D67-496F-95CE-F7A2AD8F3D2A}" srcOrd="1" destOrd="0" presId="urn:microsoft.com/office/officeart/2005/8/layout/orgChart1"/>
    <dgm:cxn modelId="{1EE653D7-DA88-4181-B3DD-2F4CA7CDA9FE}" srcId="{B1D1908F-7C26-4537-AD5D-36DC407169C5}" destId="{2D3A107D-0058-4091-B602-5D625FF8CA18}" srcOrd="0" destOrd="0" parTransId="{7D07F2CA-33A9-430E-B18F-EE5C4BC7274C}" sibTransId="{B735D431-6AD1-4DA3-9243-AE037517C535}"/>
    <dgm:cxn modelId="{02B9B4D5-54C4-49BC-AEB6-3DD18B7720D7}" type="presParOf" srcId="{24F4183C-4E31-4387-98BA-F3955ABC66C1}" destId="{5FB88A08-C5FB-4171-92B0-F030EAE4480F}" srcOrd="0" destOrd="0" presId="urn:microsoft.com/office/officeart/2005/8/layout/orgChart1"/>
    <dgm:cxn modelId="{A6F87968-A9B4-48C3-AB4F-CBD2CDCBB3E9}" type="presParOf" srcId="{5FB88A08-C5FB-4171-92B0-F030EAE4480F}" destId="{179F1F5A-E127-4B6A-A37F-8190D222EDE2}" srcOrd="0" destOrd="0" presId="urn:microsoft.com/office/officeart/2005/8/layout/orgChart1"/>
    <dgm:cxn modelId="{59268954-F63B-4DB8-9AD4-1E35421BA56E}" type="presParOf" srcId="{179F1F5A-E127-4B6A-A37F-8190D222EDE2}" destId="{98A6D149-CC2C-47C7-A490-F2039161D048}" srcOrd="0" destOrd="0" presId="urn:microsoft.com/office/officeart/2005/8/layout/orgChart1"/>
    <dgm:cxn modelId="{98F06D80-67C0-4CA3-A1C5-59A3197713A2}" type="presParOf" srcId="{179F1F5A-E127-4B6A-A37F-8190D222EDE2}" destId="{19228DAE-4D67-496F-95CE-F7A2AD8F3D2A}" srcOrd="1" destOrd="0" presId="urn:microsoft.com/office/officeart/2005/8/layout/orgChart1"/>
    <dgm:cxn modelId="{17F9637B-DCBC-4886-961D-18DA6C084D7A}" type="presParOf" srcId="{5FB88A08-C5FB-4171-92B0-F030EAE4480F}" destId="{6242A378-490B-48B0-89E4-DECA41C29747}" srcOrd="1" destOrd="0" presId="urn:microsoft.com/office/officeart/2005/8/layout/orgChart1"/>
    <dgm:cxn modelId="{5B7B573F-F569-447B-9B95-0A22833620F5}" type="presParOf" srcId="{5FB88A08-C5FB-4171-92B0-F030EAE4480F}" destId="{4E372A7D-06B8-4A17-9C3C-4CD0CEDA89DA}" srcOrd="2" destOrd="0" presId="urn:microsoft.com/office/officeart/2005/8/layout/orgChart1"/>
    <dgm:cxn modelId="{CC591F6A-3572-40E4-ACF4-95FE8D1B687A}" type="presParOf" srcId="{24F4183C-4E31-4387-98BA-F3955ABC66C1}" destId="{FAA79F8D-B57A-4052-AA82-CC5CA5D6D94C}" srcOrd="1" destOrd="0" presId="urn:microsoft.com/office/officeart/2005/8/layout/orgChart1"/>
    <dgm:cxn modelId="{5AA2A960-FEB4-4B9A-AC7D-D90B1968781B}" type="presParOf" srcId="{FAA79F8D-B57A-4052-AA82-CC5CA5D6D94C}" destId="{EC3DC87B-8BBA-4E72-8559-10CD08EE110A}" srcOrd="0" destOrd="0" presId="urn:microsoft.com/office/officeart/2005/8/layout/orgChart1"/>
    <dgm:cxn modelId="{33A01F36-2D21-4C6C-A13F-D930E4D1D153}" type="presParOf" srcId="{EC3DC87B-8BBA-4E72-8559-10CD08EE110A}" destId="{6CEA80F1-7851-4AB1-9199-F9CEFEEB367D}" srcOrd="0" destOrd="0" presId="urn:microsoft.com/office/officeart/2005/8/layout/orgChart1"/>
    <dgm:cxn modelId="{35F6F77E-30EE-44BC-8402-970014C207F2}" type="presParOf" srcId="{EC3DC87B-8BBA-4E72-8559-10CD08EE110A}" destId="{0008FED3-607C-42BF-AD53-904D8D6D91C0}" srcOrd="1" destOrd="0" presId="urn:microsoft.com/office/officeart/2005/8/layout/orgChart1"/>
    <dgm:cxn modelId="{22A76345-18C6-4DFF-90D4-02A8271D972A}" type="presParOf" srcId="{FAA79F8D-B57A-4052-AA82-CC5CA5D6D94C}" destId="{F07A3C4F-591F-48CA-B6DA-80DFDB4645BC}" srcOrd="1" destOrd="0" presId="urn:microsoft.com/office/officeart/2005/8/layout/orgChart1"/>
    <dgm:cxn modelId="{FE3B41D0-0BE6-4D1A-928E-50DF9965E712}" type="presParOf" srcId="{F07A3C4F-591F-48CA-B6DA-80DFDB4645BC}" destId="{F20A9E6F-8969-4C0C-AEBD-0ED53F3F711D}" srcOrd="0" destOrd="0" presId="urn:microsoft.com/office/officeart/2005/8/layout/orgChart1"/>
    <dgm:cxn modelId="{02387628-0F05-4381-AB10-27DA53CD9A45}" type="presParOf" srcId="{F07A3C4F-591F-48CA-B6DA-80DFDB4645BC}" destId="{B3BB90F7-50C1-4B44-A34A-AC861BCDF290}" srcOrd="1" destOrd="0" presId="urn:microsoft.com/office/officeart/2005/8/layout/orgChart1"/>
    <dgm:cxn modelId="{4557E815-1051-416F-A532-639FCD7CBF3C}" type="presParOf" srcId="{B3BB90F7-50C1-4B44-A34A-AC861BCDF290}" destId="{9149EA56-B75D-4638-89B4-510F810FF9CC}" srcOrd="0" destOrd="0" presId="urn:microsoft.com/office/officeart/2005/8/layout/orgChart1"/>
    <dgm:cxn modelId="{7C0273D0-D6C3-493A-829C-2D7CBBC9D603}" type="presParOf" srcId="{9149EA56-B75D-4638-89B4-510F810FF9CC}" destId="{276DC9D4-A1FA-4F6A-8455-770C021C6753}" srcOrd="0" destOrd="0" presId="urn:microsoft.com/office/officeart/2005/8/layout/orgChart1"/>
    <dgm:cxn modelId="{AA60C4AF-F924-4839-80BA-FF77ED032FF9}" type="presParOf" srcId="{9149EA56-B75D-4638-89B4-510F810FF9CC}" destId="{CE4F168F-6F80-4783-A55D-25C1DA06C509}" srcOrd="1" destOrd="0" presId="urn:microsoft.com/office/officeart/2005/8/layout/orgChart1"/>
    <dgm:cxn modelId="{956226D8-4229-4D13-BA47-A561AA3DAD26}" type="presParOf" srcId="{B3BB90F7-50C1-4B44-A34A-AC861BCDF290}" destId="{AB4BB95A-24FC-4FAF-899B-6BA66531134A}" srcOrd="1" destOrd="0" presId="urn:microsoft.com/office/officeart/2005/8/layout/orgChart1"/>
    <dgm:cxn modelId="{05A15722-B3AD-4AB1-B885-BED1B69B0EBC}" type="presParOf" srcId="{B3BB90F7-50C1-4B44-A34A-AC861BCDF290}" destId="{39D3F68B-D389-4301-9501-8CD6C7F14116}" srcOrd="2" destOrd="0" presId="urn:microsoft.com/office/officeart/2005/8/layout/orgChart1"/>
    <dgm:cxn modelId="{350DCA81-0187-4F60-8B6E-D6818981A12C}" type="presParOf" srcId="{F07A3C4F-591F-48CA-B6DA-80DFDB4645BC}" destId="{A1D564C2-AC4B-44B6-938C-17F67A3446CC}" srcOrd="2" destOrd="0" presId="urn:microsoft.com/office/officeart/2005/8/layout/orgChart1"/>
    <dgm:cxn modelId="{9FF73181-0C2C-4F1A-819B-0A744B66B0FC}" type="presParOf" srcId="{F07A3C4F-591F-48CA-B6DA-80DFDB4645BC}" destId="{F5F4A3FE-988F-4423-9931-D89CF26ECF2A}" srcOrd="3" destOrd="0" presId="urn:microsoft.com/office/officeart/2005/8/layout/orgChart1"/>
    <dgm:cxn modelId="{548B3574-F5EE-4804-93E1-912D080F8757}" type="presParOf" srcId="{F5F4A3FE-988F-4423-9931-D89CF26ECF2A}" destId="{F6DA7F7B-046E-41E4-A25A-5667946464C4}" srcOrd="0" destOrd="0" presId="urn:microsoft.com/office/officeart/2005/8/layout/orgChart1"/>
    <dgm:cxn modelId="{CDB439B6-AED6-4DB9-BA27-7BE0DD83657D}" type="presParOf" srcId="{F6DA7F7B-046E-41E4-A25A-5667946464C4}" destId="{50A64E79-80ED-4D04-B917-428A596314C4}" srcOrd="0" destOrd="0" presId="urn:microsoft.com/office/officeart/2005/8/layout/orgChart1"/>
    <dgm:cxn modelId="{D8BC0ADD-659F-4EF2-A1F8-99604516781E}" type="presParOf" srcId="{F6DA7F7B-046E-41E4-A25A-5667946464C4}" destId="{AF969ED3-4C47-4DFC-812A-3FA1DE15F487}" srcOrd="1" destOrd="0" presId="urn:microsoft.com/office/officeart/2005/8/layout/orgChart1"/>
    <dgm:cxn modelId="{CBDE694D-23D8-44F8-A841-FB7E2873A364}" type="presParOf" srcId="{F5F4A3FE-988F-4423-9931-D89CF26ECF2A}" destId="{62E5AF76-ED7B-4FF6-8760-F6F3C1CA3B6D}" srcOrd="1" destOrd="0" presId="urn:microsoft.com/office/officeart/2005/8/layout/orgChart1"/>
    <dgm:cxn modelId="{1BD382E8-4BA1-4942-B650-AE669EEAD41B}" type="presParOf" srcId="{F5F4A3FE-988F-4423-9931-D89CF26ECF2A}" destId="{540172BE-D969-42F9-A537-FF4CE0C56B11}" srcOrd="2" destOrd="0" presId="urn:microsoft.com/office/officeart/2005/8/layout/orgChart1"/>
    <dgm:cxn modelId="{1F65BE9D-CE45-4735-9A6C-FE6FCA98EA6B}" type="presParOf" srcId="{FAA79F8D-B57A-4052-AA82-CC5CA5D6D94C}" destId="{E8F10E94-8916-4A0C-9D21-000E3CC28603}" srcOrd="2" destOrd="0" presId="urn:microsoft.com/office/officeart/2005/8/layout/orgChar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360C1C-0E65-4C6A-A032-C45AA2E4CBF4}">
      <dsp:nvSpPr>
        <dsp:cNvPr id="0" name=""/>
        <dsp:cNvSpPr/>
      </dsp:nvSpPr>
      <dsp:spPr>
        <a:xfrm>
          <a:off x="95248" y="1143007"/>
          <a:ext cx="2210253" cy="1135663"/>
        </a:xfrm>
        <a:prstGeom prst="roundRect">
          <a:avLst>
            <a:gd name="adj" fmla="val 1000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IN" sz="2600" kern="1200" dirty="0"/>
            <a:t>Input Data</a:t>
          </a:r>
        </a:p>
      </dsp:txBody>
      <dsp:txXfrm>
        <a:off x="128510" y="1176269"/>
        <a:ext cx="2143729" cy="1069139"/>
      </dsp:txXfrm>
    </dsp:sp>
    <dsp:sp modelId="{853606CE-03FD-45D5-A4AA-545561D29A4A}">
      <dsp:nvSpPr>
        <dsp:cNvPr id="0" name=""/>
        <dsp:cNvSpPr/>
      </dsp:nvSpPr>
      <dsp:spPr>
        <a:xfrm>
          <a:off x="2514944" y="1436768"/>
          <a:ext cx="444020" cy="548142"/>
        </a:xfrm>
        <a:prstGeom prst="rightArrow">
          <a:avLst>
            <a:gd name="adj1" fmla="val 60000"/>
            <a:gd name="adj2" fmla="val 5000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IN" sz="2100" kern="1200"/>
        </a:p>
      </dsp:txBody>
      <dsp:txXfrm>
        <a:off x="2514944" y="1546396"/>
        <a:ext cx="310814" cy="328886"/>
      </dsp:txXfrm>
    </dsp:sp>
    <dsp:sp modelId="{1651FF80-0D82-4AD6-B658-F07D9EFF5F87}">
      <dsp:nvSpPr>
        <dsp:cNvPr id="0" name=""/>
        <dsp:cNvSpPr/>
      </dsp:nvSpPr>
      <dsp:spPr>
        <a:xfrm>
          <a:off x="3143275" y="1143007"/>
          <a:ext cx="2210253" cy="1135663"/>
        </a:xfrm>
        <a:prstGeom prst="roundRect">
          <a:avLst>
            <a:gd name="adj" fmla="val 1000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IN" sz="2600" kern="1200" dirty="0"/>
            <a:t>Feature Engineering</a:t>
          </a:r>
        </a:p>
      </dsp:txBody>
      <dsp:txXfrm>
        <a:off x="3176537" y="1176269"/>
        <a:ext cx="2143729" cy="1069139"/>
      </dsp:txXfrm>
    </dsp:sp>
    <dsp:sp modelId="{AEF59788-69F0-4B90-8309-A8B0322E97BD}">
      <dsp:nvSpPr>
        <dsp:cNvPr id="0" name=""/>
        <dsp:cNvSpPr/>
      </dsp:nvSpPr>
      <dsp:spPr>
        <a:xfrm>
          <a:off x="5539156" y="1436768"/>
          <a:ext cx="393531" cy="548142"/>
        </a:xfrm>
        <a:prstGeom prst="rightArrow">
          <a:avLst>
            <a:gd name="adj1" fmla="val 60000"/>
            <a:gd name="adj2" fmla="val 5000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IN" sz="2100" kern="1200"/>
        </a:p>
      </dsp:txBody>
      <dsp:txXfrm>
        <a:off x="5539156" y="1546396"/>
        <a:ext cx="275472" cy="328886"/>
      </dsp:txXfrm>
    </dsp:sp>
    <dsp:sp modelId="{3F201DBF-7257-4F56-BB61-10D0C62E641E}">
      <dsp:nvSpPr>
        <dsp:cNvPr id="0" name=""/>
        <dsp:cNvSpPr/>
      </dsp:nvSpPr>
      <dsp:spPr>
        <a:xfrm>
          <a:off x="6096041" y="1143007"/>
          <a:ext cx="2210253" cy="1135663"/>
        </a:xfrm>
        <a:prstGeom prst="roundRect">
          <a:avLst>
            <a:gd name="adj" fmla="val 1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IN" sz="2600" kern="1200" dirty="0"/>
            <a:t>Traditional ML Algorithms</a:t>
          </a:r>
        </a:p>
      </dsp:txBody>
      <dsp:txXfrm>
        <a:off x="6129303" y="1176269"/>
        <a:ext cx="2143729" cy="106913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360C1C-0E65-4C6A-A032-C45AA2E4CBF4}">
      <dsp:nvSpPr>
        <dsp:cNvPr id="0" name=""/>
        <dsp:cNvSpPr/>
      </dsp:nvSpPr>
      <dsp:spPr>
        <a:xfrm>
          <a:off x="3" y="207647"/>
          <a:ext cx="3570504" cy="918190"/>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IN" sz="2500" kern="1200" dirty="0"/>
            <a:t>Input Data</a:t>
          </a:r>
        </a:p>
      </dsp:txBody>
      <dsp:txXfrm>
        <a:off x="26896" y="234540"/>
        <a:ext cx="3516718" cy="864404"/>
      </dsp:txXfrm>
    </dsp:sp>
    <dsp:sp modelId="{853606CE-03FD-45D5-A4AA-545561D29A4A}">
      <dsp:nvSpPr>
        <dsp:cNvPr id="0" name=""/>
        <dsp:cNvSpPr/>
      </dsp:nvSpPr>
      <dsp:spPr>
        <a:xfrm>
          <a:off x="3927976" y="223999"/>
          <a:ext cx="757832" cy="885485"/>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IN" sz="2000" kern="1200"/>
        </a:p>
      </dsp:txBody>
      <dsp:txXfrm>
        <a:off x="3927976" y="401096"/>
        <a:ext cx="530482" cy="531291"/>
      </dsp:txXfrm>
    </dsp:sp>
    <dsp:sp modelId="{3F201DBF-7257-4F56-BB61-10D0C62E641E}">
      <dsp:nvSpPr>
        <dsp:cNvPr id="0" name=""/>
        <dsp:cNvSpPr/>
      </dsp:nvSpPr>
      <dsp:spPr>
        <a:xfrm>
          <a:off x="5000380" y="190497"/>
          <a:ext cx="3570504" cy="952489"/>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IN" sz="2500" kern="1200" dirty="0"/>
            <a:t>Deep Learning Algorithms</a:t>
          </a:r>
        </a:p>
      </dsp:txBody>
      <dsp:txXfrm>
        <a:off x="5028277" y="218394"/>
        <a:ext cx="3514710" cy="89669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D564C2-AC4B-44B6-938C-17F67A3446CC}">
      <dsp:nvSpPr>
        <dsp:cNvPr id="0" name=""/>
        <dsp:cNvSpPr/>
      </dsp:nvSpPr>
      <dsp:spPr>
        <a:xfrm>
          <a:off x="4307546" y="1278414"/>
          <a:ext cx="1523961" cy="528978"/>
        </a:xfrm>
        <a:custGeom>
          <a:avLst/>
          <a:gdLst/>
          <a:ahLst/>
          <a:cxnLst/>
          <a:rect l="0" t="0" r="0" b="0"/>
          <a:pathLst>
            <a:path>
              <a:moveTo>
                <a:pt x="0" y="0"/>
              </a:moveTo>
              <a:lnTo>
                <a:pt x="0" y="264489"/>
              </a:lnTo>
              <a:lnTo>
                <a:pt x="1523961" y="264489"/>
              </a:lnTo>
              <a:lnTo>
                <a:pt x="1523961" y="52897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20A9E6F-8969-4C0C-AEBD-0ED53F3F711D}">
      <dsp:nvSpPr>
        <dsp:cNvPr id="0" name=""/>
        <dsp:cNvSpPr/>
      </dsp:nvSpPr>
      <dsp:spPr>
        <a:xfrm>
          <a:off x="2783584" y="1278414"/>
          <a:ext cx="1523961" cy="528978"/>
        </a:xfrm>
        <a:custGeom>
          <a:avLst/>
          <a:gdLst/>
          <a:ahLst/>
          <a:cxnLst/>
          <a:rect l="0" t="0" r="0" b="0"/>
          <a:pathLst>
            <a:path>
              <a:moveTo>
                <a:pt x="1523961" y="0"/>
              </a:moveTo>
              <a:lnTo>
                <a:pt x="1523961" y="264489"/>
              </a:lnTo>
              <a:lnTo>
                <a:pt x="0" y="264489"/>
              </a:lnTo>
              <a:lnTo>
                <a:pt x="0" y="52897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8A6D149-CC2C-47C7-A490-F2039161D048}">
      <dsp:nvSpPr>
        <dsp:cNvPr id="0" name=""/>
        <dsp:cNvSpPr/>
      </dsp:nvSpPr>
      <dsp:spPr>
        <a:xfrm>
          <a:off x="151" y="18942"/>
          <a:ext cx="2518944" cy="125947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100000"/>
            </a:lnSpc>
            <a:spcBef>
              <a:spcPct val="0"/>
            </a:spcBef>
            <a:spcAft>
              <a:spcPct val="35000"/>
            </a:spcAft>
            <a:buNone/>
            <a:defRPr b="1"/>
          </a:pPr>
          <a:r>
            <a:rPr lang="en-GB" sz="1600" kern="1200" dirty="0"/>
            <a:t>NNs use nonlinear mapping of the inputs </a:t>
          </a:r>
          <a:r>
            <a:rPr lang="en-US" sz="1600" i="1" kern="1200" dirty="0"/>
            <a:t>x </a:t>
          </a:r>
          <a:r>
            <a:rPr lang="en-GB" sz="1600" kern="1200" dirty="0"/>
            <a:t>to the outputs </a:t>
          </a:r>
          <a:r>
            <a:rPr lang="en-US" sz="1600" i="1" kern="1200" dirty="0"/>
            <a:t>f</a:t>
          </a:r>
          <a:r>
            <a:rPr lang="en-US" sz="1600" kern="1200" dirty="0"/>
            <a:t>(</a:t>
          </a:r>
          <a:r>
            <a:rPr lang="en-US" sz="1600" i="1" kern="1200" dirty="0"/>
            <a:t>x</a:t>
          </a:r>
          <a:r>
            <a:rPr lang="en-US" sz="1600" kern="1200" dirty="0"/>
            <a:t>)</a:t>
          </a:r>
          <a:r>
            <a:rPr lang="en-GB" sz="1600" kern="1200" dirty="0"/>
            <a:t> to compute complex decision boundaries</a:t>
          </a:r>
          <a:endParaRPr lang="en-US" sz="1600" kern="1200" dirty="0"/>
        </a:p>
      </dsp:txBody>
      <dsp:txXfrm>
        <a:off x="151" y="18942"/>
        <a:ext cx="2518944" cy="1259472"/>
      </dsp:txXfrm>
    </dsp:sp>
    <dsp:sp modelId="{6CEA80F1-7851-4AB1-9199-F9CEFEEB367D}">
      <dsp:nvSpPr>
        <dsp:cNvPr id="0" name=""/>
        <dsp:cNvSpPr/>
      </dsp:nvSpPr>
      <dsp:spPr>
        <a:xfrm>
          <a:off x="3048074" y="18942"/>
          <a:ext cx="2518944" cy="125947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100000"/>
            </a:lnSpc>
            <a:spcBef>
              <a:spcPct val="0"/>
            </a:spcBef>
            <a:spcAft>
              <a:spcPct val="35000"/>
            </a:spcAft>
            <a:buNone/>
            <a:defRPr b="1"/>
          </a:pPr>
          <a:r>
            <a:rPr lang="en-GB" sz="1600" kern="1200" dirty="0"/>
            <a:t>But then, why use deeper NNs?</a:t>
          </a:r>
          <a:endParaRPr lang="en-US" sz="1600" kern="1200" dirty="0"/>
        </a:p>
      </dsp:txBody>
      <dsp:txXfrm>
        <a:off x="3048074" y="18942"/>
        <a:ext cx="2518944" cy="1259472"/>
      </dsp:txXfrm>
    </dsp:sp>
    <dsp:sp modelId="{276DC9D4-A1FA-4F6A-8455-770C021C6753}">
      <dsp:nvSpPr>
        <dsp:cNvPr id="0" name=""/>
        <dsp:cNvSpPr/>
      </dsp:nvSpPr>
      <dsp:spPr>
        <a:xfrm>
          <a:off x="1524112" y="1807393"/>
          <a:ext cx="2518944" cy="125947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100000"/>
            </a:lnSpc>
            <a:spcBef>
              <a:spcPct val="0"/>
            </a:spcBef>
            <a:spcAft>
              <a:spcPct val="35000"/>
            </a:spcAft>
            <a:buNone/>
          </a:pPr>
          <a:r>
            <a:rPr lang="en-US" sz="1600" kern="1200"/>
            <a:t>The fact that deep NNs work better is an empirical observation</a:t>
          </a:r>
        </a:p>
      </dsp:txBody>
      <dsp:txXfrm>
        <a:off x="1524112" y="1807393"/>
        <a:ext cx="2518944" cy="1259472"/>
      </dsp:txXfrm>
    </dsp:sp>
    <dsp:sp modelId="{50A64E79-80ED-4D04-B917-428A596314C4}">
      <dsp:nvSpPr>
        <dsp:cNvPr id="0" name=""/>
        <dsp:cNvSpPr/>
      </dsp:nvSpPr>
      <dsp:spPr>
        <a:xfrm>
          <a:off x="4572035" y="1807393"/>
          <a:ext cx="2518944" cy="125947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100000"/>
            </a:lnSpc>
            <a:spcBef>
              <a:spcPct val="0"/>
            </a:spcBef>
            <a:spcAft>
              <a:spcPct val="35000"/>
            </a:spcAft>
            <a:buNone/>
          </a:pPr>
          <a:r>
            <a:rPr lang="en-US" sz="1600" kern="1200"/>
            <a:t>Mathematically, deep NNs have the same representational power as a one-layer NN</a:t>
          </a:r>
        </a:p>
      </dsp:txBody>
      <dsp:txXfrm>
        <a:off x="4572035" y="1807393"/>
        <a:ext cx="2518944" cy="1259472"/>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16.wmf"/><Relationship Id="rId1" Type="http://schemas.openxmlformats.org/officeDocument/2006/relationships/image" Target="../media/image15.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16.wmf"/><Relationship Id="rId1" Type="http://schemas.openxmlformats.org/officeDocument/2006/relationships/image" Target="../media/image15.w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26.wmf"/><Relationship Id="rId3" Type="http://schemas.openxmlformats.org/officeDocument/2006/relationships/image" Target="../media/image21.wmf"/><Relationship Id="rId7" Type="http://schemas.openxmlformats.org/officeDocument/2006/relationships/image" Target="../media/image25.wmf"/><Relationship Id="rId12" Type="http://schemas.openxmlformats.org/officeDocument/2006/relationships/image" Target="../media/image30.wmf"/><Relationship Id="rId2" Type="http://schemas.openxmlformats.org/officeDocument/2006/relationships/image" Target="../media/image20.wmf"/><Relationship Id="rId1" Type="http://schemas.openxmlformats.org/officeDocument/2006/relationships/image" Target="../media/image19.wmf"/><Relationship Id="rId6" Type="http://schemas.openxmlformats.org/officeDocument/2006/relationships/image" Target="../media/image24.wmf"/><Relationship Id="rId11" Type="http://schemas.openxmlformats.org/officeDocument/2006/relationships/image" Target="../media/image29.wmf"/><Relationship Id="rId5" Type="http://schemas.openxmlformats.org/officeDocument/2006/relationships/image" Target="../media/image23.wmf"/><Relationship Id="rId10" Type="http://schemas.openxmlformats.org/officeDocument/2006/relationships/image" Target="../media/image28.wmf"/><Relationship Id="rId4" Type="http://schemas.openxmlformats.org/officeDocument/2006/relationships/image" Target="../media/image22.wmf"/><Relationship Id="rId9" Type="http://schemas.openxmlformats.org/officeDocument/2006/relationships/image" Target="../media/image27.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16.wmf"/><Relationship Id="rId1" Type="http://schemas.openxmlformats.org/officeDocument/2006/relationships/image" Target="../media/image15.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38.wmf"/><Relationship Id="rId2" Type="http://schemas.openxmlformats.org/officeDocument/2006/relationships/image" Target="../media/image37.wmf"/><Relationship Id="rId1" Type="http://schemas.openxmlformats.org/officeDocument/2006/relationships/image" Target="../media/image34.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16.wmf"/><Relationship Id="rId1" Type="http://schemas.openxmlformats.org/officeDocument/2006/relationships/image" Target="../media/image15.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16.wmf"/><Relationship Id="rId1" Type="http://schemas.openxmlformats.org/officeDocument/2006/relationships/image" Target="../media/image15.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16.wmf"/><Relationship Id="rId1" Type="http://schemas.openxmlformats.org/officeDocument/2006/relationships/image" Target="../media/image15.wmf"/></Relationships>
</file>

<file path=ppt/drawings/_rels/vmlDrawing9.vml.rels><?xml version="1.0" encoding="UTF-8" standalone="yes"?>
<Relationships xmlns="http://schemas.openxmlformats.org/package/2006/relationships"><Relationship Id="rId8" Type="http://schemas.openxmlformats.org/officeDocument/2006/relationships/image" Target="../media/image56.wmf"/><Relationship Id="rId3" Type="http://schemas.openxmlformats.org/officeDocument/2006/relationships/image" Target="../media/image51.wmf"/><Relationship Id="rId7" Type="http://schemas.openxmlformats.org/officeDocument/2006/relationships/image" Target="../media/image55.wmf"/><Relationship Id="rId2" Type="http://schemas.openxmlformats.org/officeDocument/2006/relationships/image" Target="../media/image50.wmf"/><Relationship Id="rId1" Type="http://schemas.openxmlformats.org/officeDocument/2006/relationships/image" Target="../media/image49.wmf"/><Relationship Id="rId6" Type="http://schemas.openxmlformats.org/officeDocument/2006/relationships/image" Target="../media/image54.wmf"/><Relationship Id="rId5" Type="http://schemas.openxmlformats.org/officeDocument/2006/relationships/image" Target="../media/image53.wmf"/><Relationship Id="rId4" Type="http://schemas.openxmlformats.org/officeDocument/2006/relationships/image" Target="../media/image52.wmf"/><Relationship Id="rId9" Type="http://schemas.openxmlformats.org/officeDocument/2006/relationships/image" Target="../media/image58.wmf"/></Relationships>
</file>

<file path=ppt/drawings/_rels/vmlDrawing10.vml.rels><?xml version="1.0" encoding="UTF-8" standalone="yes"?>
<Relationships xmlns="http://schemas.openxmlformats.org/package/2006/relationships"><Relationship Id="rId8" Type="http://schemas.openxmlformats.org/officeDocument/2006/relationships/image" Target="../media/image69.wmf"/><Relationship Id="rId13" Type="http://schemas.openxmlformats.org/officeDocument/2006/relationships/image" Target="../media/image73.wmf"/><Relationship Id="rId3" Type="http://schemas.openxmlformats.org/officeDocument/2006/relationships/image" Target="../media/image64.wmf"/><Relationship Id="rId7" Type="http://schemas.openxmlformats.org/officeDocument/2006/relationships/image" Target="../media/image68.wmf"/><Relationship Id="rId12" Type="http://schemas.openxmlformats.org/officeDocument/2006/relationships/image" Target="../media/image72.wmf"/><Relationship Id="rId17" Type="http://schemas.openxmlformats.org/officeDocument/2006/relationships/image" Target="../media/image77.wmf"/><Relationship Id="rId2" Type="http://schemas.openxmlformats.org/officeDocument/2006/relationships/image" Target="../media/image63.wmf"/><Relationship Id="rId16" Type="http://schemas.openxmlformats.org/officeDocument/2006/relationships/image" Target="../media/image76.wmf"/><Relationship Id="rId1" Type="http://schemas.openxmlformats.org/officeDocument/2006/relationships/image" Target="../media/image62.wmf"/><Relationship Id="rId6" Type="http://schemas.openxmlformats.org/officeDocument/2006/relationships/image" Target="../media/image67.wmf"/><Relationship Id="rId11" Type="http://schemas.openxmlformats.org/officeDocument/2006/relationships/image" Target="../media/image71.wmf"/><Relationship Id="rId5" Type="http://schemas.openxmlformats.org/officeDocument/2006/relationships/image" Target="../media/image66.wmf"/><Relationship Id="rId15" Type="http://schemas.openxmlformats.org/officeDocument/2006/relationships/image" Target="../media/image75.wmf"/><Relationship Id="rId10" Type="http://schemas.openxmlformats.org/officeDocument/2006/relationships/image" Target="../media/image27.wmf"/><Relationship Id="rId4" Type="http://schemas.openxmlformats.org/officeDocument/2006/relationships/image" Target="../media/image65.wmf"/><Relationship Id="rId9" Type="http://schemas.openxmlformats.org/officeDocument/2006/relationships/image" Target="../media/image70.wmf"/><Relationship Id="rId14" Type="http://schemas.openxmlformats.org/officeDocument/2006/relationships/image" Target="../media/image7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9366193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move on to understanding what is deep learning and how it distinguishes it from AI and ML. Who will tell me what is Intelligence?</a:t>
            </a:r>
          </a:p>
          <a:p>
            <a:r>
              <a:rPr lang="en-US" dirty="0"/>
              <a:t>So intelligence is taking some input data, process it, and make some useful meaningful well-informed decisions based on it. When computers try to do the same, it is known as artificial intelligence. </a:t>
            </a:r>
          </a:p>
          <a:p>
            <a:r>
              <a:rPr lang="en-US" dirty="0"/>
              <a:t>Machine learning is a subset of AI and focuses on teaching a computer to learn from data or experiences without being explicitly programmed. So when we make machine learning algorithm, we do not provide rules with the help of which it solves different tasks. It learn to generate rules and do that itself.</a:t>
            </a:r>
          </a:p>
          <a:p>
            <a:r>
              <a:rPr lang="en-US" dirty="0"/>
              <a:t>Deep learning is a subset of Machine Learning which uses neural networks that automatically learn useful features/patterns from the data and make decisions.</a:t>
            </a:r>
            <a:endParaRPr lang="en-IN"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D54216B5-ABB0-425F-AA84-B4A3AD6D932D}" type="slidenum">
              <a:rPr lang="en-IN" smtClean="0"/>
              <a:t>2</a:t>
            </a:fld>
            <a:endParaRPr lang="en-IN"/>
          </a:p>
        </p:txBody>
      </p:sp>
    </p:spTree>
    <p:extLst>
      <p:ext uri="{BB962C8B-B14F-4D97-AF65-F5344CB8AC3E}">
        <p14:creationId xmlns:p14="http://schemas.microsoft.com/office/powerpoint/2010/main" val="9375056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ML algo typically learn using the set of rules and features of the data.</a:t>
            </a:r>
            <a:endParaRPr lang="en-I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4216B5-ABB0-425F-AA84-B4A3AD6D932D}"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463070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deep learning, the key highlight is the features are learned automatically from the data. So we just need to provide the  data to the DL model, and it will itself select appropriate features and learn from them to take decisions. Deep learning learn these features in a hierarchical manner.</a:t>
            </a:r>
            <a:endParaRPr lang="en-IN" dirty="0"/>
          </a:p>
          <a:p>
            <a:endParaRPr lang="en-IN"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fld id="{D54216B5-ABB0-425F-AA84-B4A3AD6D932D}" type="slidenum">
              <a:rPr lang="en-IN" smtClean="0"/>
              <a:t>4</a:t>
            </a:fld>
            <a:endParaRPr lang="en-IN"/>
          </a:p>
        </p:txBody>
      </p:sp>
    </p:spTree>
    <p:extLst>
      <p:ext uri="{BB962C8B-B14F-4D97-AF65-F5344CB8AC3E}">
        <p14:creationId xmlns:p14="http://schemas.microsoft.com/office/powerpoint/2010/main" val="2672714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example, let’s say the task is to detect faces from a set of images. So a training image set is provided to the DL model. Now first it will learn low-level features such as edges. Then build up those edges to make eyes, nose, or other facial features, and then build up the whole face structure features based on mid-level features.  </a:t>
            </a:r>
          </a:p>
          <a:p>
            <a:endParaRPr lang="en-US" dirty="0"/>
          </a:p>
          <a:p>
            <a:r>
              <a:rPr lang="en-US" dirty="0"/>
              <a:t>So, Deep learning using its multiple layers learn these hierarchical features, so that it can apply machine learning on it to take decisions.</a:t>
            </a:r>
            <a:endParaRPr lang="en-IN"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4216B5-ABB0-425F-AA84-B4A3AD6D932D}"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648329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1d53a6d1b95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1d53a6d1b95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past decade deep learning gained popularity because of its groundbreaking application in areas like image classification, speech recognition, machine translation. Not to self driving cars, voice assistants, speech to text transcription, etc.</a:t>
            </a:r>
            <a:endParaRPr lang="en-IN"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4216B5-ABB0-425F-AA84-B4A3AD6D932D}"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717307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a:xfrm>
            <a:off x="3884613" y="8685213"/>
            <a:ext cx="2971800" cy="458787"/>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54216B5-ABB0-425F-AA84-B4A3AD6D932D}"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856440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7F41F-27F6-4DEA-B580-6CD96876F18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8E74969-B558-413D-A2B4-D41414C066D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10858AD-4033-4E02-85D4-38039AEAE68F}"/>
              </a:ext>
            </a:extLst>
          </p:cNvPr>
          <p:cNvSpPr>
            <a:spLocks noGrp="1"/>
          </p:cNvSpPr>
          <p:nvPr>
            <p:ph type="dt" sz="half" idx="10"/>
          </p:nvPr>
        </p:nvSpPr>
        <p:spPr/>
        <p:txBody>
          <a:bodyPr/>
          <a:lstStyle/>
          <a:p>
            <a:fld id="{93703C76-F02D-44DE-8030-51D05803F5B8}" type="datetimeFigureOut">
              <a:rPr lang="en-IN" smtClean="0"/>
              <a:t>12-01-2026</a:t>
            </a:fld>
            <a:endParaRPr lang="en-IN"/>
          </a:p>
        </p:txBody>
      </p:sp>
      <p:sp>
        <p:nvSpPr>
          <p:cNvPr id="5" name="Footer Placeholder 4">
            <a:extLst>
              <a:ext uri="{FF2B5EF4-FFF2-40B4-BE49-F238E27FC236}">
                <a16:creationId xmlns:a16="http://schemas.microsoft.com/office/drawing/2014/main" id="{18DB9670-525A-43FF-9089-B66B0487805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787F08D-C7FD-41F3-BA0E-CF7BE5D36A7E}"/>
              </a:ext>
            </a:extLst>
          </p:cNvPr>
          <p:cNvSpPr>
            <a:spLocks noGrp="1"/>
          </p:cNvSpPr>
          <p:nvPr>
            <p:ph type="sldNum" sz="quarter" idx="12"/>
          </p:nvPr>
        </p:nvSpPr>
        <p:spPr/>
        <p:txBody>
          <a:bodyPr/>
          <a:lstStyle/>
          <a:p>
            <a:fld id="{8BB6475A-E757-4077-905B-4C02C521DB68}" type="slidenum">
              <a:rPr lang="en-IN" smtClean="0"/>
              <a:t>‹#›</a:t>
            </a:fld>
            <a:endParaRPr lang="en-IN"/>
          </a:p>
        </p:txBody>
      </p:sp>
    </p:spTree>
    <p:extLst>
      <p:ext uri="{BB962C8B-B14F-4D97-AF65-F5344CB8AC3E}">
        <p14:creationId xmlns:p14="http://schemas.microsoft.com/office/powerpoint/2010/main" val="4040423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774DC-7663-4A36-ADC4-9DF244AE806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B86C0E8-4BFE-4B40-A39E-715DBBB1383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3A23234-2C13-459B-9E21-1CC628E7B2CE}"/>
              </a:ext>
            </a:extLst>
          </p:cNvPr>
          <p:cNvSpPr>
            <a:spLocks noGrp="1"/>
          </p:cNvSpPr>
          <p:nvPr>
            <p:ph type="dt" sz="half" idx="10"/>
          </p:nvPr>
        </p:nvSpPr>
        <p:spPr/>
        <p:txBody>
          <a:bodyPr/>
          <a:lstStyle/>
          <a:p>
            <a:fld id="{93703C76-F02D-44DE-8030-51D05803F5B8}" type="datetimeFigureOut">
              <a:rPr lang="en-IN" smtClean="0"/>
              <a:t>12-01-2026</a:t>
            </a:fld>
            <a:endParaRPr lang="en-IN"/>
          </a:p>
        </p:txBody>
      </p:sp>
      <p:sp>
        <p:nvSpPr>
          <p:cNvPr id="5" name="Footer Placeholder 4">
            <a:extLst>
              <a:ext uri="{FF2B5EF4-FFF2-40B4-BE49-F238E27FC236}">
                <a16:creationId xmlns:a16="http://schemas.microsoft.com/office/drawing/2014/main" id="{A2F560EC-E2E2-4286-834B-6AA9E79BF87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DDFA42B-0518-45E6-AA6B-E65A0284BB68}"/>
              </a:ext>
            </a:extLst>
          </p:cNvPr>
          <p:cNvSpPr>
            <a:spLocks noGrp="1"/>
          </p:cNvSpPr>
          <p:nvPr>
            <p:ph type="sldNum" sz="quarter" idx="12"/>
          </p:nvPr>
        </p:nvSpPr>
        <p:spPr/>
        <p:txBody>
          <a:bodyPr/>
          <a:lstStyle/>
          <a:p>
            <a:fld id="{8BB6475A-E757-4077-905B-4C02C521DB68}" type="slidenum">
              <a:rPr lang="en-IN" smtClean="0"/>
              <a:t>‹#›</a:t>
            </a:fld>
            <a:endParaRPr lang="en-IN"/>
          </a:p>
        </p:txBody>
      </p:sp>
    </p:spTree>
    <p:extLst>
      <p:ext uri="{BB962C8B-B14F-4D97-AF65-F5344CB8AC3E}">
        <p14:creationId xmlns:p14="http://schemas.microsoft.com/office/powerpoint/2010/main" val="14580593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44F50-A722-4AF6-AA2F-7DA5268DE59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026FE1D-4F32-45FB-89C0-F4DB24E81FE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8EC5AAA-817F-48C6-88F9-5DA596C31A7F}"/>
              </a:ext>
            </a:extLst>
          </p:cNvPr>
          <p:cNvSpPr>
            <a:spLocks noGrp="1"/>
          </p:cNvSpPr>
          <p:nvPr>
            <p:ph type="dt" sz="half" idx="10"/>
          </p:nvPr>
        </p:nvSpPr>
        <p:spPr/>
        <p:txBody>
          <a:bodyPr/>
          <a:lstStyle/>
          <a:p>
            <a:fld id="{93703C76-F02D-44DE-8030-51D05803F5B8}" type="datetimeFigureOut">
              <a:rPr lang="en-IN" smtClean="0"/>
              <a:t>12-01-2026</a:t>
            </a:fld>
            <a:endParaRPr lang="en-IN"/>
          </a:p>
        </p:txBody>
      </p:sp>
      <p:sp>
        <p:nvSpPr>
          <p:cNvPr id="5" name="Footer Placeholder 4">
            <a:extLst>
              <a:ext uri="{FF2B5EF4-FFF2-40B4-BE49-F238E27FC236}">
                <a16:creationId xmlns:a16="http://schemas.microsoft.com/office/drawing/2014/main" id="{2A08F361-CB80-4A60-906C-83393C34B19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D59A582-4674-405D-808A-0AA1883B7CE6}"/>
              </a:ext>
            </a:extLst>
          </p:cNvPr>
          <p:cNvSpPr>
            <a:spLocks noGrp="1"/>
          </p:cNvSpPr>
          <p:nvPr>
            <p:ph type="sldNum" sz="quarter" idx="12"/>
          </p:nvPr>
        </p:nvSpPr>
        <p:spPr/>
        <p:txBody>
          <a:bodyPr/>
          <a:lstStyle/>
          <a:p>
            <a:fld id="{8BB6475A-E757-4077-905B-4C02C521DB68}" type="slidenum">
              <a:rPr lang="en-IN" smtClean="0"/>
              <a:t>‹#›</a:t>
            </a:fld>
            <a:endParaRPr lang="en-IN"/>
          </a:p>
        </p:txBody>
      </p:sp>
    </p:spTree>
    <p:extLst>
      <p:ext uri="{BB962C8B-B14F-4D97-AF65-F5344CB8AC3E}">
        <p14:creationId xmlns:p14="http://schemas.microsoft.com/office/powerpoint/2010/main" val="9611701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F0DD2-211E-47BE-9281-AA9F738A711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B4085CD-83E3-4136-AF86-E92F9F8EF1F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27FC3E3-FABD-4089-834A-CB4AE955AB3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DCFC211-B128-4E36-8063-4D2CBBFEE6C6}"/>
              </a:ext>
            </a:extLst>
          </p:cNvPr>
          <p:cNvSpPr>
            <a:spLocks noGrp="1"/>
          </p:cNvSpPr>
          <p:nvPr>
            <p:ph type="dt" sz="half" idx="10"/>
          </p:nvPr>
        </p:nvSpPr>
        <p:spPr/>
        <p:txBody>
          <a:bodyPr/>
          <a:lstStyle/>
          <a:p>
            <a:fld id="{93703C76-F02D-44DE-8030-51D05803F5B8}" type="datetimeFigureOut">
              <a:rPr lang="en-IN" smtClean="0"/>
              <a:t>12-01-2026</a:t>
            </a:fld>
            <a:endParaRPr lang="en-IN"/>
          </a:p>
        </p:txBody>
      </p:sp>
      <p:sp>
        <p:nvSpPr>
          <p:cNvPr id="6" name="Footer Placeholder 5">
            <a:extLst>
              <a:ext uri="{FF2B5EF4-FFF2-40B4-BE49-F238E27FC236}">
                <a16:creationId xmlns:a16="http://schemas.microsoft.com/office/drawing/2014/main" id="{BB363812-AA26-414C-BE82-407176A055A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0415CD5-18E0-4587-9CF9-A15564A68F75}"/>
              </a:ext>
            </a:extLst>
          </p:cNvPr>
          <p:cNvSpPr>
            <a:spLocks noGrp="1"/>
          </p:cNvSpPr>
          <p:nvPr>
            <p:ph type="sldNum" sz="quarter" idx="12"/>
          </p:nvPr>
        </p:nvSpPr>
        <p:spPr/>
        <p:txBody>
          <a:bodyPr/>
          <a:lstStyle/>
          <a:p>
            <a:fld id="{8BB6475A-E757-4077-905B-4C02C521DB68}" type="slidenum">
              <a:rPr lang="en-IN" smtClean="0"/>
              <a:t>‹#›</a:t>
            </a:fld>
            <a:endParaRPr lang="en-IN"/>
          </a:p>
        </p:txBody>
      </p:sp>
    </p:spTree>
    <p:extLst>
      <p:ext uri="{BB962C8B-B14F-4D97-AF65-F5344CB8AC3E}">
        <p14:creationId xmlns:p14="http://schemas.microsoft.com/office/powerpoint/2010/main" val="19615718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FDA8C-2484-47FE-A6AB-59EB6FF8B2F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886E840-2613-4D34-AC51-98C1F90033F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A487278-4733-4633-B8D0-0060BFAABD9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70A3694-16D2-4983-95E1-5F8AB07F3F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E516CC0-870F-4D5B-8D65-5006F88B0F8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78E467A-2EC3-4641-8754-CF4F5D13F009}"/>
              </a:ext>
            </a:extLst>
          </p:cNvPr>
          <p:cNvSpPr>
            <a:spLocks noGrp="1"/>
          </p:cNvSpPr>
          <p:nvPr>
            <p:ph type="dt" sz="half" idx="10"/>
          </p:nvPr>
        </p:nvSpPr>
        <p:spPr/>
        <p:txBody>
          <a:bodyPr/>
          <a:lstStyle/>
          <a:p>
            <a:fld id="{93703C76-F02D-44DE-8030-51D05803F5B8}" type="datetimeFigureOut">
              <a:rPr lang="en-IN" smtClean="0"/>
              <a:t>12-01-2026</a:t>
            </a:fld>
            <a:endParaRPr lang="en-IN"/>
          </a:p>
        </p:txBody>
      </p:sp>
      <p:sp>
        <p:nvSpPr>
          <p:cNvPr id="8" name="Footer Placeholder 7">
            <a:extLst>
              <a:ext uri="{FF2B5EF4-FFF2-40B4-BE49-F238E27FC236}">
                <a16:creationId xmlns:a16="http://schemas.microsoft.com/office/drawing/2014/main" id="{D22F3DAC-CC90-4183-B552-B440AC44EE8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40B3FB8-F668-41AE-A2BE-7738EA96C8F9}"/>
              </a:ext>
            </a:extLst>
          </p:cNvPr>
          <p:cNvSpPr>
            <a:spLocks noGrp="1"/>
          </p:cNvSpPr>
          <p:nvPr>
            <p:ph type="sldNum" sz="quarter" idx="12"/>
          </p:nvPr>
        </p:nvSpPr>
        <p:spPr/>
        <p:txBody>
          <a:bodyPr/>
          <a:lstStyle/>
          <a:p>
            <a:fld id="{8BB6475A-E757-4077-905B-4C02C521DB68}" type="slidenum">
              <a:rPr lang="en-IN" smtClean="0"/>
              <a:t>‹#›</a:t>
            </a:fld>
            <a:endParaRPr lang="en-IN"/>
          </a:p>
        </p:txBody>
      </p:sp>
    </p:spTree>
    <p:extLst>
      <p:ext uri="{BB962C8B-B14F-4D97-AF65-F5344CB8AC3E}">
        <p14:creationId xmlns:p14="http://schemas.microsoft.com/office/powerpoint/2010/main" val="29133091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1E92A-F31D-49D3-890E-FACA288CCD9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DFE13F4-C1E8-4AF1-898A-ACA880A8355D}"/>
              </a:ext>
            </a:extLst>
          </p:cNvPr>
          <p:cNvSpPr>
            <a:spLocks noGrp="1"/>
          </p:cNvSpPr>
          <p:nvPr>
            <p:ph type="dt" sz="half" idx="10"/>
          </p:nvPr>
        </p:nvSpPr>
        <p:spPr/>
        <p:txBody>
          <a:bodyPr/>
          <a:lstStyle/>
          <a:p>
            <a:fld id="{93703C76-F02D-44DE-8030-51D05803F5B8}" type="datetimeFigureOut">
              <a:rPr lang="en-IN" smtClean="0"/>
              <a:t>12-01-2026</a:t>
            </a:fld>
            <a:endParaRPr lang="en-IN"/>
          </a:p>
        </p:txBody>
      </p:sp>
      <p:sp>
        <p:nvSpPr>
          <p:cNvPr id="4" name="Footer Placeholder 3">
            <a:extLst>
              <a:ext uri="{FF2B5EF4-FFF2-40B4-BE49-F238E27FC236}">
                <a16:creationId xmlns:a16="http://schemas.microsoft.com/office/drawing/2014/main" id="{2E08CCF2-1336-4C1E-A880-45AC3628188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29B901E-7560-40B4-A924-CD02DB33AFA6}"/>
              </a:ext>
            </a:extLst>
          </p:cNvPr>
          <p:cNvSpPr>
            <a:spLocks noGrp="1"/>
          </p:cNvSpPr>
          <p:nvPr>
            <p:ph type="sldNum" sz="quarter" idx="12"/>
          </p:nvPr>
        </p:nvSpPr>
        <p:spPr/>
        <p:txBody>
          <a:bodyPr/>
          <a:lstStyle/>
          <a:p>
            <a:fld id="{8BB6475A-E757-4077-905B-4C02C521DB68}" type="slidenum">
              <a:rPr lang="en-IN" smtClean="0"/>
              <a:t>‹#›</a:t>
            </a:fld>
            <a:endParaRPr lang="en-IN"/>
          </a:p>
        </p:txBody>
      </p:sp>
    </p:spTree>
    <p:extLst>
      <p:ext uri="{BB962C8B-B14F-4D97-AF65-F5344CB8AC3E}">
        <p14:creationId xmlns:p14="http://schemas.microsoft.com/office/powerpoint/2010/main" val="41105707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7964F1-A342-419F-A0D4-2337A7D85B32}"/>
              </a:ext>
            </a:extLst>
          </p:cNvPr>
          <p:cNvSpPr>
            <a:spLocks noGrp="1"/>
          </p:cNvSpPr>
          <p:nvPr>
            <p:ph type="dt" sz="half" idx="10"/>
          </p:nvPr>
        </p:nvSpPr>
        <p:spPr/>
        <p:txBody>
          <a:bodyPr/>
          <a:lstStyle/>
          <a:p>
            <a:fld id="{93703C76-F02D-44DE-8030-51D05803F5B8}" type="datetimeFigureOut">
              <a:rPr lang="en-IN" smtClean="0"/>
              <a:t>12-01-2026</a:t>
            </a:fld>
            <a:endParaRPr lang="en-IN"/>
          </a:p>
        </p:txBody>
      </p:sp>
      <p:sp>
        <p:nvSpPr>
          <p:cNvPr id="3" name="Footer Placeholder 2">
            <a:extLst>
              <a:ext uri="{FF2B5EF4-FFF2-40B4-BE49-F238E27FC236}">
                <a16:creationId xmlns:a16="http://schemas.microsoft.com/office/drawing/2014/main" id="{533BE696-C5FD-4D63-8AC1-7F229085EB1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4FED849-A9C9-4F4A-8AA4-F83E9161AEB9}"/>
              </a:ext>
            </a:extLst>
          </p:cNvPr>
          <p:cNvSpPr>
            <a:spLocks noGrp="1"/>
          </p:cNvSpPr>
          <p:nvPr>
            <p:ph type="sldNum" sz="quarter" idx="12"/>
          </p:nvPr>
        </p:nvSpPr>
        <p:spPr/>
        <p:txBody>
          <a:bodyPr/>
          <a:lstStyle/>
          <a:p>
            <a:fld id="{8BB6475A-E757-4077-905B-4C02C521DB68}" type="slidenum">
              <a:rPr lang="en-IN" smtClean="0"/>
              <a:t>‹#›</a:t>
            </a:fld>
            <a:endParaRPr lang="en-IN"/>
          </a:p>
        </p:txBody>
      </p:sp>
    </p:spTree>
    <p:extLst>
      <p:ext uri="{BB962C8B-B14F-4D97-AF65-F5344CB8AC3E}">
        <p14:creationId xmlns:p14="http://schemas.microsoft.com/office/powerpoint/2010/main" val="13231620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2305B-EC9C-4065-9119-27BA2EA2AF7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061405B-65E3-458C-A037-47DD260CB79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88D16DB-7DE9-4762-986B-AFB4A3C752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2D002B-61F8-42EB-B5C2-03E76983ACB1}"/>
              </a:ext>
            </a:extLst>
          </p:cNvPr>
          <p:cNvSpPr>
            <a:spLocks noGrp="1"/>
          </p:cNvSpPr>
          <p:nvPr>
            <p:ph type="dt" sz="half" idx="10"/>
          </p:nvPr>
        </p:nvSpPr>
        <p:spPr/>
        <p:txBody>
          <a:bodyPr/>
          <a:lstStyle/>
          <a:p>
            <a:fld id="{93703C76-F02D-44DE-8030-51D05803F5B8}" type="datetimeFigureOut">
              <a:rPr lang="en-IN" smtClean="0"/>
              <a:t>12-01-2026</a:t>
            </a:fld>
            <a:endParaRPr lang="en-IN"/>
          </a:p>
        </p:txBody>
      </p:sp>
      <p:sp>
        <p:nvSpPr>
          <p:cNvPr id="6" name="Footer Placeholder 5">
            <a:extLst>
              <a:ext uri="{FF2B5EF4-FFF2-40B4-BE49-F238E27FC236}">
                <a16:creationId xmlns:a16="http://schemas.microsoft.com/office/drawing/2014/main" id="{D87B77FB-4272-42BD-971E-A7247FDC268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A9C0990-9D5E-426B-8449-E2DBD1BBFE23}"/>
              </a:ext>
            </a:extLst>
          </p:cNvPr>
          <p:cNvSpPr>
            <a:spLocks noGrp="1"/>
          </p:cNvSpPr>
          <p:nvPr>
            <p:ph type="sldNum" sz="quarter" idx="12"/>
          </p:nvPr>
        </p:nvSpPr>
        <p:spPr/>
        <p:txBody>
          <a:bodyPr/>
          <a:lstStyle/>
          <a:p>
            <a:fld id="{8BB6475A-E757-4077-905B-4C02C521DB68}" type="slidenum">
              <a:rPr lang="en-IN" smtClean="0"/>
              <a:t>‹#›</a:t>
            </a:fld>
            <a:endParaRPr lang="en-IN"/>
          </a:p>
        </p:txBody>
      </p:sp>
    </p:spTree>
    <p:extLst>
      <p:ext uri="{BB962C8B-B14F-4D97-AF65-F5344CB8AC3E}">
        <p14:creationId xmlns:p14="http://schemas.microsoft.com/office/powerpoint/2010/main" val="1049682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2B511-2AFB-40CC-BCE5-476AC6AD4A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43AA752-DC03-46D5-9914-FFADC5EE1D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A8BEAF3-E106-4C20-BE8A-0577EA73CA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51F5149-2F29-43FC-A91E-353C3CE1CB88}"/>
              </a:ext>
            </a:extLst>
          </p:cNvPr>
          <p:cNvSpPr>
            <a:spLocks noGrp="1"/>
          </p:cNvSpPr>
          <p:nvPr>
            <p:ph type="dt" sz="half" idx="10"/>
          </p:nvPr>
        </p:nvSpPr>
        <p:spPr/>
        <p:txBody>
          <a:bodyPr/>
          <a:lstStyle/>
          <a:p>
            <a:fld id="{93703C76-F02D-44DE-8030-51D05803F5B8}" type="datetimeFigureOut">
              <a:rPr lang="en-IN" smtClean="0"/>
              <a:t>12-01-2026</a:t>
            </a:fld>
            <a:endParaRPr lang="en-IN"/>
          </a:p>
        </p:txBody>
      </p:sp>
      <p:sp>
        <p:nvSpPr>
          <p:cNvPr id="6" name="Footer Placeholder 5">
            <a:extLst>
              <a:ext uri="{FF2B5EF4-FFF2-40B4-BE49-F238E27FC236}">
                <a16:creationId xmlns:a16="http://schemas.microsoft.com/office/drawing/2014/main" id="{8B77BF9D-C32A-452D-887F-1534916F6C7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8ADCF8D-6BE1-400A-B192-4667ED22DEC0}"/>
              </a:ext>
            </a:extLst>
          </p:cNvPr>
          <p:cNvSpPr>
            <a:spLocks noGrp="1"/>
          </p:cNvSpPr>
          <p:nvPr>
            <p:ph type="sldNum" sz="quarter" idx="12"/>
          </p:nvPr>
        </p:nvSpPr>
        <p:spPr/>
        <p:txBody>
          <a:bodyPr/>
          <a:lstStyle/>
          <a:p>
            <a:fld id="{8BB6475A-E757-4077-905B-4C02C521DB68}" type="slidenum">
              <a:rPr lang="en-IN" smtClean="0"/>
              <a:t>‹#›</a:t>
            </a:fld>
            <a:endParaRPr lang="en-IN"/>
          </a:p>
        </p:txBody>
      </p:sp>
    </p:spTree>
    <p:extLst>
      <p:ext uri="{BB962C8B-B14F-4D97-AF65-F5344CB8AC3E}">
        <p14:creationId xmlns:p14="http://schemas.microsoft.com/office/powerpoint/2010/main" val="3548433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34B6A-3E45-43E0-BD66-874BC2F0B64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8780ED6-4381-45EB-9115-86CF3E95564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AFB9C41-C590-4C77-9E84-E39925E49B35}"/>
              </a:ext>
            </a:extLst>
          </p:cNvPr>
          <p:cNvSpPr>
            <a:spLocks noGrp="1"/>
          </p:cNvSpPr>
          <p:nvPr>
            <p:ph type="dt" sz="half" idx="10"/>
          </p:nvPr>
        </p:nvSpPr>
        <p:spPr/>
        <p:txBody>
          <a:bodyPr/>
          <a:lstStyle/>
          <a:p>
            <a:fld id="{93703C76-F02D-44DE-8030-51D05803F5B8}" type="datetimeFigureOut">
              <a:rPr lang="en-IN" smtClean="0"/>
              <a:t>12-01-2026</a:t>
            </a:fld>
            <a:endParaRPr lang="en-IN"/>
          </a:p>
        </p:txBody>
      </p:sp>
      <p:sp>
        <p:nvSpPr>
          <p:cNvPr id="5" name="Footer Placeholder 4">
            <a:extLst>
              <a:ext uri="{FF2B5EF4-FFF2-40B4-BE49-F238E27FC236}">
                <a16:creationId xmlns:a16="http://schemas.microsoft.com/office/drawing/2014/main" id="{311CB700-762C-4815-A49F-83586BC4E9E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79EF36F-C36F-4615-B0A4-B13AA772B0C8}"/>
              </a:ext>
            </a:extLst>
          </p:cNvPr>
          <p:cNvSpPr>
            <a:spLocks noGrp="1"/>
          </p:cNvSpPr>
          <p:nvPr>
            <p:ph type="sldNum" sz="quarter" idx="12"/>
          </p:nvPr>
        </p:nvSpPr>
        <p:spPr/>
        <p:txBody>
          <a:bodyPr/>
          <a:lstStyle/>
          <a:p>
            <a:fld id="{8BB6475A-E757-4077-905B-4C02C521DB68}" type="slidenum">
              <a:rPr lang="en-IN" smtClean="0"/>
              <a:t>‹#›</a:t>
            </a:fld>
            <a:endParaRPr lang="en-IN"/>
          </a:p>
        </p:txBody>
      </p:sp>
    </p:spTree>
    <p:extLst>
      <p:ext uri="{BB962C8B-B14F-4D97-AF65-F5344CB8AC3E}">
        <p14:creationId xmlns:p14="http://schemas.microsoft.com/office/powerpoint/2010/main" val="27043742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AC9E4A7-060C-4348-A3A1-FE616ED4AA3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DE9027A-E3E6-4739-BF6C-A4FC33F99A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6F2573E-413B-46F8-AFA5-BD86D5591F6B}"/>
              </a:ext>
            </a:extLst>
          </p:cNvPr>
          <p:cNvSpPr>
            <a:spLocks noGrp="1"/>
          </p:cNvSpPr>
          <p:nvPr>
            <p:ph type="dt" sz="half" idx="10"/>
          </p:nvPr>
        </p:nvSpPr>
        <p:spPr/>
        <p:txBody>
          <a:bodyPr/>
          <a:lstStyle/>
          <a:p>
            <a:fld id="{93703C76-F02D-44DE-8030-51D05803F5B8}" type="datetimeFigureOut">
              <a:rPr lang="en-IN" smtClean="0"/>
              <a:t>12-01-2026</a:t>
            </a:fld>
            <a:endParaRPr lang="en-IN"/>
          </a:p>
        </p:txBody>
      </p:sp>
      <p:sp>
        <p:nvSpPr>
          <p:cNvPr id="5" name="Footer Placeholder 4">
            <a:extLst>
              <a:ext uri="{FF2B5EF4-FFF2-40B4-BE49-F238E27FC236}">
                <a16:creationId xmlns:a16="http://schemas.microsoft.com/office/drawing/2014/main" id="{57BA02DD-8730-469C-817B-423FF5DED5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84A9819-82E6-4E4D-9700-535EF8B64A3D}"/>
              </a:ext>
            </a:extLst>
          </p:cNvPr>
          <p:cNvSpPr>
            <a:spLocks noGrp="1"/>
          </p:cNvSpPr>
          <p:nvPr>
            <p:ph type="sldNum" sz="quarter" idx="12"/>
          </p:nvPr>
        </p:nvSpPr>
        <p:spPr/>
        <p:txBody>
          <a:bodyPr/>
          <a:lstStyle/>
          <a:p>
            <a:fld id="{8BB6475A-E757-4077-905B-4C02C521DB68}" type="slidenum">
              <a:rPr lang="en-IN" smtClean="0"/>
              <a:t>‹#›</a:t>
            </a:fld>
            <a:endParaRPr lang="en-IN"/>
          </a:p>
        </p:txBody>
      </p:sp>
    </p:spTree>
    <p:extLst>
      <p:ext uri="{BB962C8B-B14F-4D97-AF65-F5344CB8AC3E}">
        <p14:creationId xmlns:p14="http://schemas.microsoft.com/office/powerpoint/2010/main" val="15310256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68844401"/>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9A3B9-BE6F-4374-BDF3-400B9B9FE33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48F4F42-B551-4BE5-B5C7-CDE6B8890F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8536BA3-8FFA-4E3E-9D01-CF39C8564C98}"/>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CF78811A-5408-4898-817A-4A751207BC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ACD568E-90C1-40A4-82E5-8A1D653FA2A2}"/>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26029175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FDFD6-583B-4BF2-8E00-D2F035A7D16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954F78C-FB62-4FCC-8814-A33971571F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2D4E0A4-1872-41DF-BCB6-7874FF36E75D}"/>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B76F2F0F-4D4C-4326-B392-A84870F8C7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D9977BE-CDA3-4BB8-A148-FDDB789E1727}"/>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33344330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85F3A-91EA-439B-8570-E19C063F8E3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F7EAF32-3040-43B5-A381-E05587793F7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91A1A0D-FDD4-45C4-957B-ABF55D1C84A7}"/>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80B644C8-C890-409E-A5B5-56DF8C1BBA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2AB4C4-E96D-4169-80F2-CF65804C3FAD}"/>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31702063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174D9-23FA-4A48-B949-ECE2E4BC0A9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7CC65DB-B714-4CB5-95CF-0C7A69A2575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ED6763A-29AB-45DA-ABB6-379F8930186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2B2DD46-407B-4CF9-83DA-2D7CEAE87335}"/>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155FF541-847C-4A35-A20B-9F98DFD6947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C1CB10C-2D9E-418E-988E-EB84A90D1AF0}"/>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33088443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46ED0-5BB3-43AD-80D7-BDB89471191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6B773D4-C688-40BC-8B2F-E8A603A433E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FEE05E1-9B06-401E-BD9E-8CAED9E9B3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B72E848-EE48-4E51-8488-BE4E4C9C6A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67BD559-2FDF-4EB9-BFB6-FA3CD30BA52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8827978-435D-41F4-8350-E5D1A28BD177}"/>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id="{68AD9FA8-82D1-4D5D-95EB-639F96FD74D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3E0290A-324B-42CA-B0EB-7725364EB4BC}"/>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9573144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D5F9E-D9C7-4DB9-B11A-FD7E05B4809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937F12A-59AD-4B11-A120-8BD75DD6CDEC}"/>
              </a:ext>
            </a:extLst>
          </p:cNvPr>
          <p:cNvSpPr>
            <a:spLocks noGrp="1"/>
          </p:cNvSpPr>
          <p:nvPr>
            <p:ph type="dt" sz="half" idx="10"/>
          </p:nvPr>
        </p:nvSpPr>
        <p:spPr/>
        <p:txBody>
          <a:bodyPr/>
          <a:lstStyle/>
          <a:p>
            <a:endParaRPr lang="en-IN"/>
          </a:p>
        </p:txBody>
      </p:sp>
      <p:sp>
        <p:nvSpPr>
          <p:cNvPr id="4" name="Footer Placeholder 3">
            <a:extLst>
              <a:ext uri="{FF2B5EF4-FFF2-40B4-BE49-F238E27FC236}">
                <a16:creationId xmlns:a16="http://schemas.microsoft.com/office/drawing/2014/main" id="{A4D1C11B-A445-4EDE-896C-BA63748251C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C1BCCA4-5374-483F-A862-6A28DBC8BE57}"/>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25881850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6CCD08-A2DD-46ED-A859-954CFAED48E7}"/>
              </a:ext>
            </a:extLst>
          </p:cNvPr>
          <p:cNvSpPr>
            <a:spLocks noGrp="1"/>
          </p:cNvSpPr>
          <p:nvPr>
            <p:ph type="dt" sz="half" idx="10"/>
          </p:nvPr>
        </p:nvSpPr>
        <p:spPr/>
        <p:txBody>
          <a:bodyPr/>
          <a:lstStyle/>
          <a:p>
            <a:endParaRPr lang="en-IN"/>
          </a:p>
        </p:txBody>
      </p:sp>
      <p:sp>
        <p:nvSpPr>
          <p:cNvPr id="3" name="Footer Placeholder 2">
            <a:extLst>
              <a:ext uri="{FF2B5EF4-FFF2-40B4-BE49-F238E27FC236}">
                <a16:creationId xmlns:a16="http://schemas.microsoft.com/office/drawing/2014/main" id="{26D94C68-DD22-491B-B3E6-9819074959C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CC85A6D-3274-4CB8-A937-8143C3EFFB20}"/>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319811806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414F3-8D9B-4EDE-A35C-D4C8FDB037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C4BD596-DCD3-4689-88EA-753D7CE2A3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B2F5BC4-5C19-4E76-9AFD-1189504090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D4FA46-99F6-4976-A3DD-EF9C026F3323}"/>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90B95AC3-B698-4E3E-9BDB-C0DDA5564D5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32B085A-EEEF-40F7-A254-E4F040F40AAF}"/>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416146530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74550-FA08-4155-A6F9-ACBDBD17A5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E66E897-6238-4A10-9778-F3190952598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7158CEB-5FD2-4FA1-AD9A-10C129FECF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EE6AEA-26BC-4E23-B81D-95B7DDAC1853}"/>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008E1477-4CB6-4AF4-A2E6-37014E46DB1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BE495C4-965F-4076-9E43-8092B47C3517}"/>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21602464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AC57B-87B8-497A-AA4D-A49F6741F6A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C50BE63-1404-4216-B024-2EC94D784FC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C73B622-DBE5-4B58-A13B-18684B84BA3C}"/>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7DE85DA3-952E-4F11-8FE1-2A581996206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A0EA9D-DCCB-4643-90F5-243111A68630}"/>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34860112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C073A67-23E3-41F3-A422-BB6AE1AC352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89456D1-907B-4DBD-B0A1-418CB7B3E18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D93CF3-64F2-4DFF-A9A9-2D68A76647F1}"/>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DB81A994-875C-41B8-A8EF-C225C8B6278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9B2FE84-8024-4C5B-9AB7-6916BC01A794}"/>
              </a:ext>
            </a:extLst>
          </p:cNvPr>
          <p:cNvSpPr>
            <a:spLocks noGrp="1"/>
          </p:cNvSpPr>
          <p:nvPr>
            <p:ph type="sldNum" sz="quarter" idx="12"/>
          </p:nvPr>
        </p:nvSpPr>
        <p:spPr/>
        <p:txBody>
          <a:bodyPr/>
          <a:lstStyle/>
          <a:p>
            <a:fld id="{F8D9BD54-7BE9-4F3B-8F4A-CE67E3F85104}" type="slidenum">
              <a:rPr lang="en-IN" smtClean="0"/>
              <a:t>‹#›</a:t>
            </a:fld>
            <a:endParaRPr lang="en-IN"/>
          </a:p>
        </p:txBody>
      </p:sp>
    </p:spTree>
    <p:extLst>
      <p:ext uri="{BB962C8B-B14F-4D97-AF65-F5344CB8AC3E}">
        <p14:creationId xmlns:p14="http://schemas.microsoft.com/office/powerpoint/2010/main" val="309095733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33118791"/>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0639C8-56A2-4F19-BE83-8760340E96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345BD17-CCE0-4A28-BA26-F37D6D43DA8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35E1B6E-1E9C-495E-897D-24C2D23257D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703C76-F02D-44DE-8030-51D05803F5B8}" type="datetimeFigureOut">
              <a:rPr lang="en-IN" smtClean="0"/>
              <a:t>12-01-2026</a:t>
            </a:fld>
            <a:endParaRPr lang="en-IN"/>
          </a:p>
        </p:txBody>
      </p:sp>
      <p:sp>
        <p:nvSpPr>
          <p:cNvPr id="5" name="Footer Placeholder 4">
            <a:extLst>
              <a:ext uri="{FF2B5EF4-FFF2-40B4-BE49-F238E27FC236}">
                <a16:creationId xmlns:a16="http://schemas.microsoft.com/office/drawing/2014/main" id="{C8A69169-EED5-411C-A01D-138716D552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2DB8551-C1BB-4FA8-943C-F7806E2677E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BB6475A-E757-4077-905B-4C02C521DB68}" type="slidenum">
              <a:rPr lang="en-IN" smtClean="0"/>
              <a:t>‹#›</a:t>
            </a:fld>
            <a:endParaRPr lang="en-IN"/>
          </a:p>
        </p:txBody>
      </p:sp>
    </p:spTree>
    <p:extLst>
      <p:ext uri="{BB962C8B-B14F-4D97-AF65-F5344CB8AC3E}">
        <p14:creationId xmlns:p14="http://schemas.microsoft.com/office/powerpoint/2010/main" val="8936735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E4B8BB1-37F3-4AAE-A86D-E439DE6099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7D48695-EA6F-4292-8628-01E84DEC5E7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8F4770-E352-4AA2-BDE0-C43AC8BFB0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a:p>
        </p:txBody>
      </p:sp>
      <p:sp>
        <p:nvSpPr>
          <p:cNvPr id="5" name="Footer Placeholder 4">
            <a:extLst>
              <a:ext uri="{FF2B5EF4-FFF2-40B4-BE49-F238E27FC236}">
                <a16:creationId xmlns:a16="http://schemas.microsoft.com/office/drawing/2014/main" id="{CE9C78DE-CD8F-4C07-899C-3AA2EA0999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47BE1E2-B63B-4310-A86A-C53BD6FC020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D9BD54-7BE9-4F3B-8F4A-CE67E3F85104}" type="slidenum">
              <a:rPr lang="en-IN" smtClean="0"/>
              <a:t>‹#›</a:t>
            </a:fld>
            <a:endParaRPr lang="en-IN"/>
          </a:p>
        </p:txBody>
      </p:sp>
    </p:spTree>
    <p:extLst>
      <p:ext uri="{BB962C8B-B14F-4D97-AF65-F5344CB8AC3E}">
        <p14:creationId xmlns:p14="http://schemas.microsoft.com/office/powerpoint/2010/main" val="3672269778"/>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14.xml"/><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14.xml"/><Relationship Id="rId5" Type="http://schemas.openxmlformats.org/officeDocument/2006/relationships/image" Target="../media/image11.jp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link.springer.com/chapter/10.1007/978-1-4471-0123-9_3"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14.png"/><Relationship Id="rId7" Type="http://schemas.openxmlformats.org/officeDocument/2006/relationships/diagramColors" Target="../diagrams/colors3.xml"/><Relationship Id="rId2"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image" Target="../media/image18.png"/><Relationship Id="rId7" Type="http://schemas.openxmlformats.org/officeDocument/2006/relationships/image" Target="../media/image16.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15.wmf"/><Relationship Id="rId4" Type="http://schemas.openxmlformats.org/officeDocument/2006/relationships/oleObject" Target="../embeddings/oleObject1.bin"/><Relationship Id="rId9" Type="http://schemas.openxmlformats.org/officeDocument/2006/relationships/image" Target="../media/image17.wmf"/></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image" Target="../media/image18.png"/><Relationship Id="rId7" Type="http://schemas.openxmlformats.org/officeDocument/2006/relationships/image" Target="../media/image16.w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5.bin"/><Relationship Id="rId11" Type="http://schemas.openxmlformats.org/officeDocument/2006/relationships/image" Target="../media/image36.png"/><Relationship Id="rId5" Type="http://schemas.openxmlformats.org/officeDocument/2006/relationships/image" Target="../media/image15.wmf"/><Relationship Id="rId10" Type="http://schemas.openxmlformats.org/officeDocument/2006/relationships/image" Target="../media/image35.png"/><Relationship Id="rId4" Type="http://schemas.openxmlformats.org/officeDocument/2006/relationships/oleObject" Target="../embeddings/oleObject4.bin"/><Relationship Id="rId9" Type="http://schemas.openxmlformats.org/officeDocument/2006/relationships/image" Target="../media/image17.wmf"/></Relationships>
</file>

<file path=ppt/slides/_rels/slide15.xml.rels><?xml version="1.0" encoding="UTF-8" standalone="yes"?>
<Relationships xmlns="http://schemas.openxmlformats.org/package/2006/relationships"><Relationship Id="rId13" Type="http://schemas.openxmlformats.org/officeDocument/2006/relationships/oleObject" Target="../embeddings/oleObject9.bin"/><Relationship Id="rId18" Type="http://schemas.openxmlformats.org/officeDocument/2006/relationships/image" Target="../media/image22.wmf"/><Relationship Id="rId26" Type="http://schemas.openxmlformats.org/officeDocument/2006/relationships/image" Target="../media/image24.wmf"/><Relationship Id="rId39" Type="http://schemas.openxmlformats.org/officeDocument/2006/relationships/oleObject" Target="../embeddings/oleObject16.bin"/><Relationship Id="rId21" Type="http://schemas.openxmlformats.org/officeDocument/2006/relationships/oleObject" Target="../embeddings/oleObject11.bin"/><Relationship Id="rId34" Type="http://schemas.openxmlformats.org/officeDocument/2006/relationships/image" Target="../media/image26.wmf"/><Relationship Id="rId42" Type="http://schemas.openxmlformats.org/officeDocument/2006/relationships/image" Target="../media/image28.wmf"/><Relationship Id="rId47" Type="http://schemas.openxmlformats.org/officeDocument/2006/relationships/oleObject" Target="../embeddings/oleObject18.bin"/><Relationship Id="rId50" Type="http://schemas.openxmlformats.org/officeDocument/2006/relationships/image" Target="../media/image30.wmf"/><Relationship Id="rId7" Type="http://schemas.openxmlformats.org/officeDocument/2006/relationships/oleObject" Target="../embeddings/oleObject8.bin"/><Relationship Id="rId2" Type="http://schemas.openxmlformats.org/officeDocument/2006/relationships/slideLayout" Target="../slideLayouts/slideLayout2.xml"/><Relationship Id="rId16" Type="http://schemas.openxmlformats.org/officeDocument/2006/relationships/image" Target="../media/image22.wmf"/><Relationship Id="rId29" Type="http://schemas.openxmlformats.org/officeDocument/2006/relationships/oleObject" Target="../embeddings/oleObject13.bin"/><Relationship Id="rId11" Type="http://schemas.openxmlformats.org/officeDocument/2006/relationships/oleObject" Target="../embeddings/oleObject9.bin"/><Relationship Id="rId24" Type="http://schemas.openxmlformats.org/officeDocument/2006/relationships/image" Target="../media/image24.wmf"/><Relationship Id="rId32" Type="http://schemas.openxmlformats.org/officeDocument/2006/relationships/image" Target="../media/image26.wmf"/><Relationship Id="rId37" Type="http://schemas.openxmlformats.org/officeDocument/2006/relationships/oleObject" Target="../embeddings/oleObject15.bin"/><Relationship Id="rId40" Type="http://schemas.openxmlformats.org/officeDocument/2006/relationships/image" Target="../media/image28.wmf"/><Relationship Id="rId45" Type="http://schemas.openxmlformats.org/officeDocument/2006/relationships/oleObject" Target="../embeddings/oleObject17.bin"/><Relationship Id="rId5" Type="http://schemas.openxmlformats.org/officeDocument/2006/relationships/oleObject" Target="../embeddings/oleObject7.bin"/><Relationship Id="rId15" Type="http://schemas.openxmlformats.org/officeDocument/2006/relationships/oleObject" Target="../embeddings/oleObject10.bin"/><Relationship Id="rId23" Type="http://schemas.openxmlformats.org/officeDocument/2006/relationships/oleObject" Target="../embeddings/oleObject12.bin"/><Relationship Id="rId28" Type="http://schemas.openxmlformats.org/officeDocument/2006/relationships/image" Target="../media/image25.wmf"/><Relationship Id="rId36" Type="http://schemas.openxmlformats.org/officeDocument/2006/relationships/image" Target="../media/image27.wmf"/><Relationship Id="rId49" Type="http://schemas.openxmlformats.org/officeDocument/2006/relationships/oleObject" Target="../embeddings/oleObject18.bin"/><Relationship Id="rId10" Type="http://schemas.openxmlformats.org/officeDocument/2006/relationships/image" Target="../media/image20.wmf"/><Relationship Id="rId19" Type="http://schemas.openxmlformats.org/officeDocument/2006/relationships/oleObject" Target="../embeddings/oleObject11.bin"/><Relationship Id="rId31" Type="http://schemas.openxmlformats.org/officeDocument/2006/relationships/oleObject" Target="../embeddings/oleObject14.bin"/><Relationship Id="rId44" Type="http://schemas.openxmlformats.org/officeDocument/2006/relationships/image" Target="../media/image29.wmf"/><Relationship Id="rId52" Type="http://schemas.openxmlformats.org/officeDocument/2006/relationships/image" Target="../media/image50.png"/><Relationship Id="rId4" Type="http://schemas.openxmlformats.org/officeDocument/2006/relationships/image" Target="../media/image19.wmf"/><Relationship Id="rId9" Type="http://schemas.openxmlformats.org/officeDocument/2006/relationships/oleObject" Target="../embeddings/oleObject8.bin"/><Relationship Id="rId14" Type="http://schemas.openxmlformats.org/officeDocument/2006/relationships/image" Target="../media/image21.wmf"/><Relationship Id="rId22" Type="http://schemas.openxmlformats.org/officeDocument/2006/relationships/image" Target="../media/image23.wmf"/><Relationship Id="rId27" Type="http://schemas.openxmlformats.org/officeDocument/2006/relationships/oleObject" Target="../embeddings/oleObject13.bin"/><Relationship Id="rId30" Type="http://schemas.openxmlformats.org/officeDocument/2006/relationships/image" Target="../media/image25.wmf"/><Relationship Id="rId35" Type="http://schemas.openxmlformats.org/officeDocument/2006/relationships/oleObject" Target="../embeddings/oleObject15.bin"/><Relationship Id="rId43" Type="http://schemas.openxmlformats.org/officeDocument/2006/relationships/oleObject" Target="../embeddings/oleObject17.bin"/><Relationship Id="rId48" Type="http://schemas.openxmlformats.org/officeDocument/2006/relationships/image" Target="../media/image30.wmf"/><Relationship Id="rId8" Type="http://schemas.openxmlformats.org/officeDocument/2006/relationships/image" Target="../media/image20.wmf"/><Relationship Id="rId51" Type="http://schemas.openxmlformats.org/officeDocument/2006/relationships/image" Target="../media/image49.png"/><Relationship Id="rId3" Type="http://schemas.openxmlformats.org/officeDocument/2006/relationships/oleObject" Target="../embeddings/oleObject7.bin"/><Relationship Id="rId12" Type="http://schemas.openxmlformats.org/officeDocument/2006/relationships/image" Target="../media/image21.wmf"/><Relationship Id="rId17" Type="http://schemas.openxmlformats.org/officeDocument/2006/relationships/oleObject" Target="../embeddings/oleObject10.bin"/><Relationship Id="rId25" Type="http://schemas.openxmlformats.org/officeDocument/2006/relationships/oleObject" Target="../embeddings/oleObject12.bin"/><Relationship Id="rId33" Type="http://schemas.openxmlformats.org/officeDocument/2006/relationships/oleObject" Target="../embeddings/oleObject14.bin"/><Relationship Id="rId38" Type="http://schemas.openxmlformats.org/officeDocument/2006/relationships/image" Target="../media/image27.wmf"/><Relationship Id="rId46" Type="http://schemas.openxmlformats.org/officeDocument/2006/relationships/image" Target="../media/image29.wmf"/><Relationship Id="rId20" Type="http://schemas.openxmlformats.org/officeDocument/2006/relationships/image" Target="../media/image23.wmf"/><Relationship Id="rId41" Type="http://schemas.openxmlformats.org/officeDocument/2006/relationships/oleObject" Target="../embeddings/oleObject16.bin"/><Relationship Id="rId1" Type="http://schemas.openxmlformats.org/officeDocument/2006/relationships/vmlDrawing" Target="../drawings/vmlDrawing3.vml"/><Relationship Id="rId6" Type="http://schemas.openxmlformats.org/officeDocument/2006/relationships/image" Target="../media/image19.wmf"/></Relationships>
</file>

<file path=ppt/slides/_rels/slide1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1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33.wmf"/><Relationship Id="rId3" Type="http://schemas.openxmlformats.org/officeDocument/2006/relationships/oleObject" Target="../embeddings/oleObject19.bin"/><Relationship Id="rId7" Type="http://schemas.openxmlformats.org/officeDocument/2006/relationships/oleObject" Target="../embeddings/oleObject21.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16.wmf"/><Relationship Id="rId5" Type="http://schemas.openxmlformats.org/officeDocument/2006/relationships/oleObject" Target="../embeddings/oleObject20.bin"/><Relationship Id="rId4" Type="http://schemas.openxmlformats.org/officeDocument/2006/relationships/image" Target="../media/image15.wmf"/></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23.bin"/><Relationship Id="rId13" Type="http://schemas.openxmlformats.org/officeDocument/2006/relationships/image" Target="../media/image38.wmf"/><Relationship Id="rId3" Type="http://schemas.openxmlformats.org/officeDocument/2006/relationships/image" Target="../media/image39.png"/><Relationship Id="rId7" Type="http://schemas.openxmlformats.org/officeDocument/2006/relationships/image" Target="../media/image34.wmf"/><Relationship Id="rId12" Type="http://schemas.openxmlformats.org/officeDocument/2006/relationships/oleObject" Target="../embeddings/oleObject24.bin"/><Relationship Id="rId17" Type="http://schemas.openxmlformats.org/officeDocument/2006/relationships/image" Target="../media/image63.png"/><Relationship Id="rId2" Type="http://schemas.openxmlformats.org/officeDocument/2006/relationships/slideLayout" Target="../slideLayouts/slideLayout2.xml"/><Relationship Id="rId16" Type="http://schemas.openxmlformats.org/officeDocument/2006/relationships/image" Target="../media/image62.png"/><Relationship Id="rId1" Type="http://schemas.openxmlformats.org/officeDocument/2006/relationships/vmlDrawing" Target="../drawings/vmlDrawing5.vml"/><Relationship Id="rId6" Type="http://schemas.openxmlformats.org/officeDocument/2006/relationships/oleObject" Target="../embeddings/oleObject22.bin"/><Relationship Id="rId11" Type="http://schemas.openxmlformats.org/officeDocument/2006/relationships/image" Target="../media/image37.wmf"/><Relationship Id="rId5" Type="http://schemas.openxmlformats.org/officeDocument/2006/relationships/image" Target="../media/image34.wmf"/><Relationship Id="rId15" Type="http://schemas.openxmlformats.org/officeDocument/2006/relationships/image" Target="../media/image38.wmf"/><Relationship Id="rId10" Type="http://schemas.openxmlformats.org/officeDocument/2006/relationships/oleObject" Target="../embeddings/oleObject23.bin"/><Relationship Id="rId4" Type="http://schemas.openxmlformats.org/officeDocument/2006/relationships/oleObject" Target="../embeddings/oleObject22.bin"/><Relationship Id="rId9" Type="http://schemas.openxmlformats.org/officeDocument/2006/relationships/image" Target="../media/image37.wmf"/><Relationship Id="rId14" Type="http://schemas.openxmlformats.org/officeDocument/2006/relationships/oleObject" Target="../embeddings/oleObject24.bin"/></Relationships>
</file>

<file path=ppt/slides/_rels/slide2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67.png"/><Relationship Id="rId7" Type="http://schemas.openxmlformats.org/officeDocument/2006/relationships/image" Target="../media/image71.png"/><Relationship Id="rId2" Type="http://schemas.openxmlformats.org/officeDocument/2006/relationships/image" Target="../media/image66.png"/><Relationship Id="rId1" Type="http://schemas.openxmlformats.org/officeDocument/2006/relationships/slideLayout" Target="../slideLayouts/slideLayout2.xml"/><Relationship Id="rId6" Type="http://schemas.openxmlformats.org/officeDocument/2006/relationships/image" Target="../media/image70.png"/><Relationship Id="rId5" Type="http://schemas.openxmlformats.org/officeDocument/2006/relationships/image" Target="../media/image69.png"/><Relationship Id="rId10" Type="http://schemas.openxmlformats.org/officeDocument/2006/relationships/image" Target="../media/image103.png"/><Relationship Id="rId4" Type="http://schemas.openxmlformats.org/officeDocument/2006/relationships/image" Target="../media/image68.png"/><Relationship Id="rId9" Type="http://schemas.openxmlformats.org/officeDocument/2006/relationships/image" Target="../media/image73.png"/></Relationships>
</file>

<file path=ppt/slides/_rels/slide22.xml.rels><?xml version="1.0" encoding="UTF-8" standalone="yes"?>
<Relationships xmlns="http://schemas.openxmlformats.org/package/2006/relationships"><Relationship Id="rId8" Type="http://schemas.openxmlformats.org/officeDocument/2006/relationships/image" Target="../media/image16.wmf"/><Relationship Id="rId13" Type="http://schemas.openxmlformats.org/officeDocument/2006/relationships/image" Target="../media/image33.wmf"/><Relationship Id="rId3" Type="http://schemas.openxmlformats.org/officeDocument/2006/relationships/oleObject" Target="../embeddings/oleObject25.bin"/><Relationship Id="rId7" Type="http://schemas.openxmlformats.org/officeDocument/2006/relationships/oleObject" Target="../embeddings/oleObject26.bin"/><Relationship Id="rId12" Type="http://schemas.openxmlformats.org/officeDocument/2006/relationships/oleObject" Target="../embeddings/oleObject27.bin"/><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image" Target="../media/image15.wmf"/><Relationship Id="rId11" Type="http://schemas.openxmlformats.org/officeDocument/2006/relationships/oleObject" Target="../embeddings/oleObject27.bin"/><Relationship Id="rId5" Type="http://schemas.openxmlformats.org/officeDocument/2006/relationships/oleObject" Target="../embeddings/oleObject25.bin"/><Relationship Id="rId10" Type="http://schemas.openxmlformats.org/officeDocument/2006/relationships/image" Target="../media/image16.wmf"/><Relationship Id="rId4" Type="http://schemas.openxmlformats.org/officeDocument/2006/relationships/image" Target="../media/image15.wmf"/><Relationship Id="rId9" Type="http://schemas.openxmlformats.org/officeDocument/2006/relationships/oleObject" Target="../embeddings/oleObject26.bin"/><Relationship Id="rId14" Type="http://schemas.openxmlformats.org/officeDocument/2006/relationships/image" Target="../media/image530.png"/></Relationships>
</file>

<file path=ppt/slides/_rels/slide23.xml.rels><?xml version="1.0" encoding="UTF-8" standalone="yes"?>
<Relationships xmlns="http://schemas.openxmlformats.org/package/2006/relationships"><Relationship Id="rId8" Type="http://schemas.openxmlformats.org/officeDocument/2006/relationships/image" Target="../media/image16.wmf"/><Relationship Id="rId13" Type="http://schemas.openxmlformats.org/officeDocument/2006/relationships/image" Target="../media/image33.wmf"/><Relationship Id="rId3" Type="http://schemas.openxmlformats.org/officeDocument/2006/relationships/oleObject" Target="../embeddings/oleObject25.bin"/><Relationship Id="rId7" Type="http://schemas.openxmlformats.org/officeDocument/2006/relationships/oleObject" Target="../embeddings/oleObject26.bin"/><Relationship Id="rId12" Type="http://schemas.openxmlformats.org/officeDocument/2006/relationships/oleObject" Target="../embeddings/oleObject27.bin"/><Relationship Id="rId2" Type="http://schemas.openxmlformats.org/officeDocument/2006/relationships/slideLayout" Target="../slideLayouts/slideLayout2.xml"/><Relationship Id="rId16" Type="http://schemas.openxmlformats.org/officeDocument/2006/relationships/image" Target="../media/image76.png"/><Relationship Id="rId1" Type="http://schemas.openxmlformats.org/officeDocument/2006/relationships/vmlDrawing" Target="../drawings/vmlDrawing7.vml"/><Relationship Id="rId6" Type="http://schemas.openxmlformats.org/officeDocument/2006/relationships/image" Target="../media/image15.wmf"/><Relationship Id="rId11" Type="http://schemas.openxmlformats.org/officeDocument/2006/relationships/oleObject" Target="../embeddings/oleObject27.bin"/><Relationship Id="rId5" Type="http://schemas.openxmlformats.org/officeDocument/2006/relationships/oleObject" Target="../embeddings/oleObject25.bin"/><Relationship Id="rId15" Type="http://schemas.openxmlformats.org/officeDocument/2006/relationships/image" Target="../media/image75.png"/><Relationship Id="rId10" Type="http://schemas.openxmlformats.org/officeDocument/2006/relationships/image" Target="../media/image16.wmf"/><Relationship Id="rId4" Type="http://schemas.openxmlformats.org/officeDocument/2006/relationships/image" Target="../media/image15.wmf"/><Relationship Id="rId9" Type="http://schemas.openxmlformats.org/officeDocument/2006/relationships/oleObject" Target="../embeddings/oleObject26.bin"/><Relationship Id="rId14" Type="http://schemas.openxmlformats.org/officeDocument/2006/relationships/image" Target="../media/image74.png"/></Relationships>
</file>

<file path=ppt/slides/_rels/slide24.xml.rels><?xml version="1.0" encoding="UTF-8" standalone="yes"?>
<Relationships xmlns="http://schemas.openxmlformats.org/package/2006/relationships"><Relationship Id="rId8" Type="http://schemas.openxmlformats.org/officeDocument/2006/relationships/image" Target="../media/image15.wmf"/><Relationship Id="rId13" Type="http://schemas.openxmlformats.org/officeDocument/2006/relationships/oleObject" Target="../embeddings/oleObject30.bin"/><Relationship Id="rId3" Type="http://schemas.openxmlformats.org/officeDocument/2006/relationships/image" Target="../media/image77.png"/><Relationship Id="rId7" Type="http://schemas.openxmlformats.org/officeDocument/2006/relationships/oleObject" Target="../embeddings/oleObject28.bin"/><Relationship Id="rId12" Type="http://schemas.openxmlformats.org/officeDocument/2006/relationships/image" Target="../media/image16.wmf"/><Relationship Id="rId17" Type="http://schemas.openxmlformats.org/officeDocument/2006/relationships/image" Target="../media/image79.png"/><Relationship Id="rId2" Type="http://schemas.openxmlformats.org/officeDocument/2006/relationships/slideLayout" Target="../slideLayouts/slideLayout2.xml"/><Relationship Id="rId16" Type="http://schemas.openxmlformats.org/officeDocument/2006/relationships/image" Target="../media/image570.png"/><Relationship Id="rId1" Type="http://schemas.openxmlformats.org/officeDocument/2006/relationships/vmlDrawing" Target="../drawings/vmlDrawing8.vml"/><Relationship Id="rId6" Type="http://schemas.openxmlformats.org/officeDocument/2006/relationships/image" Target="../media/image15.wmf"/><Relationship Id="rId11" Type="http://schemas.openxmlformats.org/officeDocument/2006/relationships/oleObject" Target="../embeddings/oleObject29.bin"/><Relationship Id="rId5" Type="http://schemas.openxmlformats.org/officeDocument/2006/relationships/oleObject" Target="../embeddings/oleObject28.bin"/><Relationship Id="rId15" Type="http://schemas.openxmlformats.org/officeDocument/2006/relationships/image" Target="../media/image33.wmf"/><Relationship Id="rId10" Type="http://schemas.openxmlformats.org/officeDocument/2006/relationships/image" Target="../media/image16.wmf"/><Relationship Id="rId4" Type="http://schemas.openxmlformats.org/officeDocument/2006/relationships/image" Target="../media/image78.png"/><Relationship Id="rId9" Type="http://schemas.openxmlformats.org/officeDocument/2006/relationships/oleObject" Target="../embeddings/oleObject29.bin"/><Relationship Id="rId14" Type="http://schemas.openxmlformats.org/officeDocument/2006/relationships/oleObject" Target="../embeddings/oleObject30.bin"/></Relationships>
</file>

<file path=ppt/slides/_rels/slide25.xml.rels><?xml version="1.0" encoding="UTF-8" standalone="yes"?>
<Relationships xmlns="http://schemas.openxmlformats.org/package/2006/relationships"><Relationship Id="rId8" Type="http://schemas.openxmlformats.org/officeDocument/2006/relationships/image" Target="../media/image51.wmf"/><Relationship Id="rId13" Type="http://schemas.openxmlformats.org/officeDocument/2006/relationships/oleObject" Target="../embeddings/oleObject36.bin"/><Relationship Id="rId18" Type="http://schemas.openxmlformats.org/officeDocument/2006/relationships/image" Target="../media/image56.wmf"/><Relationship Id="rId3" Type="http://schemas.openxmlformats.org/officeDocument/2006/relationships/oleObject" Target="../embeddings/oleObject31.bin"/><Relationship Id="rId7" Type="http://schemas.openxmlformats.org/officeDocument/2006/relationships/oleObject" Target="../embeddings/oleObject33.bin"/><Relationship Id="rId12" Type="http://schemas.openxmlformats.org/officeDocument/2006/relationships/image" Target="../media/image53.wmf"/><Relationship Id="rId17" Type="http://schemas.openxmlformats.org/officeDocument/2006/relationships/oleObject" Target="../embeddings/oleObject38.bin"/><Relationship Id="rId2" Type="http://schemas.openxmlformats.org/officeDocument/2006/relationships/slideLayout" Target="../slideLayouts/slideLayout2.xml"/><Relationship Id="rId16" Type="http://schemas.openxmlformats.org/officeDocument/2006/relationships/image" Target="../media/image55.wmf"/><Relationship Id="rId20" Type="http://schemas.openxmlformats.org/officeDocument/2006/relationships/image" Target="../media/image58.wmf"/><Relationship Id="rId1" Type="http://schemas.openxmlformats.org/officeDocument/2006/relationships/vmlDrawing" Target="../drawings/vmlDrawing9.vml"/><Relationship Id="rId6" Type="http://schemas.openxmlformats.org/officeDocument/2006/relationships/image" Target="../media/image50.wmf"/><Relationship Id="rId11" Type="http://schemas.openxmlformats.org/officeDocument/2006/relationships/oleObject" Target="../embeddings/oleObject35.bin"/><Relationship Id="rId5" Type="http://schemas.openxmlformats.org/officeDocument/2006/relationships/oleObject" Target="../embeddings/oleObject32.bin"/><Relationship Id="rId15" Type="http://schemas.openxmlformats.org/officeDocument/2006/relationships/oleObject" Target="../embeddings/oleObject37.bin"/><Relationship Id="rId10" Type="http://schemas.openxmlformats.org/officeDocument/2006/relationships/image" Target="../media/image52.wmf"/><Relationship Id="rId19" Type="http://schemas.openxmlformats.org/officeDocument/2006/relationships/oleObject" Target="../embeddings/oleObject39.bin"/><Relationship Id="rId4" Type="http://schemas.openxmlformats.org/officeDocument/2006/relationships/image" Target="../media/image49.wmf"/><Relationship Id="rId9" Type="http://schemas.openxmlformats.org/officeDocument/2006/relationships/oleObject" Target="../embeddings/oleObject34.bin"/><Relationship Id="rId14" Type="http://schemas.openxmlformats.org/officeDocument/2006/relationships/image" Target="../media/image54.wmf"/></Relationships>
</file>

<file path=ppt/slides/_rels/slide26.xml.rels><?xml version="1.0" encoding="UTF-8" standalone="yes"?>
<Relationships xmlns="http://schemas.openxmlformats.org/package/2006/relationships"><Relationship Id="rId13" Type="http://schemas.openxmlformats.org/officeDocument/2006/relationships/oleObject" Target="../embeddings/oleObject45.bin"/><Relationship Id="rId18" Type="http://schemas.openxmlformats.org/officeDocument/2006/relationships/image" Target="../media/image69.wmf"/><Relationship Id="rId26" Type="http://schemas.openxmlformats.org/officeDocument/2006/relationships/image" Target="../media/image72.wmf"/><Relationship Id="rId21" Type="http://schemas.openxmlformats.org/officeDocument/2006/relationships/oleObject" Target="../embeddings/oleObject49.bin"/><Relationship Id="rId34" Type="http://schemas.openxmlformats.org/officeDocument/2006/relationships/image" Target="../media/image76.wmf"/><Relationship Id="rId7" Type="http://schemas.openxmlformats.org/officeDocument/2006/relationships/oleObject" Target="../embeddings/oleObject42.bin"/><Relationship Id="rId12" Type="http://schemas.openxmlformats.org/officeDocument/2006/relationships/image" Target="../media/image66.wmf"/><Relationship Id="rId17" Type="http://schemas.openxmlformats.org/officeDocument/2006/relationships/oleObject" Target="../embeddings/oleObject47.bin"/><Relationship Id="rId25" Type="http://schemas.openxmlformats.org/officeDocument/2006/relationships/oleObject" Target="../embeddings/oleObject51.bin"/><Relationship Id="rId33" Type="http://schemas.openxmlformats.org/officeDocument/2006/relationships/oleObject" Target="../embeddings/oleObject55.bin"/><Relationship Id="rId2" Type="http://schemas.openxmlformats.org/officeDocument/2006/relationships/slideLayout" Target="../slideLayouts/slideLayout2.xml"/><Relationship Id="rId16" Type="http://schemas.openxmlformats.org/officeDocument/2006/relationships/image" Target="../media/image68.wmf"/><Relationship Id="rId20" Type="http://schemas.openxmlformats.org/officeDocument/2006/relationships/image" Target="../media/image70.wmf"/><Relationship Id="rId29" Type="http://schemas.openxmlformats.org/officeDocument/2006/relationships/oleObject" Target="../embeddings/oleObject53.bin"/><Relationship Id="rId1" Type="http://schemas.openxmlformats.org/officeDocument/2006/relationships/vmlDrawing" Target="../drawings/vmlDrawing10.vml"/><Relationship Id="rId6" Type="http://schemas.openxmlformats.org/officeDocument/2006/relationships/image" Target="../media/image63.wmf"/><Relationship Id="rId11" Type="http://schemas.openxmlformats.org/officeDocument/2006/relationships/oleObject" Target="../embeddings/oleObject44.bin"/><Relationship Id="rId24" Type="http://schemas.openxmlformats.org/officeDocument/2006/relationships/image" Target="../media/image71.wmf"/><Relationship Id="rId32" Type="http://schemas.openxmlformats.org/officeDocument/2006/relationships/image" Target="../media/image75.wmf"/><Relationship Id="rId37" Type="http://schemas.openxmlformats.org/officeDocument/2006/relationships/image" Target="../media/image105.png"/><Relationship Id="rId5" Type="http://schemas.openxmlformats.org/officeDocument/2006/relationships/oleObject" Target="../embeddings/oleObject41.bin"/><Relationship Id="rId15" Type="http://schemas.openxmlformats.org/officeDocument/2006/relationships/oleObject" Target="../embeddings/oleObject46.bin"/><Relationship Id="rId23" Type="http://schemas.openxmlformats.org/officeDocument/2006/relationships/oleObject" Target="../embeddings/oleObject50.bin"/><Relationship Id="rId28" Type="http://schemas.openxmlformats.org/officeDocument/2006/relationships/image" Target="../media/image73.wmf"/><Relationship Id="rId36" Type="http://schemas.openxmlformats.org/officeDocument/2006/relationships/image" Target="../media/image77.wmf"/><Relationship Id="rId10" Type="http://schemas.openxmlformats.org/officeDocument/2006/relationships/image" Target="../media/image65.wmf"/><Relationship Id="rId19" Type="http://schemas.openxmlformats.org/officeDocument/2006/relationships/oleObject" Target="../embeddings/oleObject48.bin"/><Relationship Id="rId31" Type="http://schemas.openxmlformats.org/officeDocument/2006/relationships/oleObject" Target="../embeddings/oleObject54.bin"/><Relationship Id="rId4" Type="http://schemas.openxmlformats.org/officeDocument/2006/relationships/image" Target="../media/image62.wmf"/><Relationship Id="rId9" Type="http://schemas.openxmlformats.org/officeDocument/2006/relationships/oleObject" Target="../embeddings/oleObject43.bin"/><Relationship Id="rId14" Type="http://schemas.openxmlformats.org/officeDocument/2006/relationships/image" Target="../media/image67.wmf"/><Relationship Id="rId22" Type="http://schemas.openxmlformats.org/officeDocument/2006/relationships/image" Target="../media/image27.wmf"/><Relationship Id="rId27" Type="http://schemas.openxmlformats.org/officeDocument/2006/relationships/oleObject" Target="../embeddings/oleObject52.bin"/><Relationship Id="rId30" Type="http://schemas.openxmlformats.org/officeDocument/2006/relationships/image" Target="../media/image74.wmf"/><Relationship Id="rId35" Type="http://schemas.openxmlformats.org/officeDocument/2006/relationships/oleObject" Target="../embeddings/oleObject56.bin"/><Relationship Id="rId8" Type="http://schemas.openxmlformats.org/officeDocument/2006/relationships/image" Target="../media/image64.wmf"/><Relationship Id="rId3" Type="http://schemas.openxmlformats.org/officeDocument/2006/relationships/oleObject" Target="../embeddings/oleObject40.bin"/></Relationships>
</file>

<file path=ppt/slides/_rels/slide27.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107.png"/><Relationship Id="rId1" Type="http://schemas.openxmlformats.org/officeDocument/2006/relationships/slideLayout" Target="../slideLayouts/slideLayout2.xml"/><Relationship Id="rId5" Type="http://schemas.openxmlformats.org/officeDocument/2006/relationships/image" Target="../media/image110.png"/><Relationship Id="rId4" Type="http://schemas.openxmlformats.org/officeDocument/2006/relationships/image" Target="../media/image109.png"/></Relationships>
</file>

<file path=ppt/slides/_rels/slide29.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image" Target="../media/image111.png"/><Relationship Id="rId1" Type="http://schemas.openxmlformats.org/officeDocument/2006/relationships/slideLayout" Target="../slideLayouts/slideLayout2.xml"/><Relationship Id="rId6" Type="http://schemas.openxmlformats.org/officeDocument/2006/relationships/image" Target="../media/image115.png"/><Relationship Id="rId5" Type="http://schemas.openxmlformats.org/officeDocument/2006/relationships/image" Target="../media/image114.png"/><Relationship Id="rId4" Type="http://schemas.openxmlformats.org/officeDocument/2006/relationships/image" Target="../media/image82.png"/></Relationships>
</file>

<file path=ppt/slides/_rels/slide30.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116.png"/><Relationship Id="rId1" Type="http://schemas.openxmlformats.org/officeDocument/2006/relationships/slideLayout" Target="../slideLayouts/slideLayout2.xml"/><Relationship Id="rId6" Type="http://schemas.openxmlformats.org/officeDocument/2006/relationships/image" Target="../media/image120.png"/><Relationship Id="rId5" Type="http://schemas.openxmlformats.org/officeDocument/2006/relationships/image" Target="../media/image119.png"/><Relationship Id="rId4" Type="http://schemas.openxmlformats.org/officeDocument/2006/relationships/image" Target="../media/image118.png"/></Relationships>
</file>

<file path=ppt/slides/_rels/slide31.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121.png"/><Relationship Id="rId1" Type="http://schemas.openxmlformats.org/officeDocument/2006/relationships/slideLayout" Target="../slideLayouts/slideLayout2.xml"/><Relationship Id="rId4" Type="http://schemas.openxmlformats.org/officeDocument/2006/relationships/image" Target="../media/image123.png"/></Relationships>
</file>

<file path=ppt/slides/_rels/slide32.xml.rels><?xml version="1.0" encoding="UTF-8" standalone="yes"?>
<Relationships xmlns="http://schemas.openxmlformats.org/package/2006/relationships"><Relationship Id="rId2" Type="http://schemas.openxmlformats.org/officeDocument/2006/relationships/image" Target="../media/image8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56F1FA7E-1B68-D6DF-9F15-3482BA2EFDDC}"/>
              </a:ext>
            </a:extLst>
          </p:cNvPr>
          <p:cNvPicPr>
            <a:picLocks noChangeAspect="1"/>
          </p:cNvPicPr>
          <p:nvPr/>
        </p:nvPicPr>
        <p:blipFill rotWithShape="1">
          <a:blip r:embed="rId2"/>
          <a:srcRect/>
          <a:stretch/>
        </p:blipFill>
        <p:spPr>
          <a:xfrm>
            <a:off x="-3047" y="10"/>
            <a:ext cx="12191999" cy="6857990"/>
          </a:xfrm>
          <a:prstGeom prst="rect">
            <a:avLst/>
          </a:prstGeom>
        </p:spPr>
      </p:pic>
      <p:sp>
        <p:nvSpPr>
          <p:cNvPr id="11" name="Rectangle 10">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0964146-D321-4FAC-8F6C-D55DC7F860F9}"/>
              </a:ext>
            </a:extLst>
          </p:cNvPr>
          <p:cNvSpPr>
            <a:spLocks noGrp="1"/>
          </p:cNvSpPr>
          <p:nvPr>
            <p:ph type="ctrTitle"/>
          </p:nvPr>
        </p:nvSpPr>
        <p:spPr>
          <a:xfrm>
            <a:off x="1097280" y="325550"/>
            <a:ext cx="10058400" cy="3574778"/>
          </a:xfrm>
          <a:effectLst>
            <a:outerShdw blurRad="50800" dist="38100" dir="2700000" algn="tl" rotWithShape="0">
              <a:prstClr val="black">
                <a:alpha val="40000"/>
              </a:prstClr>
            </a:outerShdw>
          </a:effectLst>
        </p:spPr>
        <p:txBody>
          <a:bodyPr>
            <a:normAutofit/>
          </a:bodyPr>
          <a:lstStyle/>
          <a:p>
            <a:r>
              <a:rPr lang="en-IN" sz="5200" dirty="0">
                <a:solidFill>
                  <a:srgbClr val="FFFFFF"/>
                </a:solidFill>
              </a:rPr>
              <a:t>Deep Learning</a:t>
            </a:r>
          </a:p>
        </p:txBody>
      </p:sp>
      <p:sp>
        <p:nvSpPr>
          <p:cNvPr id="3" name="Subtitle 2">
            <a:extLst>
              <a:ext uri="{FF2B5EF4-FFF2-40B4-BE49-F238E27FC236}">
                <a16:creationId xmlns:a16="http://schemas.microsoft.com/office/drawing/2014/main" id="{7C285978-C308-4155-892D-959CD3E70CF4}"/>
              </a:ext>
            </a:extLst>
          </p:cNvPr>
          <p:cNvSpPr>
            <a:spLocks noGrp="1"/>
          </p:cNvSpPr>
          <p:nvPr>
            <p:ph type="subTitle" idx="1"/>
          </p:nvPr>
        </p:nvSpPr>
        <p:spPr>
          <a:xfrm>
            <a:off x="1100051" y="4072043"/>
            <a:ext cx="10058400" cy="1282707"/>
          </a:xfrm>
          <a:effectLst>
            <a:outerShdw blurRad="50800" dist="38100" dir="2700000" algn="tl" rotWithShape="0">
              <a:prstClr val="black">
                <a:alpha val="40000"/>
              </a:prstClr>
            </a:outerShdw>
          </a:effectLst>
        </p:spPr>
        <p:txBody>
          <a:bodyPr>
            <a:normAutofit/>
          </a:bodyPr>
          <a:lstStyle/>
          <a:p>
            <a:r>
              <a:rPr lang="en-IN">
                <a:solidFill>
                  <a:srgbClr val="FFFFFF"/>
                </a:solidFill>
              </a:rPr>
              <a:t>Tanveer Ahmed</a:t>
            </a:r>
          </a:p>
        </p:txBody>
      </p:sp>
    </p:spTree>
    <p:extLst>
      <p:ext uri="{BB962C8B-B14F-4D97-AF65-F5344CB8AC3E}">
        <p14:creationId xmlns:p14="http://schemas.microsoft.com/office/powerpoint/2010/main" val="18598455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47631036-3A0F-4E75-A879-957017069B49}"/>
              </a:ext>
            </a:extLst>
          </p:cNvPr>
          <p:cNvSpPr/>
          <p:nvPr/>
        </p:nvSpPr>
        <p:spPr>
          <a:xfrm>
            <a:off x="1161534" y="943706"/>
            <a:ext cx="10725665" cy="5539155"/>
          </a:xfrm>
          <a:prstGeom prst="round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rPr>
              <a:t>Artificial Intelligence</a:t>
            </a:r>
          </a:p>
          <a:p>
            <a:r>
              <a:rPr lang="en-US" sz="2000" b="1" dirty="0">
                <a:solidFill>
                  <a:schemeClr val="tx1"/>
                </a:solidFill>
              </a:rPr>
              <a:t>Any technique that enables computers to mimic human behavior</a:t>
            </a:r>
            <a:endParaRPr lang="en-US" b="1" dirty="0">
              <a:solidFill>
                <a:schemeClr val="tx1"/>
              </a:solidFill>
            </a:endParaRPr>
          </a:p>
          <a:p>
            <a:endParaRPr lang="en-US" b="1" dirty="0">
              <a:solidFill>
                <a:schemeClr val="tx1"/>
              </a:solidFill>
            </a:endParaRPr>
          </a:p>
          <a:p>
            <a:endParaRPr lang="en-US" b="1" dirty="0">
              <a:solidFill>
                <a:schemeClr val="tx1"/>
              </a:solidFill>
            </a:endParaRPr>
          </a:p>
          <a:p>
            <a:endParaRPr lang="en-US" b="1" dirty="0">
              <a:solidFill>
                <a:schemeClr val="tx1"/>
              </a:solidFill>
            </a:endParaRPr>
          </a:p>
          <a:p>
            <a:endParaRPr lang="en-US" b="1" dirty="0">
              <a:solidFill>
                <a:schemeClr val="tx1"/>
              </a:solidFill>
            </a:endParaRPr>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US" dirty="0"/>
          </a:p>
          <a:p>
            <a:pPr algn="ctr"/>
            <a:endParaRPr lang="en-IN" dirty="0"/>
          </a:p>
        </p:txBody>
      </p:sp>
      <p:sp>
        <p:nvSpPr>
          <p:cNvPr id="7" name="Rectangle: Rounded Corners 6">
            <a:extLst>
              <a:ext uri="{FF2B5EF4-FFF2-40B4-BE49-F238E27FC236}">
                <a16:creationId xmlns:a16="http://schemas.microsoft.com/office/drawing/2014/main" id="{8C8EC707-7EDD-44E3-9196-6FF5FB72B380}"/>
              </a:ext>
            </a:extLst>
          </p:cNvPr>
          <p:cNvSpPr/>
          <p:nvPr/>
        </p:nvSpPr>
        <p:spPr>
          <a:xfrm>
            <a:off x="4226011" y="2458994"/>
            <a:ext cx="7379835" cy="3719067"/>
          </a:xfrm>
          <a:prstGeom prst="round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rPr>
              <a:t>Machine Learning</a:t>
            </a:r>
          </a:p>
          <a:p>
            <a:r>
              <a:rPr lang="en-US" b="1" dirty="0">
                <a:solidFill>
                  <a:schemeClr val="tx1"/>
                </a:solidFill>
              </a:rPr>
              <a:t>Ability to program without being explicitly programmed</a:t>
            </a:r>
          </a:p>
          <a:p>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endParaRPr lang="en-IN" dirty="0">
              <a:solidFill>
                <a:schemeClr val="tx1"/>
              </a:solidFill>
            </a:endParaRPr>
          </a:p>
        </p:txBody>
      </p:sp>
      <p:sp>
        <p:nvSpPr>
          <p:cNvPr id="8" name="Rectangle: Rounded Corners 7">
            <a:extLst>
              <a:ext uri="{FF2B5EF4-FFF2-40B4-BE49-F238E27FC236}">
                <a16:creationId xmlns:a16="http://schemas.microsoft.com/office/drawing/2014/main" id="{4EDBCB09-D995-422D-87CD-70E194643C92}"/>
              </a:ext>
            </a:extLst>
          </p:cNvPr>
          <p:cNvSpPr/>
          <p:nvPr/>
        </p:nvSpPr>
        <p:spPr>
          <a:xfrm>
            <a:off x="7447753" y="3733801"/>
            <a:ext cx="3915508" cy="2180493"/>
          </a:xfrm>
          <a:prstGeom prst="round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800" b="1" dirty="0">
                <a:solidFill>
                  <a:schemeClr val="tx1"/>
                </a:solidFill>
              </a:rPr>
              <a:t>Deep Learning </a:t>
            </a:r>
          </a:p>
          <a:p>
            <a:r>
              <a:rPr lang="en-US" b="1" dirty="0">
                <a:solidFill>
                  <a:schemeClr val="tx1"/>
                </a:solidFill>
              </a:rPr>
              <a:t>Extract patterns from data using neural networks</a:t>
            </a: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endParaRPr lang="en-IN" dirty="0">
              <a:solidFill>
                <a:schemeClr val="tx1"/>
              </a:solidFill>
            </a:endParaRPr>
          </a:p>
        </p:txBody>
      </p:sp>
      <p:pic>
        <p:nvPicPr>
          <p:cNvPr id="10" name="Picture 9" descr="A picture containing text, light&#10;&#10;Description automatically generated">
            <a:extLst>
              <a:ext uri="{FF2B5EF4-FFF2-40B4-BE49-F238E27FC236}">
                <a16:creationId xmlns:a16="http://schemas.microsoft.com/office/drawing/2014/main" id="{E22FD091-D2AC-48F7-854B-91EBD889B3F2}"/>
              </a:ext>
            </a:extLst>
          </p:cNvPr>
          <p:cNvPicPr>
            <a:picLocks noChangeAspect="1"/>
          </p:cNvPicPr>
          <p:nvPr/>
        </p:nvPicPr>
        <p:blipFill rotWithShape="1">
          <a:blip r:embed="rId3">
            <a:extLst>
              <a:ext uri="{28A0092B-C50C-407E-A947-70E740481C1C}">
                <a14:useLocalDpi xmlns:a14="http://schemas.microsoft.com/office/drawing/2010/main" val="0"/>
              </a:ext>
            </a:extLst>
          </a:blip>
          <a:srcRect l="-539" t="1128" r="53535" b="10805"/>
          <a:stretch/>
        </p:blipFill>
        <p:spPr>
          <a:xfrm>
            <a:off x="1515140" y="2012882"/>
            <a:ext cx="2200001" cy="2498195"/>
          </a:xfrm>
          <a:prstGeom prst="rect">
            <a:avLst/>
          </a:prstGeom>
        </p:spPr>
      </p:pic>
      <p:pic>
        <p:nvPicPr>
          <p:cNvPr id="12" name="Picture 11" descr="Diagram&#10;&#10;Description automatically generated">
            <a:extLst>
              <a:ext uri="{FF2B5EF4-FFF2-40B4-BE49-F238E27FC236}">
                <a16:creationId xmlns:a16="http://schemas.microsoft.com/office/drawing/2014/main" id="{961DF107-8E6A-4173-8D7A-1EDDEDFF0A4D}"/>
              </a:ext>
            </a:extLst>
          </p:cNvPr>
          <p:cNvPicPr>
            <a:picLocks noChangeAspect="1"/>
          </p:cNvPicPr>
          <p:nvPr/>
        </p:nvPicPr>
        <p:blipFill rotWithShape="1">
          <a:blip r:embed="rId4">
            <a:extLst>
              <a:ext uri="{28A0092B-C50C-407E-A947-70E740481C1C}">
                <a14:useLocalDpi xmlns:a14="http://schemas.microsoft.com/office/drawing/2010/main" val="0"/>
              </a:ext>
            </a:extLst>
          </a:blip>
          <a:srcRect l="8366" r="14135"/>
          <a:stretch/>
        </p:blipFill>
        <p:spPr>
          <a:xfrm>
            <a:off x="4370636" y="3783748"/>
            <a:ext cx="2842781" cy="1697809"/>
          </a:xfrm>
          <a:prstGeom prst="rect">
            <a:avLst/>
          </a:prstGeom>
        </p:spPr>
      </p:pic>
      <p:pic>
        <p:nvPicPr>
          <p:cNvPr id="14" name="Picture 13" descr="Shape, arrow&#10;&#10;Description automatically generated">
            <a:extLst>
              <a:ext uri="{FF2B5EF4-FFF2-40B4-BE49-F238E27FC236}">
                <a16:creationId xmlns:a16="http://schemas.microsoft.com/office/drawing/2014/main" id="{0DD799E7-7D4D-4C6B-92A7-A4277A6B985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45656" y="4882102"/>
            <a:ext cx="1426616" cy="880114"/>
          </a:xfrm>
          <a:prstGeom prst="rect">
            <a:avLst/>
          </a:prstGeom>
        </p:spPr>
      </p:pic>
      <p:sp>
        <p:nvSpPr>
          <p:cNvPr id="15" name="Title 1">
            <a:extLst>
              <a:ext uri="{FF2B5EF4-FFF2-40B4-BE49-F238E27FC236}">
                <a16:creationId xmlns:a16="http://schemas.microsoft.com/office/drawing/2014/main" id="{BCBCDEEC-C4B5-4EB8-8B4B-EDA9E99D2F16}"/>
              </a:ext>
            </a:extLst>
          </p:cNvPr>
          <p:cNvSpPr>
            <a:spLocks noGrp="1"/>
          </p:cNvSpPr>
          <p:nvPr>
            <p:ph type="title"/>
          </p:nvPr>
        </p:nvSpPr>
        <p:spPr>
          <a:xfrm>
            <a:off x="122583" y="126511"/>
            <a:ext cx="10515600" cy="578581"/>
          </a:xfrm>
        </p:spPr>
        <p:txBody>
          <a:bodyPr>
            <a:noAutofit/>
          </a:bodyPr>
          <a:lstStyle/>
          <a:p>
            <a:r>
              <a:rPr lang="en-US" sz="3200" dirty="0"/>
              <a:t>What is Deep learning?</a:t>
            </a:r>
            <a:endParaRPr lang="en-IN" sz="3200" dirty="0"/>
          </a:p>
        </p:txBody>
      </p:sp>
      <p:sp>
        <p:nvSpPr>
          <p:cNvPr id="2" name="Slide Number Placeholder 1">
            <a:extLst>
              <a:ext uri="{FF2B5EF4-FFF2-40B4-BE49-F238E27FC236}">
                <a16:creationId xmlns:a16="http://schemas.microsoft.com/office/drawing/2014/main" id="{55332A1C-8BB0-4437-9DE5-6EE3C32AE6B4}"/>
              </a:ext>
            </a:extLst>
          </p:cNvPr>
          <p:cNvSpPr>
            <a:spLocks noGrp="1"/>
          </p:cNvSpPr>
          <p:nvPr>
            <p:ph type="sldNum" sz="quarter" idx="12"/>
          </p:nvPr>
        </p:nvSpPr>
        <p:spPr/>
        <p:txBody>
          <a:bodyPr/>
          <a:lstStyle/>
          <a:p>
            <a:fld id="{F8D9BD54-7BE9-4F3B-8F4A-CE67E3F85104}" type="slidenum">
              <a:rPr lang="en-IN" smtClean="0"/>
              <a:t>2</a:t>
            </a:fld>
            <a:endParaRPr lang="en-IN"/>
          </a:p>
        </p:txBody>
      </p:sp>
    </p:spTree>
    <p:extLst>
      <p:ext uri="{BB962C8B-B14F-4D97-AF65-F5344CB8AC3E}">
        <p14:creationId xmlns:p14="http://schemas.microsoft.com/office/powerpoint/2010/main" val="21241922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Machine Learning (ML) </a:t>
            </a:r>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Content Placeholder 2">
            <a:extLst>
              <a:ext uri="{FF2B5EF4-FFF2-40B4-BE49-F238E27FC236}">
                <a16:creationId xmlns:a16="http://schemas.microsoft.com/office/drawing/2014/main" id="{FDB2C1D4-0978-4D1B-AF76-F7F076E9E4EB}"/>
              </a:ext>
            </a:extLst>
          </p:cNvPr>
          <p:cNvSpPr>
            <a:spLocks noGrp="1"/>
          </p:cNvSpPr>
          <p:nvPr>
            <p:ph idx="1"/>
          </p:nvPr>
        </p:nvSpPr>
        <p:spPr>
          <a:xfrm>
            <a:off x="990600" y="1978025"/>
            <a:ext cx="10515600" cy="4351338"/>
          </a:xfrm>
        </p:spPr>
        <p:txBody>
          <a:bodyPr>
            <a:normAutofit/>
          </a:bodyPr>
          <a:lstStyle/>
          <a:p>
            <a:pPr marL="0" indent="0">
              <a:spcBef>
                <a:spcPct val="0"/>
              </a:spcBef>
              <a:spcAft>
                <a:spcPts val="1600"/>
              </a:spcAft>
              <a:buNone/>
              <a:defRPr/>
            </a:pPr>
            <a:r>
              <a:rPr lang="en-IN" altLang="en-US" sz="2400" dirty="0">
                <a:latin typeface="+mj-lt"/>
                <a:ea typeface="+mj-ea"/>
                <a:cs typeface="Times New Roman" pitchFamily="18" charset="0"/>
              </a:rPr>
              <a:t>ML gives computers the ability to learn without being explicitly programmed</a:t>
            </a:r>
          </a:p>
          <a:p>
            <a:pPr marL="0" indent="0">
              <a:buNone/>
            </a:pPr>
            <a:endParaRPr lang="en-IN" dirty="0"/>
          </a:p>
        </p:txBody>
      </p:sp>
      <p:grpSp>
        <p:nvGrpSpPr>
          <p:cNvPr id="10" name="Group 4">
            <a:extLst>
              <a:ext uri="{FF2B5EF4-FFF2-40B4-BE49-F238E27FC236}">
                <a16:creationId xmlns:a16="http://schemas.microsoft.com/office/drawing/2014/main" id="{AAED6FA1-6678-49E6-AB7F-6F0BFF6FE95F}"/>
              </a:ext>
            </a:extLst>
          </p:cNvPr>
          <p:cNvGrpSpPr>
            <a:grpSpLocks/>
          </p:cNvGrpSpPr>
          <p:nvPr/>
        </p:nvGrpSpPr>
        <p:grpSpPr bwMode="auto">
          <a:xfrm>
            <a:off x="1363579" y="3428999"/>
            <a:ext cx="9409195" cy="2747963"/>
            <a:chOff x="118760" y="2519532"/>
            <a:chExt cx="8834740" cy="2889702"/>
          </a:xfrm>
        </p:grpSpPr>
        <p:sp>
          <p:nvSpPr>
            <p:cNvPr id="11" name="Can 5">
              <a:extLst>
                <a:ext uri="{FF2B5EF4-FFF2-40B4-BE49-F238E27FC236}">
                  <a16:creationId xmlns:a16="http://schemas.microsoft.com/office/drawing/2014/main" id="{0A46A649-AEBC-481D-A7F5-18F44B652D48}"/>
                </a:ext>
              </a:extLst>
            </p:cNvPr>
            <p:cNvSpPr/>
            <p:nvPr/>
          </p:nvSpPr>
          <p:spPr>
            <a:xfrm>
              <a:off x="118760" y="2519532"/>
              <a:ext cx="2447112" cy="1113652"/>
            </a:xfrm>
            <a:prstGeom prst="can">
              <a:avLst/>
            </a:prstGeom>
          </p:spPr>
          <p:style>
            <a:lnRef idx="1">
              <a:schemeClr val="accent6"/>
            </a:lnRef>
            <a:fillRef idx="3">
              <a:schemeClr val="accent6"/>
            </a:fillRef>
            <a:effectRef idx="2">
              <a:schemeClr val="accent6"/>
            </a:effectRef>
            <a:fontRef idx="minor">
              <a:schemeClr val="lt1"/>
            </a:fontRef>
          </p:style>
          <p:txBody>
            <a:bodyPr anchor="ctr"/>
            <a:lstStyle/>
            <a:p>
              <a:pPr algn="ctr">
                <a:defRPr/>
              </a:pPr>
              <a:r>
                <a:rPr lang="en-US" sz="2400" dirty="0"/>
                <a:t>Labeled/Unlabeled Data</a:t>
              </a:r>
            </a:p>
          </p:txBody>
        </p:sp>
        <p:sp>
          <p:nvSpPr>
            <p:cNvPr id="12" name="Rounded Rectangle 7">
              <a:extLst>
                <a:ext uri="{FF2B5EF4-FFF2-40B4-BE49-F238E27FC236}">
                  <a16:creationId xmlns:a16="http://schemas.microsoft.com/office/drawing/2014/main" id="{662499F7-38B5-4C23-93C0-F6965A261041}"/>
                </a:ext>
              </a:extLst>
            </p:cNvPr>
            <p:cNvSpPr/>
            <p:nvPr/>
          </p:nvSpPr>
          <p:spPr>
            <a:xfrm>
              <a:off x="3541705" y="2682748"/>
              <a:ext cx="2655218" cy="950436"/>
            </a:xfrm>
            <a:prstGeom prst="roundRect">
              <a:avLst/>
            </a:prstGeom>
          </p:spPr>
          <p:style>
            <a:lnRef idx="1">
              <a:schemeClr val="accent4"/>
            </a:lnRef>
            <a:fillRef idx="3">
              <a:schemeClr val="accent4"/>
            </a:fillRef>
            <a:effectRef idx="2">
              <a:schemeClr val="accent4"/>
            </a:effectRef>
            <a:fontRef idx="minor">
              <a:schemeClr val="lt1"/>
            </a:fontRef>
          </p:style>
          <p:txBody>
            <a:bodyPr anchor="ctr"/>
            <a:lstStyle/>
            <a:p>
              <a:pPr algn="ctr">
                <a:defRPr/>
              </a:pPr>
              <a:r>
                <a:rPr lang="en-US" sz="2400" dirty="0"/>
                <a:t>Machine Learning Algorithm</a:t>
              </a:r>
            </a:p>
          </p:txBody>
        </p:sp>
        <p:sp>
          <p:nvSpPr>
            <p:cNvPr id="13" name="Cube 12">
              <a:extLst>
                <a:ext uri="{FF2B5EF4-FFF2-40B4-BE49-F238E27FC236}">
                  <a16:creationId xmlns:a16="http://schemas.microsoft.com/office/drawing/2014/main" id="{B1B0A4DF-F211-4255-87DB-124B32D6B866}"/>
                </a:ext>
              </a:extLst>
            </p:cNvPr>
            <p:cNvSpPr/>
            <p:nvPr/>
          </p:nvSpPr>
          <p:spPr>
            <a:xfrm>
              <a:off x="3810009" y="4501090"/>
              <a:ext cx="1941728" cy="908144"/>
            </a:xfrm>
            <a:prstGeom prst="cube">
              <a:avLst/>
            </a:prstGeom>
          </p:spPr>
          <p:style>
            <a:lnRef idx="1">
              <a:schemeClr val="accent5"/>
            </a:lnRef>
            <a:fillRef idx="3">
              <a:schemeClr val="accent5"/>
            </a:fillRef>
            <a:effectRef idx="2">
              <a:schemeClr val="accent5"/>
            </a:effectRef>
            <a:fontRef idx="minor">
              <a:schemeClr val="lt1"/>
            </a:fontRef>
          </p:style>
          <p:txBody>
            <a:bodyPr anchor="ctr"/>
            <a:lstStyle/>
            <a:p>
              <a:pPr algn="ctr">
                <a:defRPr/>
              </a:pPr>
              <a:r>
                <a:rPr lang="en-US" sz="2400" dirty="0"/>
                <a:t>Learned model</a:t>
              </a:r>
            </a:p>
          </p:txBody>
        </p:sp>
        <p:sp>
          <p:nvSpPr>
            <p:cNvPr id="14" name="Bevel 9">
              <a:extLst>
                <a:ext uri="{FF2B5EF4-FFF2-40B4-BE49-F238E27FC236}">
                  <a16:creationId xmlns:a16="http://schemas.microsoft.com/office/drawing/2014/main" id="{21D8AF3C-90B4-406B-A984-4E8AC0B6ABCA}"/>
                </a:ext>
              </a:extLst>
            </p:cNvPr>
            <p:cNvSpPr/>
            <p:nvPr/>
          </p:nvSpPr>
          <p:spPr>
            <a:xfrm>
              <a:off x="6408279" y="4466347"/>
              <a:ext cx="1738396" cy="870304"/>
            </a:xfrm>
            <a:prstGeom prst="bevel">
              <a:avLst/>
            </a:prstGeom>
          </p:spPr>
          <p:style>
            <a:lnRef idx="1">
              <a:schemeClr val="accent3"/>
            </a:lnRef>
            <a:fillRef idx="3">
              <a:schemeClr val="accent3"/>
            </a:fillRef>
            <a:effectRef idx="2">
              <a:schemeClr val="accent3"/>
            </a:effectRef>
            <a:fontRef idx="minor">
              <a:schemeClr val="lt1"/>
            </a:fontRef>
          </p:style>
          <p:txBody>
            <a:bodyPr anchor="ctr"/>
            <a:lstStyle/>
            <a:p>
              <a:pPr algn="ctr">
                <a:defRPr/>
              </a:pPr>
              <a:r>
                <a:rPr lang="en-US" sz="2400" dirty="0"/>
                <a:t>Prediction</a:t>
              </a:r>
            </a:p>
          </p:txBody>
        </p:sp>
        <p:cxnSp>
          <p:nvCxnSpPr>
            <p:cNvPr id="16" name="Straight Arrow Connector 15">
              <a:extLst>
                <a:ext uri="{FF2B5EF4-FFF2-40B4-BE49-F238E27FC236}">
                  <a16:creationId xmlns:a16="http://schemas.microsoft.com/office/drawing/2014/main" id="{5761AFDD-EC8F-4909-9269-5120C1ED7026}"/>
                </a:ext>
              </a:extLst>
            </p:cNvPr>
            <p:cNvCxnSpPr>
              <a:cxnSpLocks/>
              <a:endCxn id="12" idx="1"/>
            </p:cNvCxnSpPr>
            <p:nvPr/>
          </p:nvCxnSpPr>
          <p:spPr>
            <a:xfrm>
              <a:off x="2565872" y="3157966"/>
              <a:ext cx="975833" cy="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18" name="Straight Arrow Connector 17">
              <a:extLst>
                <a:ext uri="{FF2B5EF4-FFF2-40B4-BE49-F238E27FC236}">
                  <a16:creationId xmlns:a16="http://schemas.microsoft.com/office/drawing/2014/main" id="{7A17CE65-3C75-46E4-9367-2A89AEDC869D}"/>
                </a:ext>
              </a:extLst>
            </p:cNvPr>
            <p:cNvCxnSpPr>
              <a:cxnSpLocks/>
            </p:cNvCxnSpPr>
            <p:nvPr/>
          </p:nvCxnSpPr>
          <p:spPr>
            <a:xfrm flipV="1">
              <a:off x="5717951" y="4955162"/>
              <a:ext cx="688876" cy="1"/>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0" name="Straight Arrow Connector 19">
              <a:extLst>
                <a:ext uri="{FF2B5EF4-FFF2-40B4-BE49-F238E27FC236}">
                  <a16:creationId xmlns:a16="http://schemas.microsoft.com/office/drawing/2014/main" id="{18768A28-9CFB-4712-9178-1B9618BD64F7}"/>
                </a:ext>
              </a:extLst>
            </p:cNvPr>
            <p:cNvCxnSpPr>
              <a:stCxn id="12" idx="2"/>
              <a:endCxn id="13" idx="0"/>
            </p:cNvCxnSpPr>
            <p:nvPr/>
          </p:nvCxnSpPr>
          <p:spPr>
            <a:xfrm>
              <a:off x="4869314" y="3633185"/>
              <a:ext cx="12918" cy="867905"/>
            </a:xfrm>
            <a:prstGeom prst="straightConnector1">
              <a:avLst/>
            </a:prstGeom>
            <a:ln w="38100" cmpd="sng">
              <a:tailEnd type="arrow"/>
            </a:ln>
          </p:spPr>
          <p:style>
            <a:lnRef idx="2">
              <a:schemeClr val="dk1"/>
            </a:lnRef>
            <a:fillRef idx="0">
              <a:schemeClr val="dk1"/>
            </a:fillRef>
            <a:effectRef idx="1">
              <a:schemeClr val="dk1"/>
            </a:effectRef>
            <a:fontRef idx="minor">
              <a:schemeClr val="tx1"/>
            </a:fontRef>
          </p:style>
        </p:cxnSp>
        <p:cxnSp>
          <p:nvCxnSpPr>
            <p:cNvPr id="22" name="Straight Connector 21">
              <a:extLst>
                <a:ext uri="{FF2B5EF4-FFF2-40B4-BE49-F238E27FC236}">
                  <a16:creationId xmlns:a16="http://schemas.microsoft.com/office/drawing/2014/main" id="{2F3A88C2-DFE9-44CA-8E4B-C1FC3B66C6C8}"/>
                </a:ext>
              </a:extLst>
            </p:cNvPr>
            <p:cNvCxnSpPr/>
            <p:nvPr/>
          </p:nvCxnSpPr>
          <p:spPr>
            <a:xfrm flipV="1">
              <a:off x="457200" y="4000447"/>
              <a:ext cx="8496300" cy="37840"/>
            </a:xfrm>
            <a:prstGeom prst="line">
              <a:avLst/>
            </a:prstGeom>
          </p:spPr>
          <p:style>
            <a:lnRef idx="2">
              <a:schemeClr val="accent1"/>
            </a:lnRef>
            <a:fillRef idx="0">
              <a:schemeClr val="accent1"/>
            </a:fillRef>
            <a:effectRef idx="1">
              <a:schemeClr val="accent1"/>
            </a:effectRef>
            <a:fontRef idx="minor">
              <a:schemeClr val="tx1"/>
            </a:fontRef>
          </p:style>
        </p:cxnSp>
        <p:sp>
          <p:nvSpPr>
            <p:cNvPr id="23" name="TextBox 15">
              <a:extLst>
                <a:ext uri="{FF2B5EF4-FFF2-40B4-BE49-F238E27FC236}">
                  <a16:creationId xmlns:a16="http://schemas.microsoft.com/office/drawing/2014/main" id="{6101C03D-D222-4D74-B126-29904661C168}"/>
                </a:ext>
              </a:extLst>
            </p:cNvPr>
            <p:cNvSpPr txBox="1">
              <a:spLocks noChangeArrowheads="1"/>
            </p:cNvSpPr>
            <p:nvPr/>
          </p:nvSpPr>
          <p:spPr bwMode="auto">
            <a:xfrm>
              <a:off x="457200" y="3648406"/>
              <a:ext cx="1024517" cy="442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133" b="1" dirty="0">
                  <a:solidFill>
                    <a:schemeClr val="accent2"/>
                  </a:solidFill>
                </a:rPr>
                <a:t>Training</a:t>
              </a:r>
            </a:p>
          </p:txBody>
        </p:sp>
      </p:grpSp>
      <p:sp>
        <p:nvSpPr>
          <p:cNvPr id="24" name="TextBox 23">
            <a:extLst>
              <a:ext uri="{FF2B5EF4-FFF2-40B4-BE49-F238E27FC236}">
                <a16:creationId xmlns:a16="http://schemas.microsoft.com/office/drawing/2014/main" id="{73627587-64F9-4DC6-88DD-20977B5D84FC}"/>
              </a:ext>
            </a:extLst>
          </p:cNvPr>
          <p:cNvSpPr txBox="1">
            <a:spLocks noChangeArrowheads="1"/>
          </p:cNvSpPr>
          <p:nvPr/>
        </p:nvSpPr>
        <p:spPr bwMode="auto">
          <a:xfrm>
            <a:off x="1837026" y="6337773"/>
            <a:ext cx="978666" cy="420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133" b="1" dirty="0">
                <a:solidFill>
                  <a:schemeClr val="accent2"/>
                </a:solidFill>
              </a:rPr>
              <a:t>Testing</a:t>
            </a:r>
          </a:p>
        </p:txBody>
      </p:sp>
      <p:sp>
        <p:nvSpPr>
          <p:cNvPr id="25" name="Can 5">
            <a:extLst>
              <a:ext uri="{FF2B5EF4-FFF2-40B4-BE49-F238E27FC236}">
                <a16:creationId xmlns:a16="http://schemas.microsoft.com/office/drawing/2014/main" id="{1E8670CC-D294-4F64-9F67-96CFB6383175}"/>
              </a:ext>
            </a:extLst>
          </p:cNvPr>
          <p:cNvSpPr/>
          <p:nvPr/>
        </p:nvSpPr>
        <p:spPr bwMode="auto">
          <a:xfrm>
            <a:off x="1384724" y="5257840"/>
            <a:ext cx="2606229" cy="903818"/>
          </a:xfrm>
          <a:prstGeom prst="can">
            <a:avLst/>
          </a:prstGeom>
        </p:spPr>
        <p:style>
          <a:lnRef idx="1">
            <a:schemeClr val="accent6"/>
          </a:lnRef>
          <a:fillRef idx="3">
            <a:schemeClr val="accent6"/>
          </a:fillRef>
          <a:effectRef idx="2">
            <a:schemeClr val="accent6"/>
          </a:effectRef>
          <a:fontRef idx="minor">
            <a:schemeClr val="lt1"/>
          </a:fontRef>
        </p:style>
        <p:txBody>
          <a:bodyPr anchor="ctr"/>
          <a:lstStyle/>
          <a:p>
            <a:pPr algn="ctr">
              <a:defRPr/>
            </a:pPr>
            <a:r>
              <a:rPr lang="en-US" sz="2400" dirty="0"/>
              <a:t>Test Data</a:t>
            </a:r>
          </a:p>
        </p:txBody>
      </p:sp>
      <p:cxnSp>
        <p:nvCxnSpPr>
          <p:cNvPr id="26" name="Straight Arrow Connector 25">
            <a:extLst>
              <a:ext uri="{FF2B5EF4-FFF2-40B4-BE49-F238E27FC236}">
                <a16:creationId xmlns:a16="http://schemas.microsoft.com/office/drawing/2014/main" id="{176D884A-564F-4030-887B-E69E8C913B2A}"/>
              </a:ext>
            </a:extLst>
          </p:cNvPr>
          <p:cNvCxnSpPr>
            <a:cxnSpLocks/>
          </p:cNvCxnSpPr>
          <p:nvPr/>
        </p:nvCxnSpPr>
        <p:spPr bwMode="auto">
          <a:xfrm>
            <a:off x="3977830" y="5696479"/>
            <a:ext cx="1317011" cy="1327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
        <p:nvSpPr>
          <p:cNvPr id="3" name="Slide Number Placeholder 2">
            <a:extLst>
              <a:ext uri="{FF2B5EF4-FFF2-40B4-BE49-F238E27FC236}">
                <a16:creationId xmlns:a16="http://schemas.microsoft.com/office/drawing/2014/main" id="{BE46BF79-8710-4AA5-8FB1-FDC5BA817C8A}"/>
              </a:ext>
            </a:extLst>
          </p:cNvPr>
          <p:cNvSpPr>
            <a:spLocks noGrp="1"/>
          </p:cNvSpPr>
          <p:nvPr>
            <p:ph type="sldNum" sz="quarter" idx="12"/>
          </p:nvPr>
        </p:nvSpPr>
        <p:spPr/>
        <p:txBody>
          <a:bodyPr/>
          <a:lstStyle/>
          <a:p>
            <a:fld id="{F8D9BD54-7BE9-4F3B-8F4A-CE67E3F85104}" type="slidenum">
              <a:rPr lang="en-IN" smtClean="0"/>
              <a:t>3</a:t>
            </a:fld>
            <a:endParaRPr lang="en-IN"/>
          </a:p>
        </p:txBody>
      </p:sp>
      <p:sp>
        <p:nvSpPr>
          <p:cNvPr id="27" name="Title 1">
            <a:extLst>
              <a:ext uri="{FF2B5EF4-FFF2-40B4-BE49-F238E27FC236}">
                <a16:creationId xmlns:a16="http://schemas.microsoft.com/office/drawing/2014/main" id="{DF7D8D68-5CF7-44F2-82DE-88731EF02A32}"/>
              </a:ext>
            </a:extLst>
          </p:cNvPr>
          <p:cNvSpPr txBox="1">
            <a:spLocks/>
          </p:cNvSpPr>
          <p:nvPr/>
        </p:nvSpPr>
        <p:spPr>
          <a:xfrm>
            <a:off x="533400" y="629631"/>
            <a:ext cx="10515600" cy="57858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t>Why Deep learning?</a:t>
            </a:r>
            <a:endParaRPr lang="en-IN" sz="3200" dirty="0"/>
          </a:p>
        </p:txBody>
      </p:sp>
    </p:spTree>
    <p:extLst>
      <p:ext uri="{BB962C8B-B14F-4D97-AF65-F5344CB8AC3E}">
        <p14:creationId xmlns:p14="http://schemas.microsoft.com/office/powerpoint/2010/main" val="1679902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95CD7F63-5203-405D-ACAB-5C3F8CC3A6C1}"/>
              </a:ext>
            </a:extLst>
          </p:cNvPr>
          <p:cNvSpPr txBox="1">
            <a:spLocks/>
          </p:cNvSpPr>
          <p:nvPr/>
        </p:nvSpPr>
        <p:spPr bwMode="auto">
          <a:xfrm>
            <a:off x="699713" y="248038"/>
            <a:ext cx="7063721" cy="1159200"/>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Aft>
                <a:spcPts val="600"/>
              </a:spcAft>
            </a:pPr>
            <a:r>
              <a:rPr lang="en-US" altLang="en-US" sz="4000" b="1" kern="1200" dirty="0">
                <a:solidFill>
                  <a:srgbClr val="FFFFFF"/>
                </a:solidFill>
                <a:latin typeface="+mj-lt"/>
                <a:ea typeface="+mj-ea"/>
                <a:cs typeface="+mj-cs"/>
              </a:rPr>
              <a:t>Deep Learning (DL)</a:t>
            </a:r>
          </a:p>
        </p:txBody>
      </p:sp>
      <p:sp>
        <p:nvSpPr>
          <p:cNvPr id="9" name="Rectangle 8">
            <a:extLst>
              <a:ext uri="{FF2B5EF4-FFF2-40B4-BE49-F238E27FC236}">
                <a16:creationId xmlns:a16="http://schemas.microsoft.com/office/drawing/2014/main" id="{C607BE03-D3F5-4B56-A325-9CDE0376A3A9}"/>
              </a:ext>
            </a:extLst>
          </p:cNvPr>
          <p:cNvSpPr/>
          <p:nvPr/>
        </p:nvSpPr>
        <p:spPr>
          <a:xfrm>
            <a:off x="857251" y="4550760"/>
            <a:ext cx="10096500" cy="152400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sz="2400"/>
          </a:p>
        </p:txBody>
      </p:sp>
      <p:sp>
        <p:nvSpPr>
          <p:cNvPr id="11" name="Rectangle 10">
            <a:extLst>
              <a:ext uri="{FF2B5EF4-FFF2-40B4-BE49-F238E27FC236}">
                <a16:creationId xmlns:a16="http://schemas.microsoft.com/office/drawing/2014/main" id="{B70D2F46-BCD2-4176-9CC5-59B8904018E2}"/>
              </a:ext>
            </a:extLst>
          </p:cNvPr>
          <p:cNvSpPr/>
          <p:nvPr/>
        </p:nvSpPr>
        <p:spPr>
          <a:xfrm>
            <a:off x="857251" y="2455261"/>
            <a:ext cx="10096500" cy="1714500"/>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sz="2400"/>
          </a:p>
        </p:txBody>
      </p:sp>
      <p:graphicFrame>
        <p:nvGraphicFramePr>
          <p:cNvPr id="13" name="Diagram 12">
            <a:extLst>
              <a:ext uri="{FF2B5EF4-FFF2-40B4-BE49-F238E27FC236}">
                <a16:creationId xmlns:a16="http://schemas.microsoft.com/office/drawing/2014/main" id="{6864B220-34D3-47FF-9D49-2EE555F4A363}"/>
              </a:ext>
            </a:extLst>
          </p:cNvPr>
          <p:cNvGraphicFramePr/>
          <p:nvPr/>
        </p:nvGraphicFramePr>
        <p:xfrm>
          <a:off x="1619219" y="1502744"/>
          <a:ext cx="8413752" cy="413809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5" name="Diagram 14">
            <a:extLst>
              <a:ext uri="{FF2B5EF4-FFF2-40B4-BE49-F238E27FC236}">
                <a16:creationId xmlns:a16="http://schemas.microsoft.com/office/drawing/2014/main" id="{763ED678-C675-4B1C-A16F-A3B80286E0CD}"/>
              </a:ext>
            </a:extLst>
          </p:cNvPr>
          <p:cNvGraphicFramePr/>
          <p:nvPr/>
        </p:nvGraphicFramePr>
        <p:xfrm>
          <a:off x="1523968" y="4550766"/>
          <a:ext cx="8572560" cy="1333485"/>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16" name="TextBox 17">
            <a:extLst>
              <a:ext uri="{FF2B5EF4-FFF2-40B4-BE49-F238E27FC236}">
                <a16:creationId xmlns:a16="http://schemas.microsoft.com/office/drawing/2014/main" id="{C231B319-D9F5-4EE2-A085-8AD14C106BCA}"/>
              </a:ext>
            </a:extLst>
          </p:cNvPr>
          <p:cNvSpPr txBox="1">
            <a:spLocks noChangeArrowheads="1"/>
          </p:cNvSpPr>
          <p:nvPr/>
        </p:nvSpPr>
        <p:spPr bwMode="auto">
          <a:xfrm>
            <a:off x="4286251" y="3788760"/>
            <a:ext cx="2952749" cy="420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IN" altLang="en-US" sz="2133">
                <a:solidFill>
                  <a:srgbClr val="FF0000"/>
                </a:solidFill>
                <a:latin typeface="Cambria" panose="02040503050406030204" pitchFamily="18" charset="0"/>
              </a:rPr>
              <a:t>Costs lot of time</a:t>
            </a:r>
            <a:endParaRPr lang="en-IN" altLang="en-US" sz="2400">
              <a:solidFill>
                <a:srgbClr val="FF0000"/>
              </a:solidFill>
              <a:latin typeface="Cambria" panose="02040503050406030204" pitchFamily="18" charset="0"/>
            </a:endParaRPr>
          </a:p>
        </p:txBody>
      </p:sp>
      <p:sp>
        <p:nvSpPr>
          <p:cNvPr id="12" name="Title 1">
            <a:extLst>
              <a:ext uri="{FF2B5EF4-FFF2-40B4-BE49-F238E27FC236}">
                <a16:creationId xmlns:a16="http://schemas.microsoft.com/office/drawing/2014/main" id="{661044A5-CA89-48AA-9CE6-C7F0E9CE1503}"/>
              </a:ext>
            </a:extLst>
          </p:cNvPr>
          <p:cNvSpPr txBox="1">
            <a:spLocks/>
          </p:cNvSpPr>
          <p:nvPr/>
        </p:nvSpPr>
        <p:spPr>
          <a:xfrm>
            <a:off x="438151" y="684458"/>
            <a:ext cx="10515600" cy="578581"/>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t>Why Deep learning?</a:t>
            </a:r>
            <a:endParaRPr lang="en-IN" sz="3200" dirty="0"/>
          </a:p>
        </p:txBody>
      </p:sp>
    </p:spTree>
    <p:extLst>
      <p:ext uri="{BB962C8B-B14F-4D97-AF65-F5344CB8AC3E}">
        <p14:creationId xmlns:p14="http://schemas.microsoft.com/office/powerpoint/2010/main" val="33206677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F76B3E1-76DD-4B00-9FB5-4EDB963D9A44}"/>
              </a:ext>
            </a:extLst>
          </p:cNvPr>
          <p:cNvPicPr>
            <a:picLocks noChangeAspect="1"/>
          </p:cNvPicPr>
          <p:nvPr/>
        </p:nvPicPr>
        <p:blipFill rotWithShape="1">
          <a:blip r:embed="rId3"/>
          <a:srcRect l="4358" t="42158" r="27838" b="18195"/>
          <a:stretch/>
        </p:blipFill>
        <p:spPr>
          <a:xfrm>
            <a:off x="127311" y="2113614"/>
            <a:ext cx="7407343" cy="2436352"/>
          </a:xfrm>
          <a:prstGeom prst="rect">
            <a:avLst/>
          </a:prstGeom>
        </p:spPr>
      </p:pic>
      <p:sp>
        <p:nvSpPr>
          <p:cNvPr id="28" name="Rectangle 27">
            <a:extLst>
              <a:ext uri="{FF2B5EF4-FFF2-40B4-BE49-F238E27FC236}">
                <a16:creationId xmlns:a16="http://schemas.microsoft.com/office/drawing/2014/main" id="{F5493CFF-E43B-4B10-ACE1-C8A1246629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29873" y="0"/>
            <a:ext cx="4062127"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Title 1">
            <a:extLst>
              <a:ext uri="{FF2B5EF4-FFF2-40B4-BE49-F238E27FC236}">
                <a16:creationId xmlns:a16="http://schemas.microsoft.com/office/drawing/2014/main" id="{95CD7F63-5203-405D-ACAB-5C3F8CC3A6C1}"/>
              </a:ext>
            </a:extLst>
          </p:cNvPr>
          <p:cNvSpPr txBox="1">
            <a:spLocks/>
          </p:cNvSpPr>
          <p:nvPr/>
        </p:nvSpPr>
        <p:spPr bwMode="auto">
          <a:xfrm>
            <a:off x="8502650" y="643467"/>
            <a:ext cx="3117850" cy="255638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altLang="en-US" sz="4800" b="1" i="0" u="none" strike="noStrike" kern="1200" cap="none" spc="0" normalizeH="0" baseline="0" noProof="0">
                <a:ln>
                  <a:noFill/>
                </a:ln>
                <a:solidFill>
                  <a:prstClr val="white"/>
                </a:solidFill>
                <a:effectLst/>
                <a:uLnTx/>
                <a:uFillTx/>
                <a:latin typeface="Calibri Light" panose="020F0302020204030204"/>
                <a:ea typeface="+mj-ea"/>
                <a:cs typeface="+mj-cs"/>
              </a:rPr>
              <a:t>Deep Learning</a:t>
            </a:r>
          </a:p>
        </p:txBody>
      </p:sp>
      <p:sp>
        <p:nvSpPr>
          <p:cNvPr id="9" name="TextBox 8">
            <a:extLst>
              <a:ext uri="{FF2B5EF4-FFF2-40B4-BE49-F238E27FC236}">
                <a16:creationId xmlns:a16="http://schemas.microsoft.com/office/drawing/2014/main" id="{516E2317-C234-4571-B190-8D7FB5CEB7AA}"/>
              </a:ext>
            </a:extLst>
          </p:cNvPr>
          <p:cNvSpPr txBox="1"/>
          <p:nvPr/>
        </p:nvSpPr>
        <p:spPr>
          <a:xfrm>
            <a:off x="8502649" y="3358608"/>
            <a:ext cx="3045883" cy="2831273"/>
          </a:xfrm>
          <a:prstGeom prst="rect">
            <a:avLst/>
          </a:prstGeom>
        </p:spPr>
        <p:txBody>
          <a:bodyPr vert="horz" lIns="91440" tIns="45720" rIns="91440" bIns="45720" rtlCol="0">
            <a:normAutofit/>
          </a:bodyPr>
          <a:lstStyle/>
          <a:p>
            <a:pPr marL="0" marR="0" lvl="0" indent="-228600" algn="l" defTabSz="914400" rtl="0" eaLnBrk="1" fontAlgn="auto" latinLnBrk="0" hangingPunct="1">
              <a:lnSpc>
                <a:spcPct val="90000"/>
              </a:lnSpc>
              <a:spcBef>
                <a:spcPts val="0"/>
              </a:spcBef>
              <a:spcAft>
                <a:spcPts val="600"/>
              </a:spcAft>
              <a:buClrTx/>
              <a:buSzTx/>
              <a:buFont typeface="Arial" panose="020B0604020202020204" pitchFamily="34" charset="0"/>
              <a:buChar char="•"/>
              <a:tabLst/>
              <a:defRPr/>
            </a:pPr>
            <a:r>
              <a:rPr kumimoji="0" lang="en-US" sz="1800" b="0" i="0" u="none" strike="noStrike" kern="1200" cap="none" spc="0" normalizeH="0" baseline="0" noProof="0">
                <a:ln>
                  <a:noFill/>
                </a:ln>
                <a:solidFill>
                  <a:prstClr val="white"/>
                </a:solidFill>
                <a:effectLst/>
                <a:uLnTx/>
                <a:uFillTx/>
                <a:latin typeface="Calibri" panose="020F0502020204030204"/>
                <a:ea typeface="+mn-ea"/>
                <a:cs typeface="+mn-cs"/>
              </a:rPr>
              <a:t>Deep learning uses its multiple layers to learn these hierarchical features, so that it can apply machine learning on it to take decisions</a:t>
            </a:r>
          </a:p>
        </p:txBody>
      </p:sp>
    </p:spTree>
    <p:extLst>
      <p:ext uri="{BB962C8B-B14F-4D97-AF65-F5344CB8AC3E}">
        <p14:creationId xmlns:p14="http://schemas.microsoft.com/office/powerpoint/2010/main" val="30216654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pic>
        <p:nvPicPr>
          <p:cNvPr id="137" name="Google Shape;137;g1d53a6d1b95_0_16"/>
          <p:cNvPicPr preferRelativeResize="0"/>
          <p:nvPr/>
        </p:nvPicPr>
        <p:blipFill rotWithShape="1">
          <a:blip r:embed="rId3">
            <a:alphaModFix/>
          </a:blip>
          <a:srcRect/>
          <a:stretch/>
        </p:blipFill>
        <p:spPr>
          <a:xfrm>
            <a:off x="1319134" y="1670551"/>
            <a:ext cx="1191656" cy="1506690"/>
          </a:xfrm>
          <a:prstGeom prst="rect">
            <a:avLst/>
          </a:prstGeom>
          <a:noFill/>
          <a:ln>
            <a:noFill/>
          </a:ln>
        </p:spPr>
      </p:pic>
      <p:sp>
        <p:nvSpPr>
          <p:cNvPr id="138" name="Google Shape;138;g1d53a6d1b95_0_16"/>
          <p:cNvSpPr txBox="1"/>
          <p:nvPr/>
        </p:nvSpPr>
        <p:spPr>
          <a:xfrm>
            <a:off x="10496760" y="2223000"/>
            <a:ext cx="628920" cy="569160"/>
          </a:xfrm>
          <a:prstGeom prst="rect">
            <a:avLst/>
          </a:prstGeom>
          <a:noFill/>
          <a:ln>
            <a:noFill/>
          </a:ln>
        </p:spPr>
        <p:txBody>
          <a:bodyPr spcFirstLastPara="1" wrap="square" lIns="109710" tIns="109710" rIns="109710" bIns="10971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r>
              <a:rPr kumimoji="0" lang="en" sz="2160" b="1" i="0" u="none" strike="noStrike" kern="1200" cap="none" spc="0" normalizeH="0" baseline="0" noProof="0">
                <a:ln>
                  <a:noFill/>
                </a:ln>
                <a:solidFill>
                  <a:srgbClr val="000000"/>
                </a:solidFill>
                <a:effectLst/>
                <a:uLnTx/>
                <a:uFillTx/>
                <a:latin typeface="Arial"/>
                <a:ea typeface="Arial"/>
                <a:cs typeface="Arial"/>
                <a:sym typeface="Arial"/>
              </a:rPr>
              <a:t>cat</a:t>
            </a:r>
            <a:endParaRPr kumimoji="0" sz="2160" b="1"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139" name="Google Shape;139;g1d53a6d1b95_0_16"/>
          <p:cNvSpPr txBox="1"/>
          <p:nvPr/>
        </p:nvSpPr>
        <p:spPr>
          <a:xfrm>
            <a:off x="1506330" y="844900"/>
            <a:ext cx="5531760" cy="569160"/>
          </a:xfrm>
          <a:prstGeom prst="rect">
            <a:avLst/>
          </a:prstGeom>
          <a:noFill/>
          <a:ln>
            <a:noFill/>
          </a:ln>
        </p:spPr>
        <p:txBody>
          <a:bodyPr spcFirstLastPara="1" wrap="square" lIns="109710" tIns="109710" rIns="109710" bIns="10971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2400"/>
              <a:buFontTx/>
              <a:buNone/>
              <a:tabLst/>
              <a:defRPr/>
            </a:pPr>
            <a:r>
              <a:rPr kumimoji="0" lang="en" sz="2880" b="0" i="0" u="none" strike="noStrike" kern="1200" cap="none" spc="0" normalizeH="0" baseline="0" noProof="0">
                <a:ln>
                  <a:noFill/>
                </a:ln>
                <a:solidFill>
                  <a:srgbClr val="000000"/>
                </a:solidFill>
                <a:effectLst/>
                <a:uLnTx/>
                <a:uFillTx/>
                <a:latin typeface="Arial"/>
                <a:ea typeface="Arial"/>
                <a:cs typeface="Arial"/>
                <a:sym typeface="Arial"/>
              </a:rPr>
              <a:t>“Traditional” machine learning:</a:t>
            </a:r>
            <a:endParaRPr kumimoji="0" sz="288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140" name="Google Shape;140;g1d53a6d1b95_0_16"/>
          <p:cNvSpPr/>
          <p:nvPr/>
        </p:nvSpPr>
        <p:spPr>
          <a:xfrm>
            <a:off x="2985330" y="2022400"/>
            <a:ext cx="1781640" cy="970560"/>
          </a:xfrm>
          <a:prstGeom prst="roundRect">
            <a:avLst>
              <a:gd name="adj" fmla="val 16667"/>
            </a:avLst>
          </a:prstGeom>
          <a:solidFill>
            <a:srgbClr val="D9D9D9"/>
          </a:solidFill>
          <a:ln w="19050" cap="flat" cmpd="sng">
            <a:solidFill>
              <a:schemeClr val="dk2"/>
            </a:solidFill>
            <a:prstDash val="solid"/>
            <a:round/>
            <a:headEnd type="none" w="sm" len="sm"/>
            <a:tailEnd type="none" w="sm" len="sm"/>
          </a:ln>
        </p:spPr>
        <p:txBody>
          <a:bodyPr spcFirstLastPara="1" wrap="square" lIns="109710" tIns="109710" rIns="109710" bIns="10971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Tx/>
              <a:buNone/>
              <a:tabLst/>
              <a:defRPr/>
            </a:pPr>
            <a:r>
              <a:rPr kumimoji="0" lang="en" sz="2160" b="0" i="0" u="none" strike="noStrike" kern="1200" cap="none" spc="0" normalizeH="0" baseline="0" noProof="0">
                <a:ln>
                  <a:noFill/>
                </a:ln>
                <a:solidFill>
                  <a:srgbClr val="000000"/>
                </a:solidFill>
                <a:effectLst/>
                <a:uLnTx/>
                <a:uFillTx/>
                <a:latin typeface="Arial"/>
                <a:ea typeface="Arial"/>
                <a:cs typeface="Arial"/>
                <a:sym typeface="Arial"/>
              </a:rPr>
              <a:t>handcrafted features</a:t>
            </a:r>
            <a:endParaRPr kumimoji="0" sz="2160" b="0"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141" name="Google Shape;141;g1d53a6d1b95_0_16"/>
          <p:cNvSpPr/>
          <p:nvPr/>
        </p:nvSpPr>
        <p:spPr>
          <a:xfrm>
            <a:off x="8429430" y="2022400"/>
            <a:ext cx="1551600" cy="970560"/>
          </a:xfrm>
          <a:prstGeom prst="roundRect">
            <a:avLst>
              <a:gd name="adj" fmla="val 16667"/>
            </a:avLst>
          </a:prstGeom>
          <a:solidFill>
            <a:schemeClr val="dk2"/>
          </a:solidFill>
          <a:ln w="19050" cap="flat" cmpd="sng">
            <a:solidFill>
              <a:srgbClr val="000000"/>
            </a:solidFill>
            <a:prstDash val="solid"/>
            <a:round/>
            <a:headEnd type="none" w="sm" len="sm"/>
            <a:tailEnd type="none" w="sm" len="sm"/>
          </a:ln>
        </p:spPr>
        <p:txBody>
          <a:bodyPr spcFirstLastPara="1" wrap="square" lIns="109710" tIns="109710" rIns="109710" bIns="10971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Tx/>
              <a:buNone/>
              <a:tabLst/>
              <a:defRPr/>
            </a:pPr>
            <a:r>
              <a:rPr kumimoji="0" lang="en" sz="2160" b="0" i="0" u="none" strike="noStrike" kern="1200" cap="none" spc="0" normalizeH="0" baseline="0" noProof="0">
                <a:ln>
                  <a:noFill/>
                </a:ln>
                <a:solidFill>
                  <a:prstClr val="white"/>
                </a:solidFill>
                <a:effectLst/>
                <a:uLnTx/>
                <a:uFillTx/>
                <a:latin typeface="Arial"/>
                <a:ea typeface="Arial"/>
                <a:cs typeface="Arial"/>
                <a:sym typeface="Arial"/>
              </a:rPr>
              <a:t>learned classifier</a:t>
            </a:r>
            <a:endParaRPr kumimoji="0" sz="2160" b="0" i="0" u="none" strike="noStrike" kern="1200" cap="none" spc="0" normalizeH="0" baseline="0" noProof="0">
              <a:ln>
                <a:noFill/>
              </a:ln>
              <a:solidFill>
                <a:prstClr val="white"/>
              </a:solidFill>
              <a:effectLst/>
              <a:uLnTx/>
              <a:uFillTx/>
              <a:latin typeface="Arial"/>
              <a:ea typeface="Arial"/>
              <a:cs typeface="Arial"/>
              <a:sym typeface="Arial"/>
            </a:endParaRPr>
          </a:p>
        </p:txBody>
      </p:sp>
      <p:cxnSp>
        <p:nvCxnSpPr>
          <p:cNvPr id="142" name="Google Shape;142;g1d53a6d1b95_0_16"/>
          <p:cNvCxnSpPr>
            <a:endCxn id="140" idx="1"/>
          </p:cNvCxnSpPr>
          <p:nvPr/>
        </p:nvCxnSpPr>
        <p:spPr>
          <a:xfrm rot="10800000" flipH="1">
            <a:off x="2542890" y="2507680"/>
            <a:ext cx="442440" cy="6480"/>
          </a:xfrm>
          <a:prstGeom prst="straightConnector1">
            <a:avLst/>
          </a:prstGeom>
          <a:noFill/>
          <a:ln w="28575" cap="flat" cmpd="sng">
            <a:solidFill>
              <a:schemeClr val="dk2"/>
            </a:solidFill>
            <a:prstDash val="solid"/>
            <a:round/>
            <a:headEnd type="none" w="sm" len="sm"/>
            <a:tailEnd type="triangle" w="med" len="med"/>
          </a:ln>
        </p:spPr>
      </p:cxnSp>
      <p:cxnSp>
        <p:nvCxnSpPr>
          <p:cNvPr id="143" name="Google Shape;143;g1d53a6d1b95_0_16"/>
          <p:cNvCxnSpPr>
            <a:stCxn id="140" idx="3"/>
            <a:endCxn id="141" idx="1"/>
          </p:cNvCxnSpPr>
          <p:nvPr/>
        </p:nvCxnSpPr>
        <p:spPr>
          <a:xfrm>
            <a:off x="4766970" y="2507680"/>
            <a:ext cx="3662640" cy="0"/>
          </a:xfrm>
          <a:prstGeom prst="straightConnector1">
            <a:avLst/>
          </a:prstGeom>
          <a:noFill/>
          <a:ln w="28575" cap="flat" cmpd="sng">
            <a:solidFill>
              <a:schemeClr val="dk2"/>
            </a:solidFill>
            <a:prstDash val="solid"/>
            <a:round/>
            <a:headEnd type="none" w="sm" len="sm"/>
            <a:tailEnd type="triangle" w="med" len="med"/>
          </a:ln>
        </p:spPr>
      </p:cxnSp>
      <p:cxnSp>
        <p:nvCxnSpPr>
          <p:cNvPr id="144" name="Google Shape;144;g1d53a6d1b95_0_16"/>
          <p:cNvCxnSpPr>
            <a:stCxn id="141" idx="3"/>
            <a:endCxn id="138" idx="1"/>
          </p:cNvCxnSpPr>
          <p:nvPr/>
        </p:nvCxnSpPr>
        <p:spPr>
          <a:xfrm>
            <a:off x="9981030" y="2507680"/>
            <a:ext cx="515880" cy="0"/>
          </a:xfrm>
          <a:prstGeom prst="straightConnector1">
            <a:avLst/>
          </a:prstGeom>
          <a:noFill/>
          <a:ln w="28575" cap="flat" cmpd="sng">
            <a:solidFill>
              <a:schemeClr val="dk2"/>
            </a:solidFill>
            <a:prstDash val="solid"/>
            <a:round/>
            <a:headEnd type="none" w="sm" len="sm"/>
            <a:tailEnd type="triangle" w="med" len="med"/>
          </a:ln>
        </p:spPr>
      </p:cxnSp>
      <p:pic>
        <p:nvPicPr>
          <p:cNvPr id="145" name="Google Shape;145;g1d53a6d1b95_0_16"/>
          <p:cNvPicPr preferRelativeResize="0"/>
          <p:nvPr/>
        </p:nvPicPr>
        <p:blipFill rotWithShape="1">
          <a:blip r:embed="rId3">
            <a:alphaModFix/>
          </a:blip>
          <a:srcRect/>
          <a:stretch/>
        </p:blipFill>
        <p:spPr>
          <a:xfrm>
            <a:off x="1319134" y="4541217"/>
            <a:ext cx="1191656" cy="1506690"/>
          </a:xfrm>
          <a:prstGeom prst="rect">
            <a:avLst/>
          </a:prstGeom>
          <a:noFill/>
          <a:ln>
            <a:noFill/>
          </a:ln>
        </p:spPr>
      </p:pic>
      <p:sp>
        <p:nvSpPr>
          <p:cNvPr id="146" name="Google Shape;146;g1d53a6d1b95_0_16"/>
          <p:cNvSpPr txBox="1"/>
          <p:nvPr/>
        </p:nvSpPr>
        <p:spPr>
          <a:xfrm>
            <a:off x="10496760" y="5093666"/>
            <a:ext cx="628920" cy="569160"/>
          </a:xfrm>
          <a:prstGeom prst="rect">
            <a:avLst/>
          </a:prstGeom>
          <a:noFill/>
          <a:ln>
            <a:noFill/>
          </a:ln>
        </p:spPr>
        <p:txBody>
          <a:bodyPr spcFirstLastPara="1" wrap="square" lIns="109710" tIns="109710" rIns="109710" bIns="10971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Tx/>
              <a:buNone/>
              <a:tabLst/>
              <a:defRPr/>
            </a:pPr>
            <a:r>
              <a:rPr kumimoji="0" lang="en" sz="2160" b="1" i="0" u="none" strike="noStrike" kern="1200" cap="none" spc="0" normalizeH="0" baseline="0" noProof="0">
                <a:ln>
                  <a:noFill/>
                </a:ln>
                <a:solidFill>
                  <a:srgbClr val="000000"/>
                </a:solidFill>
                <a:effectLst/>
                <a:uLnTx/>
                <a:uFillTx/>
                <a:latin typeface="Arial"/>
                <a:ea typeface="Arial"/>
                <a:cs typeface="Arial"/>
                <a:sym typeface="Arial"/>
              </a:rPr>
              <a:t>cat</a:t>
            </a:r>
            <a:endParaRPr kumimoji="0" sz="2160" b="1" i="0" u="none" strike="noStrike" kern="1200" cap="none" spc="0" normalizeH="0" baseline="0" noProof="0">
              <a:ln>
                <a:noFill/>
              </a:ln>
              <a:solidFill>
                <a:srgbClr val="000000"/>
              </a:solidFill>
              <a:effectLst/>
              <a:uLnTx/>
              <a:uFillTx/>
              <a:latin typeface="Arial"/>
              <a:ea typeface="Arial"/>
              <a:cs typeface="Arial"/>
              <a:sym typeface="Arial"/>
            </a:endParaRPr>
          </a:p>
        </p:txBody>
      </p:sp>
      <p:sp>
        <p:nvSpPr>
          <p:cNvPr id="147" name="Google Shape;147;g1d53a6d1b95_0_16"/>
          <p:cNvSpPr txBox="1"/>
          <p:nvPr/>
        </p:nvSpPr>
        <p:spPr>
          <a:xfrm>
            <a:off x="1506330" y="3715567"/>
            <a:ext cx="5531760" cy="569160"/>
          </a:xfrm>
          <a:prstGeom prst="rect">
            <a:avLst/>
          </a:prstGeom>
          <a:noFill/>
          <a:ln>
            <a:noFill/>
          </a:ln>
        </p:spPr>
        <p:txBody>
          <a:bodyPr spcFirstLastPara="1" wrap="square" lIns="109710" tIns="109710" rIns="109710" bIns="10971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2400"/>
              <a:buFontTx/>
              <a:buNone/>
              <a:tabLst/>
              <a:defRPr/>
            </a:pPr>
            <a:r>
              <a:rPr kumimoji="0" lang="en" sz="2880" b="0" i="0" u="none" strike="noStrike" kern="1200" cap="none" spc="0" normalizeH="0" baseline="0" noProof="0">
                <a:ln>
                  <a:noFill/>
                </a:ln>
                <a:solidFill>
                  <a:srgbClr val="000000"/>
                </a:solidFill>
                <a:effectLst/>
                <a:uLnTx/>
                <a:uFillTx/>
                <a:latin typeface="Arial"/>
                <a:ea typeface="Arial"/>
                <a:cs typeface="Arial"/>
                <a:sym typeface="Arial"/>
              </a:rPr>
              <a:t>Deep, “end-to-end” learning:</a:t>
            </a:r>
            <a:endParaRPr kumimoji="0" sz="2880" b="0" i="0" u="none" strike="noStrike" kern="1200" cap="none" spc="0" normalizeH="0" baseline="0" noProof="0">
              <a:ln>
                <a:noFill/>
              </a:ln>
              <a:solidFill>
                <a:srgbClr val="000000"/>
              </a:solidFill>
              <a:effectLst/>
              <a:uLnTx/>
              <a:uFillTx/>
              <a:latin typeface="Arial"/>
              <a:ea typeface="Arial"/>
              <a:cs typeface="Arial"/>
              <a:sym typeface="Arial"/>
            </a:endParaRPr>
          </a:p>
        </p:txBody>
      </p:sp>
      <p:cxnSp>
        <p:nvCxnSpPr>
          <p:cNvPr id="148" name="Google Shape;148;g1d53a6d1b95_0_16"/>
          <p:cNvCxnSpPr/>
          <p:nvPr/>
        </p:nvCxnSpPr>
        <p:spPr>
          <a:xfrm rot="10800000" flipH="1">
            <a:off x="2542890" y="5378186"/>
            <a:ext cx="442440" cy="6480"/>
          </a:xfrm>
          <a:prstGeom prst="straightConnector1">
            <a:avLst/>
          </a:prstGeom>
          <a:noFill/>
          <a:ln w="28575" cap="flat" cmpd="sng">
            <a:solidFill>
              <a:schemeClr val="dk2"/>
            </a:solidFill>
            <a:prstDash val="solid"/>
            <a:round/>
            <a:headEnd type="none" w="sm" len="sm"/>
            <a:tailEnd type="triangle" w="med" len="med"/>
          </a:ln>
        </p:spPr>
      </p:cxnSp>
      <p:cxnSp>
        <p:nvCxnSpPr>
          <p:cNvPr id="149" name="Google Shape;149;g1d53a6d1b95_0_16"/>
          <p:cNvCxnSpPr>
            <a:endCxn id="146" idx="1"/>
          </p:cNvCxnSpPr>
          <p:nvPr/>
        </p:nvCxnSpPr>
        <p:spPr>
          <a:xfrm>
            <a:off x="9980880" y="5378246"/>
            <a:ext cx="515880" cy="0"/>
          </a:xfrm>
          <a:prstGeom prst="straightConnector1">
            <a:avLst/>
          </a:prstGeom>
          <a:noFill/>
          <a:ln w="28575" cap="flat" cmpd="sng">
            <a:solidFill>
              <a:schemeClr val="dk2"/>
            </a:solidFill>
            <a:prstDash val="solid"/>
            <a:round/>
            <a:headEnd type="none" w="sm" len="sm"/>
            <a:tailEnd type="triangle" w="med" len="med"/>
          </a:ln>
        </p:spPr>
      </p:cxnSp>
      <p:sp>
        <p:nvSpPr>
          <p:cNvPr id="150" name="Google Shape;150;g1d53a6d1b95_0_16"/>
          <p:cNvSpPr/>
          <p:nvPr/>
        </p:nvSpPr>
        <p:spPr>
          <a:xfrm>
            <a:off x="6630106" y="4793467"/>
            <a:ext cx="1551600" cy="1169640"/>
          </a:xfrm>
          <a:prstGeom prst="roundRect">
            <a:avLst>
              <a:gd name="adj" fmla="val 16667"/>
            </a:avLst>
          </a:prstGeom>
          <a:solidFill>
            <a:schemeClr val="dk2"/>
          </a:solidFill>
          <a:ln w="19050" cap="flat" cmpd="sng">
            <a:solidFill>
              <a:srgbClr val="000000"/>
            </a:solidFill>
            <a:prstDash val="solid"/>
            <a:round/>
            <a:headEnd type="none" w="sm" len="sm"/>
            <a:tailEnd type="none" w="sm" len="sm"/>
          </a:ln>
        </p:spPr>
        <p:txBody>
          <a:bodyPr spcFirstLastPara="1" wrap="square" lIns="109710" tIns="109710" rIns="109710" bIns="10971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Tx/>
              <a:buNone/>
              <a:tabLst/>
              <a:defRPr/>
            </a:pPr>
            <a:r>
              <a:rPr kumimoji="0" lang="en" sz="2160" b="0" i="0" u="none" strike="noStrike" kern="1200" cap="none" spc="0" normalizeH="0" baseline="0" noProof="0">
                <a:ln>
                  <a:noFill/>
                </a:ln>
                <a:solidFill>
                  <a:prstClr val="white"/>
                </a:solidFill>
                <a:effectLst/>
                <a:uLnTx/>
                <a:uFillTx/>
                <a:latin typeface="Arial"/>
                <a:ea typeface="Arial"/>
                <a:cs typeface="Arial"/>
                <a:sym typeface="Arial"/>
              </a:rPr>
              <a:t>learned high-level features</a:t>
            </a:r>
            <a:endParaRPr kumimoji="0" sz="2160" b="0" i="0" u="none" strike="noStrike" kern="1200" cap="none" spc="0" normalizeH="0" baseline="0" noProof="0">
              <a:ln>
                <a:noFill/>
              </a:ln>
              <a:solidFill>
                <a:prstClr val="white"/>
              </a:solidFill>
              <a:effectLst/>
              <a:uLnTx/>
              <a:uFillTx/>
              <a:latin typeface="Arial"/>
              <a:ea typeface="Arial"/>
              <a:cs typeface="Arial"/>
              <a:sym typeface="Arial"/>
            </a:endParaRPr>
          </a:p>
        </p:txBody>
      </p:sp>
      <p:sp>
        <p:nvSpPr>
          <p:cNvPr id="151" name="Google Shape;151;g1d53a6d1b95_0_16"/>
          <p:cNvSpPr/>
          <p:nvPr/>
        </p:nvSpPr>
        <p:spPr>
          <a:xfrm>
            <a:off x="4807710" y="4793467"/>
            <a:ext cx="1551600" cy="1169640"/>
          </a:xfrm>
          <a:prstGeom prst="roundRect">
            <a:avLst>
              <a:gd name="adj" fmla="val 16667"/>
            </a:avLst>
          </a:prstGeom>
          <a:solidFill>
            <a:schemeClr val="dk2"/>
          </a:solidFill>
          <a:ln w="19050" cap="flat" cmpd="sng">
            <a:solidFill>
              <a:srgbClr val="000000"/>
            </a:solidFill>
            <a:prstDash val="solid"/>
            <a:round/>
            <a:headEnd type="none" w="sm" len="sm"/>
            <a:tailEnd type="none" w="sm" len="sm"/>
          </a:ln>
        </p:spPr>
        <p:txBody>
          <a:bodyPr spcFirstLastPara="1" wrap="square" lIns="109710" tIns="109710" rIns="109710" bIns="10971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Tx/>
              <a:buNone/>
              <a:tabLst/>
              <a:defRPr/>
            </a:pPr>
            <a:r>
              <a:rPr kumimoji="0" lang="en" sz="2160" b="0" i="0" u="none" strike="noStrike" kern="1200" cap="none" spc="0" normalizeH="0" baseline="0" noProof="0">
                <a:ln>
                  <a:noFill/>
                </a:ln>
                <a:solidFill>
                  <a:prstClr val="white"/>
                </a:solidFill>
                <a:effectLst/>
                <a:uLnTx/>
                <a:uFillTx/>
                <a:latin typeface="Arial"/>
                <a:ea typeface="Arial"/>
                <a:cs typeface="Arial"/>
                <a:sym typeface="Arial"/>
              </a:rPr>
              <a:t>learned mid-level features</a:t>
            </a:r>
            <a:endParaRPr kumimoji="0" sz="2160" b="0" i="0" u="none" strike="noStrike" kern="1200" cap="none" spc="0" normalizeH="0" baseline="0" noProof="0">
              <a:ln>
                <a:noFill/>
              </a:ln>
              <a:solidFill>
                <a:prstClr val="white"/>
              </a:solidFill>
              <a:effectLst/>
              <a:uLnTx/>
              <a:uFillTx/>
              <a:latin typeface="Arial"/>
              <a:ea typeface="Arial"/>
              <a:cs typeface="Arial"/>
              <a:sym typeface="Arial"/>
            </a:endParaRPr>
          </a:p>
        </p:txBody>
      </p:sp>
      <p:sp>
        <p:nvSpPr>
          <p:cNvPr id="152" name="Google Shape;152;g1d53a6d1b95_0_16"/>
          <p:cNvSpPr/>
          <p:nvPr/>
        </p:nvSpPr>
        <p:spPr>
          <a:xfrm>
            <a:off x="2985330" y="4796666"/>
            <a:ext cx="1551600" cy="1169640"/>
          </a:xfrm>
          <a:prstGeom prst="roundRect">
            <a:avLst>
              <a:gd name="adj" fmla="val 16667"/>
            </a:avLst>
          </a:prstGeom>
          <a:solidFill>
            <a:schemeClr val="dk2"/>
          </a:solidFill>
          <a:ln w="19050" cap="flat" cmpd="sng">
            <a:solidFill>
              <a:srgbClr val="000000"/>
            </a:solidFill>
            <a:prstDash val="solid"/>
            <a:round/>
            <a:headEnd type="none" w="sm" len="sm"/>
            <a:tailEnd type="none" w="sm" len="sm"/>
          </a:ln>
        </p:spPr>
        <p:txBody>
          <a:bodyPr spcFirstLastPara="1" wrap="square" lIns="109710" tIns="109710" rIns="109710" bIns="10971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Tx/>
              <a:buNone/>
              <a:tabLst/>
              <a:defRPr/>
            </a:pPr>
            <a:r>
              <a:rPr kumimoji="0" lang="en" sz="2160" b="0" i="0" u="none" strike="noStrike" kern="1200" cap="none" spc="0" normalizeH="0" baseline="0" noProof="0">
                <a:ln>
                  <a:noFill/>
                </a:ln>
                <a:solidFill>
                  <a:prstClr val="white"/>
                </a:solidFill>
                <a:effectLst/>
                <a:uLnTx/>
                <a:uFillTx/>
                <a:latin typeface="Arial"/>
                <a:ea typeface="Arial"/>
                <a:cs typeface="Arial"/>
                <a:sym typeface="Arial"/>
              </a:rPr>
              <a:t>learned low-level features</a:t>
            </a:r>
            <a:endParaRPr kumimoji="0" sz="2160" b="0" i="0" u="none" strike="noStrike" kern="1200" cap="none" spc="0" normalizeH="0" baseline="0" noProof="0">
              <a:ln>
                <a:noFill/>
              </a:ln>
              <a:solidFill>
                <a:prstClr val="white"/>
              </a:solidFill>
              <a:effectLst/>
              <a:uLnTx/>
              <a:uFillTx/>
              <a:latin typeface="Arial"/>
              <a:ea typeface="Arial"/>
              <a:cs typeface="Arial"/>
              <a:sym typeface="Arial"/>
            </a:endParaRPr>
          </a:p>
        </p:txBody>
      </p:sp>
      <p:sp>
        <p:nvSpPr>
          <p:cNvPr id="153" name="Google Shape;153;g1d53a6d1b95_0_16"/>
          <p:cNvSpPr/>
          <p:nvPr/>
        </p:nvSpPr>
        <p:spPr>
          <a:xfrm>
            <a:off x="8429430" y="4896266"/>
            <a:ext cx="1551600" cy="970560"/>
          </a:xfrm>
          <a:prstGeom prst="roundRect">
            <a:avLst>
              <a:gd name="adj" fmla="val 16667"/>
            </a:avLst>
          </a:prstGeom>
          <a:solidFill>
            <a:schemeClr val="dk2"/>
          </a:solidFill>
          <a:ln w="19050" cap="flat" cmpd="sng">
            <a:solidFill>
              <a:srgbClr val="000000"/>
            </a:solidFill>
            <a:prstDash val="solid"/>
            <a:round/>
            <a:headEnd type="none" w="sm" len="sm"/>
            <a:tailEnd type="none" w="sm" len="sm"/>
          </a:ln>
        </p:spPr>
        <p:txBody>
          <a:bodyPr spcFirstLastPara="1" wrap="square" lIns="109710" tIns="109710" rIns="109710" bIns="10971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Tx/>
              <a:buNone/>
              <a:tabLst/>
              <a:defRPr/>
            </a:pPr>
            <a:r>
              <a:rPr kumimoji="0" lang="en" sz="2160" b="0" i="0" u="none" strike="noStrike" kern="1200" cap="none" spc="0" normalizeH="0" baseline="0" noProof="0">
                <a:ln>
                  <a:noFill/>
                </a:ln>
                <a:solidFill>
                  <a:prstClr val="white"/>
                </a:solidFill>
                <a:effectLst/>
                <a:uLnTx/>
                <a:uFillTx/>
                <a:latin typeface="Arial"/>
                <a:ea typeface="Arial"/>
                <a:cs typeface="Arial"/>
                <a:sym typeface="Arial"/>
              </a:rPr>
              <a:t>learned classifier</a:t>
            </a:r>
            <a:endParaRPr kumimoji="0" sz="2160" b="0" i="0" u="none" strike="noStrike" kern="1200" cap="none" spc="0" normalizeH="0" baseline="0" noProof="0">
              <a:ln>
                <a:noFill/>
              </a:ln>
              <a:solidFill>
                <a:prstClr val="white"/>
              </a:solidFill>
              <a:effectLst/>
              <a:uLnTx/>
              <a:uFillTx/>
              <a:latin typeface="Arial"/>
              <a:ea typeface="Arial"/>
              <a:cs typeface="Arial"/>
              <a:sym typeface="Arial"/>
            </a:endParaRPr>
          </a:p>
        </p:txBody>
      </p:sp>
      <p:cxnSp>
        <p:nvCxnSpPr>
          <p:cNvPr id="154" name="Google Shape;154;g1d53a6d1b95_0_16"/>
          <p:cNvCxnSpPr>
            <a:stCxn id="152" idx="3"/>
            <a:endCxn id="151" idx="1"/>
          </p:cNvCxnSpPr>
          <p:nvPr/>
        </p:nvCxnSpPr>
        <p:spPr>
          <a:xfrm rot="10800000" flipH="1">
            <a:off x="4536930" y="5378246"/>
            <a:ext cx="270720" cy="3240"/>
          </a:xfrm>
          <a:prstGeom prst="straightConnector1">
            <a:avLst/>
          </a:prstGeom>
          <a:noFill/>
          <a:ln w="28575" cap="flat" cmpd="sng">
            <a:solidFill>
              <a:schemeClr val="dk2"/>
            </a:solidFill>
            <a:prstDash val="solid"/>
            <a:round/>
            <a:headEnd type="none" w="sm" len="sm"/>
            <a:tailEnd type="triangle" w="med" len="med"/>
          </a:ln>
        </p:spPr>
      </p:cxnSp>
      <p:cxnSp>
        <p:nvCxnSpPr>
          <p:cNvPr id="155" name="Google Shape;155;g1d53a6d1b95_0_16"/>
          <p:cNvCxnSpPr>
            <a:stCxn id="151" idx="3"/>
            <a:endCxn id="150" idx="1"/>
          </p:cNvCxnSpPr>
          <p:nvPr/>
        </p:nvCxnSpPr>
        <p:spPr>
          <a:xfrm>
            <a:off x="6359310" y="5378287"/>
            <a:ext cx="270720" cy="0"/>
          </a:xfrm>
          <a:prstGeom prst="straightConnector1">
            <a:avLst/>
          </a:prstGeom>
          <a:noFill/>
          <a:ln w="28575" cap="flat" cmpd="sng">
            <a:solidFill>
              <a:schemeClr val="dk2"/>
            </a:solidFill>
            <a:prstDash val="solid"/>
            <a:round/>
            <a:headEnd type="none" w="sm" len="sm"/>
            <a:tailEnd type="triangle" w="med" len="med"/>
          </a:ln>
        </p:spPr>
      </p:cxnSp>
      <p:cxnSp>
        <p:nvCxnSpPr>
          <p:cNvPr id="156" name="Google Shape;156;g1d53a6d1b95_0_16"/>
          <p:cNvCxnSpPr>
            <a:stCxn id="150" idx="3"/>
            <a:endCxn id="153" idx="1"/>
          </p:cNvCxnSpPr>
          <p:nvPr/>
        </p:nvCxnSpPr>
        <p:spPr>
          <a:xfrm>
            <a:off x="8181706" y="5378287"/>
            <a:ext cx="247680" cy="3240"/>
          </a:xfrm>
          <a:prstGeom prst="straightConnector1">
            <a:avLst/>
          </a:prstGeom>
          <a:noFill/>
          <a:ln w="28575" cap="flat" cmpd="sng">
            <a:solidFill>
              <a:schemeClr val="dk2"/>
            </a:solidFill>
            <a:prstDash val="solid"/>
            <a:round/>
            <a:headEnd type="none" w="sm" len="sm"/>
            <a:tailEnd type="triangle" w="med" len="med"/>
          </a:ln>
        </p:spPr>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Deep Learning </a:t>
            </a:r>
            <a:r>
              <a:rPr lang="en-US" sz="4000" dirty="0">
                <a:solidFill>
                  <a:srgbClr val="FFFFFF"/>
                </a:solidFill>
              </a:rPr>
              <a:t>applications</a:t>
            </a:r>
            <a:endParaRPr lang="en-US" sz="4000" kern="1200" dirty="0">
              <a:solidFill>
                <a:srgbClr val="FFFFFF"/>
              </a:solidFill>
              <a:latin typeface="+mj-lt"/>
              <a:ea typeface="+mj-ea"/>
              <a:cs typeface="+mj-cs"/>
            </a:endParaRPr>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8" name="Picture 12" descr="cat.jpg">
            <a:extLst>
              <a:ext uri="{FF2B5EF4-FFF2-40B4-BE49-F238E27FC236}">
                <a16:creationId xmlns:a16="http://schemas.microsoft.com/office/drawing/2014/main" id="{4B467921-67BD-4F94-B0C4-70C271FACCE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78875" y="1941613"/>
            <a:ext cx="3048000" cy="247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14" descr="cat2.jpg">
            <a:extLst>
              <a:ext uri="{FF2B5EF4-FFF2-40B4-BE49-F238E27FC236}">
                <a16:creationId xmlns:a16="http://schemas.microsoft.com/office/drawing/2014/main" id="{08F7ABB9-8959-45F6-8878-0796F9C6DDC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489376" y="3834885"/>
            <a:ext cx="3238500" cy="2495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TextBox 17">
            <a:extLst>
              <a:ext uri="{FF2B5EF4-FFF2-40B4-BE49-F238E27FC236}">
                <a16:creationId xmlns:a16="http://schemas.microsoft.com/office/drawing/2014/main" id="{AF203287-4C84-471B-A22C-789982F6C6FE}"/>
              </a:ext>
            </a:extLst>
          </p:cNvPr>
          <p:cNvSpPr txBox="1">
            <a:spLocks noChangeArrowheads="1"/>
          </p:cNvSpPr>
          <p:nvPr/>
        </p:nvSpPr>
        <p:spPr bwMode="auto">
          <a:xfrm>
            <a:off x="3726875" y="1941613"/>
            <a:ext cx="31432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IN" altLang="en-US" sz="2400" b="1" i="0" u="none" strike="noStrike" kern="1200" cap="none" spc="0" normalizeH="0" baseline="0" noProof="0">
                <a:ln>
                  <a:noFill/>
                </a:ln>
                <a:solidFill>
                  <a:srgbClr val="002060"/>
                </a:solidFill>
                <a:effectLst/>
                <a:uLnTx/>
                <a:uFillTx/>
                <a:latin typeface="Cambria" panose="02040503050406030204" pitchFamily="18" charset="0"/>
                <a:ea typeface="+mn-ea"/>
                <a:cs typeface="+mn-cs"/>
              </a:rPr>
              <a:t>Classification</a:t>
            </a:r>
          </a:p>
        </p:txBody>
      </p:sp>
      <p:sp>
        <p:nvSpPr>
          <p:cNvPr id="23" name="TextBox 18">
            <a:extLst>
              <a:ext uri="{FF2B5EF4-FFF2-40B4-BE49-F238E27FC236}">
                <a16:creationId xmlns:a16="http://schemas.microsoft.com/office/drawing/2014/main" id="{5422C549-B911-4991-86BE-DC2FCD4E3032}"/>
              </a:ext>
            </a:extLst>
          </p:cNvPr>
          <p:cNvSpPr txBox="1">
            <a:spLocks noChangeArrowheads="1"/>
          </p:cNvSpPr>
          <p:nvPr/>
        </p:nvSpPr>
        <p:spPr bwMode="auto">
          <a:xfrm>
            <a:off x="4393626" y="3834885"/>
            <a:ext cx="4191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IN" altLang="en-US" sz="2400" b="1" i="0" u="none" strike="noStrike" kern="1200" cap="none" spc="0" normalizeH="0" baseline="0" noProof="0">
                <a:ln>
                  <a:noFill/>
                </a:ln>
                <a:solidFill>
                  <a:srgbClr val="002060"/>
                </a:solidFill>
                <a:effectLst/>
                <a:uLnTx/>
                <a:uFillTx/>
                <a:latin typeface="Cambria" panose="02040503050406030204" pitchFamily="18" charset="0"/>
                <a:ea typeface="+mn-ea"/>
                <a:cs typeface="+mn-cs"/>
              </a:rPr>
              <a:t>Classification + Localization</a:t>
            </a:r>
          </a:p>
        </p:txBody>
      </p:sp>
      <p:sp>
        <p:nvSpPr>
          <p:cNvPr id="3" name="Slide Number Placeholder 2">
            <a:extLst>
              <a:ext uri="{FF2B5EF4-FFF2-40B4-BE49-F238E27FC236}">
                <a16:creationId xmlns:a16="http://schemas.microsoft.com/office/drawing/2014/main" id="{C551699D-CABF-48C6-AC28-77E962863AA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D9BD54-7BE9-4F3B-8F4A-CE67E3F85104}"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155907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167DC2D-0072-445E-8CB3-E53407061CE7}"/>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kern="1200" dirty="0">
                <a:solidFill>
                  <a:srgbClr val="FFFFFF"/>
                </a:solidFill>
                <a:latin typeface="+mj-lt"/>
                <a:ea typeface="+mj-ea"/>
                <a:cs typeface="+mj-cs"/>
              </a:rPr>
              <a:t>Deep Learning </a:t>
            </a:r>
            <a:r>
              <a:rPr lang="en-US" sz="4000" dirty="0">
                <a:solidFill>
                  <a:srgbClr val="FFFFFF"/>
                </a:solidFill>
              </a:rPr>
              <a:t>applications</a:t>
            </a:r>
            <a:endParaRPr lang="en-US" sz="4000" kern="1200" dirty="0">
              <a:solidFill>
                <a:srgbClr val="FFFFFF"/>
              </a:solidFill>
              <a:latin typeface="+mj-lt"/>
              <a:ea typeface="+mj-ea"/>
              <a:cs typeface="+mj-cs"/>
            </a:endParaRPr>
          </a:p>
        </p:txBody>
      </p:sp>
      <p:sp>
        <p:nvSpPr>
          <p:cNvPr id="6" name="Content Placeholder 2">
            <a:extLst>
              <a:ext uri="{FF2B5EF4-FFF2-40B4-BE49-F238E27FC236}">
                <a16:creationId xmlns:a16="http://schemas.microsoft.com/office/drawing/2014/main" id="{98E0FE6E-8F22-4B9F-9E9F-E2B694DC96D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2" name="Picture 15" descr="cat3.jpg">
            <a:extLst>
              <a:ext uri="{FF2B5EF4-FFF2-40B4-BE49-F238E27FC236}">
                <a16:creationId xmlns:a16="http://schemas.microsoft.com/office/drawing/2014/main" id="{0A9753D0-C779-4039-8A27-6C38ADB4CA2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683854"/>
            <a:ext cx="3100917" cy="2381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9">
            <a:extLst>
              <a:ext uri="{FF2B5EF4-FFF2-40B4-BE49-F238E27FC236}">
                <a16:creationId xmlns:a16="http://schemas.microsoft.com/office/drawing/2014/main" id="{B0ADA669-73A1-416E-BE76-80B517CD7BE0}"/>
              </a:ext>
            </a:extLst>
          </p:cNvPr>
          <p:cNvSpPr txBox="1">
            <a:spLocks noChangeArrowheads="1"/>
          </p:cNvSpPr>
          <p:nvPr/>
        </p:nvSpPr>
        <p:spPr bwMode="auto">
          <a:xfrm>
            <a:off x="3810000" y="1683855"/>
            <a:ext cx="31432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IN" altLang="en-US" sz="2400" b="1" i="0" u="none" strike="noStrike" kern="1200" cap="none" spc="0" normalizeH="0" baseline="0" noProof="0" dirty="0">
                <a:ln>
                  <a:noFill/>
                </a:ln>
                <a:solidFill>
                  <a:srgbClr val="002060"/>
                </a:solidFill>
                <a:effectLst/>
                <a:uLnTx/>
                <a:uFillTx/>
                <a:latin typeface="Cambria" panose="02040503050406030204" pitchFamily="18" charset="0"/>
                <a:ea typeface="+mn-ea"/>
                <a:cs typeface="+mn-cs"/>
              </a:rPr>
              <a:t>Object Detection</a:t>
            </a:r>
          </a:p>
        </p:txBody>
      </p:sp>
      <p:sp>
        <p:nvSpPr>
          <p:cNvPr id="24" name="TextBox 9">
            <a:extLst>
              <a:ext uri="{FF2B5EF4-FFF2-40B4-BE49-F238E27FC236}">
                <a16:creationId xmlns:a16="http://schemas.microsoft.com/office/drawing/2014/main" id="{91DBE2FA-CD27-48B7-B91E-4D0727DCCC45}"/>
              </a:ext>
            </a:extLst>
          </p:cNvPr>
          <p:cNvSpPr txBox="1">
            <a:spLocks noChangeArrowheads="1"/>
          </p:cNvSpPr>
          <p:nvPr/>
        </p:nvSpPr>
        <p:spPr bwMode="auto">
          <a:xfrm>
            <a:off x="3974122" y="4802188"/>
            <a:ext cx="314325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IN" altLang="en-US" sz="2400" b="1" i="0" u="none" strike="noStrike" kern="1200" cap="none" spc="0" normalizeH="0" baseline="0" noProof="0" dirty="0">
                <a:ln>
                  <a:noFill/>
                </a:ln>
                <a:solidFill>
                  <a:srgbClr val="002060"/>
                </a:solidFill>
                <a:effectLst/>
                <a:uLnTx/>
                <a:uFillTx/>
                <a:latin typeface="Cambria" panose="02040503050406030204" pitchFamily="18" charset="0"/>
                <a:ea typeface="+mn-ea"/>
                <a:cs typeface="+mn-cs"/>
              </a:rPr>
              <a:t>Speech Recognition</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IN" altLang="en-US" sz="2400" b="1" i="0" u="none" strike="noStrike" kern="1200" cap="none" spc="0" normalizeH="0" baseline="0" noProof="0" dirty="0">
                <a:ln>
                  <a:noFill/>
                </a:ln>
                <a:solidFill>
                  <a:srgbClr val="002060"/>
                </a:solidFill>
                <a:effectLst/>
                <a:uLnTx/>
                <a:uFillTx/>
                <a:latin typeface="Cambria" panose="02040503050406030204" pitchFamily="18" charset="0"/>
                <a:ea typeface="+mn-ea"/>
                <a:cs typeface="+mn-cs"/>
              </a:rPr>
              <a:t>Voice assistant</a:t>
            </a:r>
          </a:p>
        </p:txBody>
      </p:sp>
      <p:pic>
        <p:nvPicPr>
          <p:cNvPr id="25" name="Picture 11" descr="speech.png">
            <a:extLst>
              <a:ext uri="{FF2B5EF4-FFF2-40B4-BE49-F238E27FC236}">
                <a16:creationId xmlns:a16="http://schemas.microsoft.com/office/drawing/2014/main" id="{846D8241-B512-45C1-A294-312BEA2C3D9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40995" y="4376831"/>
            <a:ext cx="3175000" cy="2381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descr="A picture containing outdoor, street, city&#10;&#10;Description automatically generated">
            <a:extLst>
              <a:ext uri="{FF2B5EF4-FFF2-40B4-BE49-F238E27FC236}">
                <a16:creationId xmlns:a16="http://schemas.microsoft.com/office/drawing/2014/main" id="{7C1264ED-A5FA-4554-B3BC-9E45CED12BA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71609" y="2694049"/>
            <a:ext cx="4194209" cy="2791055"/>
          </a:xfrm>
          <a:prstGeom prst="rect">
            <a:avLst/>
          </a:prstGeom>
        </p:spPr>
      </p:pic>
      <p:sp>
        <p:nvSpPr>
          <p:cNvPr id="18" name="TextBox 9">
            <a:extLst>
              <a:ext uri="{FF2B5EF4-FFF2-40B4-BE49-F238E27FC236}">
                <a16:creationId xmlns:a16="http://schemas.microsoft.com/office/drawing/2014/main" id="{57F3FF28-FA0A-4A69-88D5-3A04F64615F8}"/>
              </a:ext>
            </a:extLst>
          </p:cNvPr>
          <p:cNvSpPr txBox="1">
            <a:spLocks noChangeArrowheads="1"/>
          </p:cNvSpPr>
          <p:nvPr/>
        </p:nvSpPr>
        <p:spPr bwMode="auto">
          <a:xfrm>
            <a:off x="8486273" y="5590108"/>
            <a:ext cx="314325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IN" altLang="en-US" sz="2400" b="1" i="0" u="none" strike="noStrike" kern="1200" cap="none" spc="0" normalizeH="0" baseline="0" noProof="0" dirty="0">
                <a:ln>
                  <a:noFill/>
                </a:ln>
                <a:solidFill>
                  <a:srgbClr val="002060"/>
                </a:solidFill>
                <a:effectLst/>
                <a:uLnTx/>
                <a:uFillTx/>
                <a:latin typeface="Cambria" panose="02040503050406030204" pitchFamily="18" charset="0"/>
                <a:ea typeface="+mn-ea"/>
                <a:cs typeface="+mn-cs"/>
              </a:rPr>
              <a:t>Self-driving cars</a:t>
            </a:r>
          </a:p>
        </p:txBody>
      </p:sp>
      <p:sp>
        <p:nvSpPr>
          <p:cNvPr id="3" name="Slide Number Placeholder 2">
            <a:extLst>
              <a:ext uri="{FF2B5EF4-FFF2-40B4-BE49-F238E27FC236}">
                <a16:creationId xmlns:a16="http://schemas.microsoft.com/office/drawing/2014/main" id="{440791A0-F1C2-46AC-99A1-F4DAAEF09DA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D9BD54-7BE9-4F3B-8F4A-CE67E3F85104}"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839458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EB80F27-5328-4907-A3EA-81B65375CCFC}"/>
              </a:ext>
            </a:extLst>
          </p:cNvPr>
          <p:cNvSpPr>
            <a:spLocks noGrp="1"/>
          </p:cNvSpPr>
          <p:nvPr>
            <p:ph type="title"/>
          </p:nvPr>
        </p:nvSpPr>
        <p:spPr>
          <a:xfrm>
            <a:off x="643467" y="321734"/>
            <a:ext cx="10905066" cy="1135737"/>
          </a:xfrm>
        </p:spPr>
        <p:txBody>
          <a:bodyPr vert="horz" lIns="91440" tIns="45720" rIns="91440" bIns="45720" rtlCol="0" anchor="ctr">
            <a:normAutofit/>
          </a:bodyPr>
          <a:lstStyle/>
          <a:p>
            <a:r>
              <a:rPr lang="en-US" sz="3600" kern="1200">
                <a:solidFill>
                  <a:schemeClr val="tx1"/>
                </a:solidFill>
                <a:latin typeface="+mj-lt"/>
                <a:ea typeface="+mj-ea"/>
                <a:cs typeface="+mj-cs"/>
              </a:rPr>
              <a:t>Classification Problems</a:t>
            </a:r>
          </a:p>
        </p:txBody>
      </p:sp>
      <p:sp>
        <p:nvSpPr>
          <p:cNvPr id="6" name="Content Placeholder 2">
            <a:extLst>
              <a:ext uri="{FF2B5EF4-FFF2-40B4-BE49-F238E27FC236}">
                <a16:creationId xmlns:a16="http://schemas.microsoft.com/office/drawing/2014/main" id="{05B7A364-82B7-4809-AD60-8E63796E6DAB}"/>
              </a:ext>
            </a:extLst>
          </p:cNvPr>
          <p:cNvSpPr txBox="1">
            <a:spLocks/>
          </p:cNvSpPr>
          <p:nvPr/>
        </p:nvSpPr>
        <p:spPr>
          <a:xfrm>
            <a:off x="643469" y="1782981"/>
            <a:ext cx="4008384" cy="439398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a:t>A classification problem with only 2 classes is referred to as </a:t>
            </a:r>
            <a:r>
              <a:rPr lang="en-US" sz="2000" b="1" i="1"/>
              <a:t>binary classification</a:t>
            </a:r>
          </a:p>
          <a:p>
            <a:pPr lvl="1"/>
            <a:r>
              <a:rPr lang="en-US" sz="2000"/>
              <a:t>The output labels are 0 or 1</a:t>
            </a:r>
          </a:p>
          <a:p>
            <a:pPr lvl="1"/>
            <a:r>
              <a:rPr lang="en-US" sz="2000"/>
              <a:t>E.g., benign or malignant tumor, spam or no-spam email</a:t>
            </a:r>
          </a:p>
          <a:p>
            <a:r>
              <a:rPr lang="en-US" sz="2000"/>
              <a:t>A problem with 3 or more classes is referred to as </a:t>
            </a:r>
            <a:r>
              <a:rPr lang="en-US" sz="2000" b="1" i="1"/>
              <a:t>multi-class classification</a:t>
            </a:r>
          </a:p>
          <a:p>
            <a:endParaRPr lang="en-US" sz="2000" dirty="0"/>
          </a:p>
        </p:txBody>
      </p:sp>
      <p:grpSp>
        <p:nvGrpSpPr>
          <p:cNvPr id="14" name="Group 13">
            <a:extLst>
              <a:ext uri="{FF2B5EF4-FFF2-40B4-BE49-F238E27FC236}">
                <a16:creationId xmlns:a16="http://schemas.microsoft.com/office/drawing/2014/main" id="{828A5161-06F1-46CF-8AD7-844680A59E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601497"/>
            <a:ext cx="1014060" cy="2017580"/>
            <a:chOff x="0" y="4601497"/>
            <a:chExt cx="1014060" cy="2017580"/>
          </a:xfrm>
        </p:grpSpPr>
        <p:sp>
          <p:nvSpPr>
            <p:cNvPr id="15" name="Isosceles Triangle 14">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Picture 2" descr="Tips and Tricks for Multi-Class Classification | by Mohammed Terry-Jack |  Medium">
            <a:extLst>
              <a:ext uri="{FF2B5EF4-FFF2-40B4-BE49-F238E27FC236}">
                <a16:creationId xmlns:a16="http://schemas.microsoft.com/office/drawing/2014/main" id="{3FDF48D3-911C-4E4E-B3E6-91226159C94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295320" y="2416257"/>
            <a:ext cx="6253212" cy="3095339"/>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5995D10D-E9C9-47DB-AE7E-801FEF38F5C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219290" y="1"/>
            <a:ext cx="972709" cy="1935307"/>
            <a:chOff x="10918968" y="713127"/>
            <a:chExt cx="1273032" cy="2532832"/>
          </a:xfrm>
        </p:grpSpPr>
        <p:sp>
          <p:nvSpPr>
            <p:cNvPr id="19" name="Rectangle 18">
              <a:extLst>
                <a:ext uri="{FF2B5EF4-FFF2-40B4-BE49-F238E27FC236}">
                  <a16:creationId xmlns:a16="http://schemas.microsoft.com/office/drawing/2014/main" id="{CC1A72C6-3DE4-4EC3-9AD5-9E0D40D8CE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a16="http://schemas.microsoft.com/office/drawing/2014/main" id="{0B0DA1F1-C391-4EDF-9FE0-23E86E1377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4815046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FF5D1B7-0A10-487E-91A6-90EBC1999A53}"/>
              </a:ext>
            </a:extLst>
          </p:cNvPr>
          <p:cNvSpPr>
            <a:spLocks noGrp="1"/>
          </p:cNvSpPr>
          <p:nvPr>
            <p:ph type="title"/>
          </p:nvPr>
        </p:nvSpPr>
        <p:spPr>
          <a:xfrm>
            <a:off x="630936" y="502920"/>
            <a:ext cx="3419856" cy="1463040"/>
          </a:xfrm>
        </p:spPr>
        <p:txBody>
          <a:bodyPr anchor="ctr">
            <a:normAutofit/>
          </a:bodyPr>
          <a:lstStyle/>
          <a:p>
            <a:r>
              <a:rPr lang="en-IN" sz="4800"/>
              <a:t>Linear vs Non Linear</a:t>
            </a:r>
          </a:p>
        </p:txBody>
      </p:sp>
      <p:sp>
        <p:nvSpPr>
          <p:cNvPr id="12"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225296"/>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2">
            <a:extLst>
              <a:ext uri="{FF2B5EF4-FFF2-40B4-BE49-F238E27FC236}">
                <a16:creationId xmlns:a16="http://schemas.microsoft.com/office/drawing/2014/main" id="{F4090FA1-EC8C-4E35-A781-E3CF2099AD8E}"/>
              </a:ext>
            </a:extLst>
          </p:cNvPr>
          <p:cNvSpPr>
            <a:spLocks noGrp="1"/>
          </p:cNvSpPr>
          <p:nvPr>
            <p:ph idx="1"/>
          </p:nvPr>
        </p:nvSpPr>
        <p:spPr>
          <a:xfrm>
            <a:off x="4654295" y="502920"/>
            <a:ext cx="6894576" cy="1463040"/>
          </a:xfrm>
        </p:spPr>
        <p:txBody>
          <a:bodyPr anchor="ctr">
            <a:normAutofit/>
          </a:bodyPr>
          <a:lstStyle/>
          <a:p>
            <a:r>
              <a:rPr lang="en-US" sz="2200"/>
              <a:t>Both the binary and multi-class classification problems can be linearly or non-linearly separated</a:t>
            </a:r>
          </a:p>
          <a:p>
            <a:pPr lvl="1"/>
            <a:r>
              <a:rPr lang="en-US" sz="2200"/>
              <a:t>Figure: linearly and non-linearly separated data for binary classification problem</a:t>
            </a:r>
          </a:p>
        </p:txBody>
      </p:sp>
      <p:pic>
        <p:nvPicPr>
          <p:cNvPr id="5" name="Picture 4">
            <a:extLst>
              <a:ext uri="{FF2B5EF4-FFF2-40B4-BE49-F238E27FC236}">
                <a16:creationId xmlns:a16="http://schemas.microsoft.com/office/drawing/2014/main" id="{DC72C8BD-8238-44DE-AC21-4E99655CD06A}"/>
              </a:ext>
            </a:extLst>
          </p:cNvPr>
          <p:cNvPicPr>
            <a:picLocks noChangeAspect="1"/>
          </p:cNvPicPr>
          <p:nvPr/>
        </p:nvPicPr>
        <p:blipFill>
          <a:blip r:embed="rId2"/>
          <a:stretch>
            <a:fillRect/>
          </a:stretch>
        </p:blipFill>
        <p:spPr>
          <a:xfrm>
            <a:off x="1714930" y="2290936"/>
            <a:ext cx="8749947" cy="3959352"/>
          </a:xfrm>
          <a:prstGeom prst="rect">
            <a:avLst/>
          </a:prstGeom>
        </p:spPr>
      </p:pic>
    </p:spTree>
    <p:extLst>
      <p:ext uri="{BB962C8B-B14F-4D97-AF65-F5344CB8AC3E}">
        <p14:creationId xmlns:p14="http://schemas.microsoft.com/office/powerpoint/2010/main" val="28244984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5EBCF5-1714-4D76-8666-88D8367D8DE5}"/>
              </a:ext>
            </a:extLst>
          </p:cNvPr>
          <p:cNvSpPr>
            <a:spLocks noGrp="1"/>
          </p:cNvSpPr>
          <p:nvPr>
            <p:ph type="title"/>
          </p:nvPr>
        </p:nvSpPr>
        <p:spPr>
          <a:xfrm>
            <a:off x="841248" y="548640"/>
            <a:ext cx="3600860" cy="5431536"/>
          </a:xfrm>
        </p:spPr>
        <p:txBody>
          <a:bodyPr>
            <a:normAutofit/>
          </a:bodyPr>
          <a:lstStyle/>
          <a:p>
            <a:r>
              <a:rPr lang="en-IN" sz="5400"/>
              <a:t>No Free Lunch Theorem</a:t>
            </a:r>
          </a:p>
        </p:txBody>
      </p:sp>
      <p:sp>
        <p:nvSpPr>
          <p:cNvPr id="11"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2">
            <a:extLst>
              <a:ext uri="{FF2B5EF4-FFF2-40B4-BE49-F238E27FC236}">
                <a16:creationId xmlns:a16="http://schemas.microsoft.com/office/drawing/2014/main" id="{2D39A04A-93A1-4E80-ABBB-FF3F2D2607E2}"/>
              </a:ext>
            </a:extLst>
          </p:cNvPr>
          <p:cNvSpPr>
            <a:spLocks noGrp="1"/>
          </p:cNvSpPr>
          <p:nvPr>
            <p:ph idx="1"/>
          </p:nvPr>
        </p:nvSpPr>
        <p:spPr>
          <a:xfrm>
            <a:off x="5126418" y="552091"/>
            <a:ext cx="6224335" cy="5431536"/>
          </a:xfrm>
        </p:spPr>
        <p:txBody>
          <a:bodyPr anchor="ctr">
            <a:normAutofit/>
          </a:bodyPr>
          <a:lstStyle/>
          <a:p>
            <a:r>
              <a:rPr lang="en-US" sz="2200">
                <a:hlinkClick r:id="rId2"/>
              </a:rPr>
              <a:t>Wolpert (2002) - The Supervised Learning No-Free-Lunch Theorems</a:t>
            </a:r>
            <a:endParaRPr lang="en-US" sz="2200"/>
          </a:p>
          <a:p>
            <a:r>
              <a:rPr lang="en-US" sz="2200"/>
              <a:t>The derived classification models for supervised learning are simplifications of the reality </a:t>
            </a:r>
          </a:p>
          <a:p>
            <a:pPr lvl="1"/>
            <a:r>
              <a:rPr lang="en-US" sz="2200"/>
              <a:t>The simplifications are based on certain assumptions</a:t>
            </a:r>
          </a:p>
          <a:p>
            <a:pPr lvl="1"/>
            <a:r>
              <a:rPr lang="en-US" sz="2200"/>
              <a:t>The assumptions fail in some situations</a:t>
            </a:r>
          </a:p>
          <a:p>
            <a:pPr lvl="2"/>
            <a:r>
              <a:rPr lang="en-US" sz="2200"/>
              <a:t>E.g., due to inability to perfectly estimate ML model parameters from limited data</a:t>
            </a:r>
          </a:p>
          <a:p>
            <a:r>
              <a:rPr lang="en-US" sz="2200"/>
              <a:t>In summary, </a:t>
            </a:r>
            <a:r>
              <a:rPr lang="en-US" sz="2200" b="1" i="1"/>
              <a:t>No-Free-Lunch Theorem </a:t>
            </a:r>
            <a:r>
              <a:rPr lang="en-US" sz="2200"/>
              <a:t>states:</a:t>
            </a:r>
          </a:p>
          <a:p>
            <a:pPr lvl="1"/>
            <a:r>
              <a:rPr lang="en-US" sz="2200" b="1"/>
              <a:t>No single classifier works the best for all possible problems</a:t>
            </a:r>
          </a:p>
          <a:p>
            <a:pPr lvl="1"/>
            <a:r>
              <a:rPr lang="en-US" sz="2200"/>
              <a:t>Since we need to make assumptions to generalize</a:t>
            </a:r>
          </a:p>
          <a:p>
            <a:pPr lvl="1"/>
            <a:endParaRPr lang="en-US" sz="2200"/>
          </a:p>
        </p:txBody>
      </p:sp>
    </p:spTree>
    <p:extLst>
      <p:ext uri="{BB962C8B-B14F-4D97-AF65-F5344CB8AC3E}">
        <p14:creationId xmlns:p14="http://schemas.microsoft.com/office/powerpoint/2010/main" val="36765267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36673-0079-4FB1-83CA-99E50658FE0D}"/>
              </a:ext>
            </a:extLst>
          </p:cNvPr>
          <p:cNvSpPr>
            <a:spLocks noGrp="1"/>
          </p:cNvSpPr>
          <p:nvPr>
            <p:ph type="title"/>
          </p:nvPr>
        </p:nvSpPr>
        <p:spPr>
          <a:xfrm>
            <a:off x="276673" y="156795"/>
            <a:ext cx="10515600" cy="1325563"/>
          </a:xfrm>
        </p:spPr>
        <p:txBody>
          <a:bodyPr/>
          <a:lstStyle/>
          <a:p>
            <a:r>
              <a:rPr lang="en-IN" dirty="0"/>
              <a:t>Power of Deep learning</a:t>
            </a:r>
          </a:p>
        </p:txBody>
      </p:sp>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6DCFA6A8-D1DE-41A1-934C-4607AE3D19C8}"/>
                  </a:ext>
                </a:extLst>
              </p:cNvPr>
              <p:cNvSpPr>
                <a:spLocks noGrp="1"/>
              </p:cNvSpPr>
              <p:nvPr>
                <p:ph idx="1"/>
              </p:nvPr>
            </p:nvSpPr>
            <p:spPr>
              <a:xfrm>
                <a:off x="515824" y="1482358"/>
                <a:ext cx="9584265" cy="2797361"/>
              </a:xfrm>
            </p:spPr>
            <p:txBody>
              <a:bodyPr>
                <a:normAutofit/>
              </a:bodyPr>
              <a:lstStyle/>
              <a:p>
                <a:r>
                  <a:rPr lang="en-US" dirty="0"/>
                  <a:t>NNs with at least one hidden layer are </a:t>
                </a:r>
                <a:r>
                  <a:rPr lang="en-US" dirty="0">
                    <a:solidFill>
                      <a:srgbClr val="FF0000"/>
                    </a:solidFill>
                  </a:rPr>
                  <a:t>universal approximators</a:t>
                </a:r>
              </a:p>
              <a:p>
                <a:pPr lvl="1"/>
                <a:r>
                  <a:rPr lang="en-US" dirty="0"/>
                  <a:t>Given any continuous function </a:t>
                </a:r>
                <a:r>
                  <a:rPr lang="en-US" i="1" dirty="0"/>
                  <a:t>h</a:t>
                </a:r>
                <a:r>
                  <a:rPr lang="en-US" dirty="0"/>
                  <a:t>(</a:t>
                </a:r>
                <a:r>
                  <a:rPr lang="en-US" i="1" dirty="0"/>
                  <a:t>x</a:t>
                </a:r>
                <a:r>
                  <a:rPr lang="en-US" dirty="0"/>
                  <a:t>) and some </a:t>
                </a:r>
                <a14:m>
                  <m:oMath xmlns:m="http://schemas.openxmlformats.org/officeDocument/2006/math">
                    <m:r>
                      <a:rPr lang="en-US" i="1" smtClean="0">
                        <a:latin typeface="Cambria Math" panose="02040503050406030204" pitchFamily="18" charset="0"/>
                        <a:ea typeface="Cambria Math" panose="02040503050406030204" pitchFamily="18" charset="0"/>
                      </a:rPr>
                      <m:t>𝜖</m:t>
                    </m:r>
                    <m:r>
                      <a:rPr lang="en-US" b="0" i="1" smtClean="0">
                        <a:latin typeface="Cambria Math" panose="02040503050406030204" pitchFamily="18" charset="0"/>
                        <a:ea typeface="Cambria Math" panose="02040503050406030204" pitchFamily="18" charset="0"/>
                      </a:rPr>
                      <m:t>&gt;0</m:t>
                    </m:r>
                  </m:oMath>
                </a14:m>
                <a:r>
                  <a:rPr lang="en-US" dirty="0"/>
                  <a:t>, there exists a NN with one hidden layer (and with a reasonable choice of non-linearity) described with the function </a:t>
                </a:r>
                <a:r>
                  <a:rPr lang="en-US" i="1" dirty="0"/>
                  <a:t>f</a:t>
                </a:r>
                <a:r>
                  <a:rPr lang="en-US" dirty="0"/>
                  <a:t>(</a:t>
                </a:r>
                <a:r>
                  <a:rPr lang="en-US" i="1" dirty="0"/>
                  <a:t>x</a:t>
                </a:r>
                <a:r>
                  <a:rPr lang="en-US" dirty="0"/>
                  <a:t>), such that </a:t>
                </a:r>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 </m:t>
                    </m:r>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h</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𝑥</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𝑓</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𝑥</m:t>
                        </m:r>
                        <m:r>
                          <a:rPr lang="en-US" b="0" i="1" smtClean="0">
                            <a:latin typeface="Cambria Math" panose="02040503050406030204" pitchFamily="18" charset="0"/>
                            <a:ea typeface="Cambria Math" panose="02040503050406030204" pitchFamily="18" charset="0"/>
                          </a:rPr>
                          <m:t>)</m:t>
                        </m:r>
                      </m:e>
                    </m:d>
                    <m:r>
                      <a:rPr lang="en-US" b="0" i="1" smtClean="0">
                        <a:latin typeface="Cambria Math" panose="02040503050406030204" pitchFamily="18" charset="0"/>
                        <a:ea typeface="Cambria Math" panose="02040503050406030204" pitchFamily="18" charset="0"/>
                      </a:rPr>
                      <m:t>&lt;</m:t>
                    </m:r>
                    <m:r>
                      <a:rPr lang="en-US" b="0" i="1" smtClean="0">
                        <a:latin typeface="Cambria Math" panose="02040503050406030204" pitchFamily="18" charset="0"/>
                        <a:ea typeface="Cambria Math" panose="02040503050406030204" pitchFamily="18" charset="0"/>
                      </a:rPr>
                      <m:t>𝜖</m:t>
                    </m:r>
                  </m:oMath>
                </a14:m>
                <a:endParaRPr lang="en-US" dirty="0"/>
              </a:p>
              <a:p>
                <a:pPr lvl="1"/>
                <a:r>
                  <a:rPr lang="en-US" dirty="0"/>
                  <a:t>I.e., NN can approximate any arbitrary complex continuous function</a:t>
                </a:r>
              </a:p>
              <a:p>
                <a:pPr lvl="1"/>
                <a:endParaRPr lang="en-US" dirty="0"/>
              </a:p>
            </p:txBody>
          </p:sp>
        </mc:Choice>
        <mc:Fallback xmlns="">
          <p:sp>
            <p:nvSpPr>
              <p:cNvPr id="4" name="Content Placeholder 2">
                <a:extLst>
                  <a:ext uri="{FF2B5EF4-FFF2-40B4-BE49-F238E27FC236}">
                    <a16:creationId xmlns:a16="http://schemas.microsoft.com/office/drawing/2014/main" id="{6DCFA6A8-D1DE-41A1-934C-4607AE3D19C8}"/>
                  </a:ext>
                </a:extLst>
              </p:cNvPr>
              <p:cNvSpPr>
                <a:spLocks noGrp="1" noRot="1" noChangeAspect="1" noMove="1" noResize="1" noEditPoints="1" noAdjustHandles="1" noChangeArrowheads="1" noChangeShapeType="1" noTextEdit="1"/>
              </p:cNvSpPr>
              <p:nvPr>
                <p:ph idx="1"/>
              </p:nvPr>
            </p:nvSpPr>
            <p:spPr>
              <a:xfrm>
                <a:off x="515824" y="1482358"/>
                <a:ext cx="9584265" cy="2797361"/>
              </a:xfrm>
              <a:blipFill>
                <a:blip r:embed="rId2"/>
                <a:stretch>
                  <a:fillRect l="-1145" t="-3486" r="-636"/>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4B014935-FB2D-48EF-80B8-F30707AF9D33}"/>
              </a:ext>
            </a:extLst>
          </p:cNvPr>
          <p:cNvPicPr>
            <a:picLocks noChangeAspect="1"/>
          </p:cNvPicPr>
          <p:nvPr/>
        </p:nvPicPr>
        <p:blipFill>
          <a:blip r:embed="rId3"/>
          <a:stretch>
            <a:fillRect/>
          </a:stretch>
        </p:blipFill>
        <p:spPr>
          <a:xfrm>
            <a:off x="9134153" y="3645109"/>
            <a:ext cx="2624057" cy="2452584"/>
          </a:xfrm>
          <a:prstGeom prst="rect">
            <a:avLst/>
          </a:prstGeom>
        </p:spPr>
      </p:pic>
      <p:graphicFrame>
        <p:nvGraphicFramePr>
          <p:cNvPr id="10" name="Content Placeholder 2">
            <a:extLst>
              <a:ext uri="{FF2B5EF4-FFF2-40B4-BE49-F238E27FC236}">
                <a16:creationId xmlns:a16="http://schemas.microsoft.com/office/drawing/2014/main" id="{AA65533C-7D19-4A83-1076-97D0F978C59E}"/>
              </a:ext>
            </a:extLst>
          </p:cNvPr>
          <p:cNvGraphicFramePr/>
          <p:nvPr>
            <p:extLst>
              <p:ext uri="{D42A27DB-BD31-4B8C-83A1-F6EECF244321}">
                <p14:modId xmlns:p14="http://schemas.microsoft.com/office/powerpoint/2010/main" val="2560096535"/>
              </p:ext>
            </p:extLst>
          </p:nvPr>
        </p:nvGraphicFramePr>
        <p:xfrm>
          <a:off x="1096266" y="3615398"/>
          <a:ext cx="7091131" cy="308580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488131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AsOne/>
      </p:bldGraphic>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4402A-9F3D-4E57-B5D0-F748FC0B972A}"/>
              </a:ext>
            </a:extLst>
          </p:cNvPr>
          <p:cNvSpPr>
            <a:spLocks noGrp="1"/>
          </p:cNvSpPr>
          <p:nvPr>
            <p:ph type="title"/>
          </p:nvPr>
        </p:nvSpPr>
        <p:spPr>
          <a:xfrm>
            <a:off x="196208" y="-86568"/>
            <a:ext cx="10515600" cy="1325563"/>
          </a:xfrm>
        </p:spPr>
        <p:txBody>
          <a:bodyPr/>
          <a:lstStyle/>
          <a:p>
            <a:r>
              <a:rPr lang="en-IN" dirty="0"/>
              <a:t>Neural Network Working</a:t>
            </a:r>
          </a:p>
        </p:txBody>
      </p:sp>
      <p:sp>
        <p:nvSpPr>
          <p:cNvPr id="4" name="Content Placeholder 2">
            <a:extLst>
              <a:ext uri="{FF2B5EF4-FFF2-40B4-BE49-F238E27FC236}">
                <a16:creationId xmlns:a16="http://schemas.microsoft.com/office/drawing/2014/main" id="{148E8D77-D98D-43DD-81A7-6472F039044E}"/>
              </a:ext>
            </a:extLst>
          </p:cNvPr>
          <p:cNvSpPr>
            <a:spLocks noGrp="1"/>
          </p:cNvSpPr>
          <p:nvPr>
            <p:ph idx="1"/>
          </p:nvPr>
        </p:nvSpPr>
        <p:spPr>
          <a:xfrm>
            <a:off x="196208" y="1350385"/>
            <a:ext cx="9584265" cy="5367667"/>
          </a:xfrm>
        </p:spPr>
        <p:txBody>
          <a:bodyPr>
            <a:normAutofit/>
          </a:bodyPr>
          <a:lstStyle/>
          <a:p>
            <a:r>
              <a:rPr lang="en-US" dirty="0"/>
              <a:t>Handwritten digit recognition (MNIST dataset)</a:t>
            </a:r>
          </a:p>
          <a:p>
            <a:pPr lvl="1"/>
            <a:r>
              <a:rPr lang="en-US" dirty="0"/>
              <a:t>The intensity of each pixel is considered an input element</a:t>
            </a:r>
          </a:p>
          <a:p>
            <a:pPr lvl="1"/>
            <a:r>
              <a:rPr lang="en-US" dirty="0"/>
              <a:t>Output is the class of the digit</a:t>
            </a:r>
          </a:p>
        </p:txBody>
      </p:sp>
      <p:sp>
        <p:nvSpPr>
          <p:cNvPr id="5" name="文字版面配置區 2">
            <a:extLst>
              <a:ext uri="{FF2B5EF4-FFF2-40B4-BE49-F238E27FC236}">
                <a16:creationId xmlns:a16="http://schemas.microsoft.com/office/drawing/2014/main" id="{CFF57667-5DB8-4AAC-962E-22A137499BDF}"/>
              </a:ext>
            </a:extLst>
          </p:cNvPr>
          <p:cNvSpPr txBox="1">
            <a:spLocks/>
          </p:cNvSpPr>
          <p:nvPr/>
        </p:nvSpPr>
        <p:spPr>
          <a:xfrm>
            <a:off x="3756823" y="2475661"/>
            <a:ext cx="1796780" cy="656269"/>
          </a:xfrm>
          <a:prstGeom prst="rect">
            <a:avLst/>
          </a:prstGeom>
        </p:spPr>
        <p:txBody>
          <a:bodyPr vert="horz" lIns="91440" tIns="45720" rIns="91440" bIns="45720" rtlCol="0">
            <a:normAutofit/>
          </a:bodyPr>
          <a:lstStyle>
            <a:lvl1pPr marL="342871" indent="-342871" algn="l" defTabSz="914323" rtl="0" eaLnBrk="1" latinLnBrk="0" hangingPunct="1">
              <a:spcBef>
                <a:spcPct val="20000"/>
              </a:spcBef>
              <a:buFont typeface="Arial" panose="020B0604020202020204" pitchFamily="34" charset="0"/>
              <a:buChar char="•"/>
              <a:defRPr sz="2400" kern="1200">
                <a:solidFill>
                  <a:schemeClr val="tx1"/>
                </a:solidFill>
                <a:latin typeface="Palatino Linotype" panose="02040502050505030304" pitchFamily="18" charset="0"/>
                <a:ea typeface="+mn-ea"/>
                <a:cs typeface="+mn-cs"/>
              </a:defRPr>
            </a:lvl1pPr>
            <a:lvl2pPr marL="693680" indent="-236518" algn="l" defTabSz="914323" rtl="0" eaLnBrk="1" latinLnBrk="0" hangingPunct="1">
              <a:spcBef>
                <a:spcPct val="20000"/>
              </a:spcBef>
              <a:buFont typeface="Arial" panose="020B0604020202020204" pitchFamily="34" charset="0"/>
              <a:buChar char="–"/>
              <a:defRPr sz="2200" kern="1200">
                <a:solidFill>
                  <a:schemeClr val="tx1"/>
                </a:solidFill>
                <a:latin typeface="Palatino Linotype" panose="02040502050505030304" pitchFamily="18" charset="0"/>
                <a:ea typeface="+mn-ea"/>
                <a:cs typeface="+mn-cs"/>
              </a:defRPr>
            </a:lvl2pPr>
            <a:lvl3pPr marL="1257195" indent="-342871" algn="l" defTabSz="914323" rtl="0" eaLnBrk="1" latinLnBrk="0" hangingPunct="1">
              <a:spcBef>
                <a:spcPct val="20000"/>
              </a:spcBef>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3pPr>
            <a:lvl4pPr marL="1600066" indent="-228581" algn="l" defTabSz="914323" rtl="0" eaLnBrk="1" latinLnBrk="0" hangingPunct="1">
              <a:spcBef>
                <a:spcPct val="200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4pPr>
            <a:lvl5pPr marL="2057227" indent="-228581" algn="l" defTabSz="914323" rtl="0" eaLnBrk="1" latinLnBrk="0" hangingPunct="1">
              <a:spcBef>
                <a:spcPct val="20000"/>
              </a:spcBef>
              <a:buFont typeface="Arial" panose="020B0604020202020204" pitchFamily="34" charset="0"/>
              <a:buChar char="»"/>
              <a:defRPr sz="1600" kern="1200">
                <a:solidFill>
                  <a:schemeClr val="tx1"/>
                </a:solidFill>
                <a:latin typeface="Palatino Linotype" panose="02040502050505030304" pitchFamily="18" charset="0"/>
                <a:ea typeface="+mn-ea"/>
                <a:cs typeface="+mn-cs"/>
              </a:defRPr>
            </a:lvl5pPr>
            <a:lvl6pPr marL="2514389" indent="-228581" algn="l" defTabSz="914323"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551" indent="-228581" algn="l" defTabSz="914323"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713" indent="-228581" algn="l" defTabSz="914323"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874" indent="-228581" algn="l" defTabSz="914323"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altLang="zh-TW" b="1" dirty="0"/>
              <a:t>Input</a:t>
            </a:r>
            <a:endParaRPr lang="zh-TW" altLang="en-US" b="1" dirty="0"/>
          </a:p>
        </p:txBody>
      </p:sp>
      <p:pic>
        <p:nvPicPr>
          <p:cNvPr id="6" name="圖片 6">
            <a:extLst>
              <a:ext uri="{FF2B5EF4-FFF2-40B4-BE49-F238E27FC236}">
                <a16:creationId xmlns:a16="http://schemas.microsoft.com/office/drawing/2014/main" id="{4682F413-7223-4D95-A421-73446B5679CD}"/>
              </a:ext>
            </a:extLst>
          </p:cNvPr>
          <p:cNvPicPr>
            <a:picLocks noChangeAspect="1"/>
          </p:cNvPicPr>
          <p:nvPr/>
        </p:nvPicPr>
        <p:blipFill>
          <a:blip r:embed="rId3"/>
          <a:stretch>
            <a:fillRect/>
          </a:stretch>
        </p:blipFill>
        <p:spPr>
          <a:xfrm>
            <a:off x="1536428" y="3532553"/>
            <a:ext cx="2130022" cy="2116455"/>
          </a:xfrm>
          <a:prstGeom prst="rect">
            <a:avLst/>
          </a:prstGeom>
        </p:spPr>
      </p:pic>
      <p:sp>
        <p:nvSpPr>
          <p:cNvPr id="7" name="文字方塊 7">
            <a:extLst>
              <a:ext uri="{FF2B5EF4-FFF2-40B4-BE49-F238E27FC236}">
                <a16:creationId xmlns:a16="http://schemas.microsoft.com/office/drawing/2014/main" id="{D4574AB9-130E-4B7E-9392-A65147959DEB}"/>
              </a:ext>
            </a:extLst>
          </p:cNvPr>
          <p:cNvSpPr txBox="1"/>
          <p:nvPr/>
        </p:nvSpPr>
        <p:spPr>
          <a:xfrm>
            <a:off x="3616109" y="5612999"/>
            <a:ext cx="1687734" cy="401007"/>
          </a:xfrm>
          <a:prstGeom prst="rect">
            <a:avLst/>
          </a:prstGeom>
          <a:noFill/>
        </p:spPr>
        <p:txBody>
          <a:bodyPr wrap="square" rtlCol="0">
            <a:spAutoFit/>
          </a:bodyPr>
          <a:lstStyle/>
          <a:p>
            <a:r>
              <a:rPr lang="en-US" altLang="zh-TW" dirty="0"/>
              <a:t>16 x 16 = 256</a:t>
            </a:r>
            <a:endParaRPr lang="zh-TW" altLang="en-US" dirty="0"/>
          </a:p>
        </p:txBody>
      </p:sp>
      <p:sp>
        <p:nvSpPr>
          <p:cNvPr id="8" name="矩形 8">
            <a:extLst>
              <a:ext uri="{FF2B5EF4-FFF2-40B4-BE49-F238E27FC236}">
                <a16:creationId xmlns:a16="http://schemas.microsoft.com/office/drawing/2014/main" id="{BBB9630C-D81C-4828-BD09-F451A476596C}"/>
              </a:ext>
            </a:extLst>
          </p:cNvPr>
          <p:cNvSpPr/>
          <p:nvPr/>
        </p:nvSpPr>
        <p:spPr>
          <a:xfrm>
            <a:off x="5569431" y="3060665"/>
            <a:ext cx="498951" cy="2625052"/>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9" name="矩形 9">
            <a:extLst>
              <a:ext uri="{FF2B5EF4-FFF2-40B4-BE49-F238E27FC236}">
                <a16:creationId xmlns:a16="http://schemas.microsoft.com/office/drawing/2014/main" id="{89E877C5-AA11-4E21-A989-70272C5640F9}"/>
              </a:ext>
            </a:extLst>
          </p:cNvPr>
          <p:cNvSpPr/>
          <p:nvPr/>
        </p:nvSpPr>
        <p:spPr>
          <a:xfrm>
            <a:off x="5637819" y="3778358"/>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10" name="矩形 10">
            <a:extLst>
              <a:ext uri="{FF2B5EF4-FFF2-40B4-BE49-F238E27FC236}">
                <a16:creationId xmlns:a16="http://schemas.microsoft.com/office/drawing/2014/main" id="{345CB230-0378-45E0-8DDC-65B3C467AC5D}"/>
              </a:ext>
            </a:extLst>
          </p:cNvPr>
          <p:cNvSpPr/>
          <p:nvPr/>
        </p:nvSpPr>
        <p:spPr>
          <a:xfrm>
            <a:off x="5643637" y="3208029"/>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graphicFrame>
        <p:nvGraphicFramePr>
          <p:cNvPr id="11" name="Object 12">
            <a:extLst>
              <a:ext uri="{FF2B5EF4-FFF2-40B4-BE49-F238E27FC236}">
                <a16:creationId xmlns:a16="http://schemas.microsoft.com/office/drawing/2014/main" id="{B1E26FAE-86BD-49D4-905A-44B75898AA17}"/>
              </a:ext>
            </a:extLst>
          </p:cNvPr>
          <p:cNvGraphicFramePr>
            <a:graphicFrameLocks noChangeAspect="1"/>
          </p:cNvGraphicFramePr>
          <p:nvPr>
            <p:extLst>
              <p:ext uri="{D42A27DB-BD31-4B8C-83A1-F6EECF244321}">
                <p14:modId xmlns:p14="http://schemas.microsoft.com/office/powerpoint/2010/main" val="1526296140"/>
              </p:ext>
            </p:extLst>
          </p:nvPr>
        </p:nvGraphicFramePr>
        <p:xfrm>
          <a:off x="5656336" y="3112779"/>
          <a:ext cx="325438" cy="461962"/>
        </p:xfrm>
        <a:graphic>
          <a:graphicData uri="http://schemas.openxmlformats.org/presentationml/2006/ole">
            <mc:AlternateContent xmlns:mc="http://schemas.openxmlformats.org/markup-compatibility/2006">
              <mc:Choice xmlns:v="urn:schemas-microsoft-com:vml" Requires="v">
                <p:oleObj spid="_x0000_s1026" name="方程式" r:id="rId4" imgW="152280" imgH="215640" progId="Equation.3">
                  <p:embed/>
                </p:oleObj>
              </mc:Choice>
              <mc:Fallback>
                <p:oleObj name="方程式" r:id="rId4" imgW="152280" imgH="215640" progId="Equation.3">
                  <p:embed/>
                  <p:pic>
                    <p:nvPicPr>
                      <p:cNvPr id="11" name="Object 12">
                        <a:extLst>
                          <a:ext uri="{FF2B5EF4-FFF2-40B4-BE49-F238E27FC236}">
                            <a16:creationId xmlns:a16="http://schemas.microsoft.com/office/drawing/2014/main" id="{B1E26FAE-86BD-49D4-905A-44B75898AA17}"/>
                          </a:ext>
                        </a:extLst>
                      </p:cNvPr>
                      <p:cNvPicPr>
                        <a:picLocks noChangeAspect="1" noChangeArrowheads="1"/>
                      </p:cNvPicPr>
                      <p:nvPr/>
                    </p:nvPicPr>
                    <p:blipFill>
                      <a:blip r:embed="rId5"/>
                      <a:srcRect/>
                      <a:stretch>
                        <a:fillRect/>
                      </a:stretch>
                    </p:blipFill>
                    <p:spPr bwMode="auto">
                      <a:xfrm>
                        <a:off x="5656336" y="3112779"/>
                        <a:ext cx="325438" cy="461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Object 11">
            <a:extLst>
              <a:ext uri="{FF2B5EF4-FFF2-40B4-BE49-F238E27FC236}">
                <a16:creationId xmlns:a16="http://schemas.microsoft.com/office/drawing/2014/main" id="{7FA74C87-018A-4238-BDC1-ABADA0D564B1}"/>
              </a:ext>
            </a:extLst>
          </p:cNvPr>
          <p:cNvGraphicFramePr>
            <a:graphicFrameLocks noChangeAspect="1"/>
          </p:cNvGraphicFramePr>
          <p:nvPr>
            <p:extLst>
              <p:ext uri="{D42A27DB-BD31-4B8C-83A1-F6EECF244321}">
                <p14:modId xmlns:p14="http://schemas.microsoft.com/office/powerpoint/2010/main" val="2473244633"/>
              </p:ext>
            </p:extLst>
          </p:nvPr>
        </p:nvGraphicFramePr>
        <p:xfrm>
          <a:off x="5661632" y="3695508"/>
          <a:ext cx="352425" cy="461963"/>
        </p:xfrm>
        <a:graphic>
          <a:graphicData uri="http://schemas.openxmlformats.org/presentationml/2006/ole">
            <mc:AlternateContent xmlns:mc="http://schemas.openxmlformats.org/markup-compatibility/2006">
              <mc:Choice xmlns:v="urn:schemas-microsoft-com:vml" Requires="v">
                <p:oleObj spid="_x0000_s1027" name="方程式" r:id="rId6" imgW="164880" imgH="215640" progId="Equation.3">
                  <p:embed/>
                </p:oleObj>
              </mc:Choice>
              <mc:Fallback>
                <p:oleObj name="方程式" r:id="rId6" imgW="164880" imgH="215640" progId="Equation.3">
                  <p:embed/>
                  <p:pic>
                    <p:nvPicPr>
                      <p:cNvPr id="12" name="Object 11">
                        <a:extLst>
                          <a:ext uri="{FF2B5EF4-FFF2-40B4-BE49-F238E27FC236}">
                            <a16:creationId xmlns:a16="http://schemas.microsoft.com/office/drawing/2014/main" id="{7FA74C87-018A-4238-BDC1-ABADA0D564B1}"/>
                          </a:ext>
                        </a:extLst>
                      </p:cNvPr>
                      <p:cNvPicPr>
                        <a:picLocks noChangeAspect="1" noChangeArrowheads="1"/>
                      </p:cNvPicPr>
                      <p:nvPr/>
                    </p:nvPicPr>
                    <p:blipFill>
                      <a:blip r:embed="rId7"/>
                      <a:srcRect/>
                      <a:stretch>
                        <a:fillRect/>
                      </a:stretch>
                    </p:blipFill>
                    <p:spPr bwMode="auto">
                      <a:xfrm>
                        <a:off x="5661632" y="3695508"/>
                        <a:ext cx="352425" cy="461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矩形 13">
            <a:extLst>
              <a:ext uri="{FF2B5EF4-FFF2-40B4-BE49-F238E27FC236}">
                <a16:creationId xmlns:a16="http://schemas.microsoft.com/office/drawing/2014/main" id="{A352D555-F792-48E9-B030-F2221230CB6A}"/>
              </a:ext>
            </a:extLst>
          </p:cNvPr>
          <p:cNvSpPr/>
          <p:nvPr/>
        </p:nvSpPr>
        <p:spPr>
          <a:xfrm>
            <a:off x="5647344" y="5176115"/>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graphicFrame>
        <p:nvGraphicFramePr>
          <p:cNvPr id="14" name="Object 12">
            <a:extLst>
              <a:ext uri="{FF2B5EF4-FFF2-40B4-BE49-F238E27FC236}">
                <a16:creationId xmlns:a16="http://schemas.microsoft.com/office/drawing/2014/main" id="{35ED254F-0110-4D81-B41F-4A6899D2AE72}"/>
              </a:ext>
            </a:extLst>
          </p:cNvPr>
          <p:cNvGraphicFramePr>
            <a:graphicFrameLocks noChangeAspect="1"/>
          </p:cNvGraphicFramePr>
          <p:nvPr>
            <p:extLst>
              <p:ext uri="{D42A27DB-BD31-4B8C-83A1-F6EECF244321}">
                <p14:modId xmlns:p14="http://schemas.microsoft.com/office/powerpoint/2010/main" val="597167102"/>
              </p:ext>
            </p:extLst>
          </p:nvPr>
        </p:nvGraphicFramePr>
        <p:xfrm>
          <a:off x="5575421" y="5079348"/>
          <a:ext cx="544512" cy="488950"/>
        </p:xfrm>
        <a:graphic>
          <a:graphicData uri="http://schemas.openxmlformats.org/presentationml/2006/ole">
            <mc:AlternateContent xmlns:mc="http://schemas.openxmlformats.org/markup-compatibility/2006">
              <mc:Choice xmlns:v="urn:schemas-microsoft-com:vml" Requires="v">
                <p:oleObj spid="_x0000_s1028" name="方程式" r:id="rId8" imgW="253800" imgH="228600" progId="Equation.3">
                  <p:embed/>
                </p:oleObj>
              </mc:Choice>
              <mc:Fallback>
                <p:oleObj name="方程式" r:id="rId8" imgW="253800" imgH="228600" progId="Equation.3">
                  <p:embed/>
                  <p:pic>
                    <p:nvPicPr>
                      <p:cNvPr id="14" name="Object 12">
                        <a:extLst>
                          <a:ext uri="{FF2B5EF4-FFF2-40B4-BE49-F238E27FC236}">
                            <a16:creationId xmlns:a16="http://schemas.microsoft.com/office/drawing/2014/main" id="{35ED254F-0110-4D81-B41F-4A6899D2AE72}"/>
                          </a:ext>
                        </a:extLst>
                      </p:cNvPr>
                      <p:cNvPicPr>
                        <a:picLocks noChangeAspect="1" noChangeArrowheads="1"/>
                      </p:cNvPicPr>
                      <p:nvPr/>
                    </p:nvPicPr>
                    <p:blipFill>
                      <a:blip r:embed="rId9"/>
                      <a:srcRect/>
                      <a:stretch>
                        <a:fillRect/>
                      </a:stretch>
                    </p:blipFill>
                    <p:spPr bwMode="auto">
                      <a:xfrm>
                        <a:off x="5575421" y="5079348"/>
                        <a:ext cx="544512" cy="488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文字方塊 15">
            <a:extLst>
              <a:ext uri="{FF2B5EF4-FFF2-40B4-BE49-F238E27FC236}">
                <a16:creationId xmlns:a16="http://schemas.microsoft.com/office/drawing/2014/main" id="{16E49703-DEEB-43DD-AD81-C2D8AEF49571}"/>
              </a:ext>
            </a:extLst>
          </p:cNvPr>
          <p:cNvSpPr txBox="1"/>
          <p:nvPr/>
        </p:nvSpPr>
        <p:spPr>
          <a:xfrm rot="5400000">
            <a:off x="5523276" y="4461057"/>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16" name="手繪多邊形 16">
            <a:extLst>
              <a:ext uri="{FF2B5EF4-FFF2-40B4-BE49-F238E27FC236}">
                <a16:creationId xmlns:a16="http://schemas.microsoft.com/office/drawing/2014/main" id="{D884B445-5FF4-4DE1-8FC0-79918878794B}"/>
              </a:ext>
            </a:extLst>
          </p:cNvPr>
          <p:cNvSpPr/>
          <p:nvPr/>
        </p:nvSpPr>
        <p:spPr>
          <a:xfrm>
            <a:off x="3335458" y="3122060"/>
            <a:ext cx="2305050" cy="363941"/>
          </a:xfrm>
          <a:custGeom>
            <a:avLst/>
            <a:gdLst>
              <a:gd name="connsiteX0" fmla="*/ 0 w 2305050"/>
              <a:gd name="connsiteY0" fmla="*/ 374550 h 374550"/>
              <a:gd name="connsiteX1" fmla="*/ 876300 w 2305050"/>
              <a:gd name="connsiteY1" fmla="*/ 6250 h 374550"/>
              <a:gd name="connsiteX2" fmla="*/ 2305050 w 2305050"/>
              <a:gd name="connsiteY2" fmla="*/ 177700 h 374550"/>
            </a:gdLst>
            <a:ahLst/>
            <a:cxnLst>
              <a:cxn ang="0">
                <a:pos x="connsiteX0" y="connsiteY0"/>
              </a:cxn>
              <a:cxn ang="0">
                <a:pos x="connsiteX1" y="connsiteY1"/>
              </a:cxn>
              <a:cxn ang="0">
                <a:pos x="connsiteX2" y="connsiteY2"/>
              </a:cxn>
            </a:cxnLst>
            <a:rect l="l" t="t" r="r" b="b"/>
            <a:pathLst>
              <a:path w="2305050" h="374550">
                <a:moveTo>
                  <a:pt x="0" y="374550"/>
                </a:moveTo>
                <a:cubicBezTo>
                  <a:pt x="246062" y="206804"/>
                  <a:pt x="492125" y="39058"/>
                  <a:pt x="876300" y="6250"/>
                </a:cubicBezTo>
                <a:cubicBezTo>
                  <a:pt x="1260475" y="-26558"/>
                  <a:pt x="1782762" y="75571"/>
                  <a:pt x="2305050" y="177700"/>
                </a:cubicBezTo>
              </a:path>
            </a:pathLst>
          </a:custGeom>
          <a:noFill/>
          <a:ln w="28575">
            <a:solidFill>
              <a:srgbClr val="0000FF"/>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手繪多邊形 17">
            <a:extLst>
              <a:ext uri="{FF2B5EF4-FFF2-40B4-BE49-F238E27FC236}">
                <a16:creationId xmlns:a16="http://schemas.microsoft.com/office/drawing/2014/main" id="{5B641181-793F-405B-B3E9-6EB1DF24B502}"/>
              </a:ext>
            </a:extLst>
          </p:cNvPr>
          <p:cNvSpPr/>
          <p:nvPr/>
        </p:nvSpPr>
        <p:spPr>
          <a:xfrm>
            <a:off x="3468808" y="3295001"/>
            <a:ext cx="2171700" cy="646109"/>
          </a:xfrm>
          <a:custGeom>
            <a:avLst/>
            <a:gdLst>
              <a:gd name="connsiteX0" fmla="*/ 0 w 2171700"/>
              <a:gd name="connsiteY0" fmla="*/ 188909 h 646109"/>
              <a:gd name="connsiteX1" fmla="*/ 1073150 w 2171700"/>
              <a:gd name="connsiteY1" fmla="*/ 23809 h 646109"/>
              <a:gd name="connsiteX2" fmla="*/ 2171700 w 2171700"/>
              <a:gd name="connsiteY2" fmla="*/ 646109 h 646109"/>
            </a:gdLst>
            <a:ahLst/>
            <a:cxnLst>
              <a:cxn ang="0">
                <a:pos x="connsiteX0" y="connsiteY0"/>
              </a:cxn>
              <a:cxn ang="0">
                <a:pos x="connsiteX1" y="connsiteY1"/>
              </a:cxn>
              <a:cxn ang="0">
                <a:pos x="connsiteX2" y="connsiteY2"/>
              </a:cxn>
            </a:cxnLst>
            <a:rect l="l" t="t" r="r" b="b"/>
            <a:pathLst>
              <a:path w="2171700" h="646109">
                <a:moveTo>
                  <a:pt x="0" y="188909"/>
                </a:moveTo>
                <a:cubicBezTo>
                  <a:pt x="355600" y="68259"/>
                  <a:pt x="711200" y="-52391"/>
                  <a:pt x="1073150" y="23809"/>
                </a:cubicBezTo>
                <a:cubicBezTo>
                  <a:pt x="1435100" y="100009"/>
                  <a:pt x="1803400" y="373059"/>
                  <a:pt x="2171700" y="646109"/>
                </a:cubicBezTo>
              </a:path>
            </a:pathLst>
          </a:custGeom>
          <a:noFill/>
          <a:ln w="28575">
            <a:solidFill>
              <a:srgbClr val="0000FF"/>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手繪多邊形 18">
            <a:extLst>
              <a:ext uri="{FF2B5EF4-FFF2-40B4-BE49-F238E27FC236}">
                <a16:creationId xmlns:a16="http://schemas.microsoft.com/office/drawing/2014/main" id="{5EB65DCA-E166-42CD-B994-DF19006CBD5D}"/>
              </a:ext>
            </a:extLst>
          </p:cNvPr>
          <p:cNvSpPr/>
          <p:nvPr/>
        </p:nvSpPr>
        <p:spPr>
          <a:xfrm>
            <a:off x="5202358" y="5338110"/>
            <a:ext cx="463550" cy="243308"/>
          </a:xfrm>
          <a:custGeom>
            <a:avLst/>
            <a:gdLst>
              <a:gd name="connsiteX0" fmla="*/ 0 w 463550"/>
              <a:gd name="connsiteY0" fmla="*/ 0 h 243308"/>
              <a:gd name="connsiteX1" fmla="*/ 101600 w 463550"/>
              <a:gd name="connsiteY1" fmla="*/ 241300 h 243308"/>
              <a:gd name="connsiteX2" fmla="*/ 463550 w 463550"/>
              <a:gd name="connsiteY2" fmla="*/ 95250 h 243308"/>
            </a:gdLst>
            <a:ahLst/>
            <a:cxnLst>
              <a:cxn ang="0">
                <a:pos x="connsiteX0" y="connsiteY0"/>
              </a:cxn>
              <a:cxn ang="0">
                <a:pos x="connsiteX1" y="connsiteY1"/>
              </a:cxn>
              <a:cxn ang="0">
                <a:pos x="connsiteX2" y="connsiteY2"/>
              </a:cxn>
            </a:cxnLst>
            <a:rect l="l" t="t" r="r" b="b"/>
            <a:pathLst>
              <a:path w="463550" h="243308">
                <a:moveTo>
                  <a:pt x="0" y="0"/>
                </a:moveTo>
                <a:cubicBezTo>
                  <a:pt x="12171" y="112712"/>
                  <a:pt x="24342" y="225425"/>
                  <a:pt x="101600" y="241300"/>
                </a:cubicBezTo>
                <a:cubicBezTo>
                  <a:pt x="178858" y="257175"/>
                  <a:pt x="321204" y="176212"/>
                  <a:pt x="463550" y="95250"/>
                </a:cubicBezTo>
              </a:path>
            </a:pathLst>
          </a:custGeom>
          <a:noFill/>
          <a:ln w="28575">
            <a:solidFill>
              <a:srgbClr val="0000FF"/>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文字方塊 19">
            <a:extLst>
              <a:ext uri="{FF2B5EF4-FFF2-40B4-BE49-F238E27FC236}">
                <a16:creationId xmlns:a16="http://schemas.microsoft.com/office/drawing/2014/main" id="{8F8167A4-DF1A-4749-80F7-D09F0250981B}"/>
              </a:ext>
            </a:extLst>
          </p:cNvPr>
          <p:cNvSpPr txBox="1"/>
          <p:nvPr/>
        </p:nvSpPr>
        <p:spPr>
          <a:xfrm>
            <a:off x="3657288" y="5922336"/>
            <a:ext cx="1661390" cy="830997"/>
          </a:xfrm>
          <a:prstGeom prst="rect">
            <a:avLst/>
          </a:prstGeom>
          <a:noFill/>
        </p:spPr>
        <p:txBody>
          <a:bodyPr wrap="square" rtlCol="0">
            <a:spAutoFit/>
          </a:bodyPr>
          <a:lstStyle/>
          <a:p>
            <a:r>
              <a:rPr lang="en-US" altLang="zh-TW" sz="2400" dirty="0"/>
              <a:t>Ink → 1</a:t>
            </a:r>
          </a:p>
          <a:p>
            <a:r>
              <a:rPr lang="en-US" altLang="zh-TW" sz="2400" dirty="0"/>
              <a:t>No ink → 0</a:t>
            </a:r>
            <a:endParaRPr lang="zh-TW" altLang="en-US" sz="2400" dirty="0"/>
          </a:p>
        </p:txBody>
      </p:sp>
      <p:grpSp>
        <p:nvGrpSpPr>
          <p:cNvPr id="20" name="群組 25">
            <a:extLst>
              <a:ext uri="{FF2B5EF4-FFF2-40B4-BE49-F238E27FC236}">
                <a16:creationId xmlns:a16="http://schemas.microsoft.com/office/drawing/2014/main" id="{AB55B456-41B8-45FF-8AEE-AB04B7A6AD14}"/>
              </a:ext>
            </a:extLst>
          </p:cNvPr>
          <p:cNvGrpSpPr/>
          <p:nvPr/>
        </p:nvGrpSpPr>
        <p:grpSpPr>
          <a:xfrm>
            <a:off x="7299885" y="3009333"/>
            <a:ext cx="642352" cy="2642877"/>
            <a:chOff x="7142066" y="1987121"/>
            <a:chExt cx="642352" cy="2642877"/>
          </a:xfrm>
        </p:grpSpPr>
        <p:sp>
          <p:nvSpPr>
            <p:cNvPr id="21" name="矩形 20">
              <a:extLst>
                <a:ext uri="{FF2B5EF4-FFF2-40B4-BE49-F238E27FC236}">
                  <a16:creationId xmlns:a16="http://schemas.microsoft.com/office/drawing/2014/main" id="{41D94086-394D-4315-876B-D6850DA9783B}"/>
                </a:ext>
              </a:extLst>
            </p:cNvPr>
            <p:cNvSpPr/>
            <p:nvPr/>
          </p:nvSpPr>
          <p:spPr>
            <a:xfrm>
              <a:off x="7142066" y="2004946"/>
              <a:ext cx="498951" cy="2625052"/>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22" name="文字方塊 21">
              <a:extLst>
                <a:ext uri="{FF2B5EF4-FFF2-40B4-BE49-F238E27FC236}">
                  <a16:creationId xmlns:a16="http://schemas.microsoft.com/office/drawing/2014/main" id="{2571B1AD-4697-4C8C-BE6E-51129E10EE15}"/>
                </a:ext>
              </a:extLst>
            </p:cNvPr>
            <p:cNvSpPr txBox="1"/>
            <p:nvPr/>
          </p:nvSpPr>
          <p:spPr>
            <a:xfrm rot="5400000">
              <a:off x="7084256" y="3505942"/>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23" name="文字方塊 22">
              <a:extLst>
                <a:ext uri="{FF2B5EF4-FFF2-40B4-BE49-F238E27FC236}">
                  <a16:creationId xmlns:a16="http://schemas.microsoft.com/office/drawing/2014/main" id="{33FE40F6-A3DD-4FAC-BE27-CB60BFB06287}"/>
                </a:ext>
              </a:extLst>
            </p:cNvPr>
            <p:cNvSpPr txBox="1"/>
            <p:nvPr/>
          </p:nvSpPr>
          <p:spPr>
            <a:xfrm>
              <a:off x="7153349" y="1987121"/>
              <a:ext cx="631069" cy="523220"/>
            </a:xfrm>
            <a:prstGeom prst="rect">
              <a:avLst/>
            </a:prstGeom>
            <a:noFill/>
          </p:spPr>
          <p:txBody>
            <a:bodyPr wrap="square" rtlCol="0">
              <a:spAutoFit/>
            </a:bodyPr>
            <a:lstStyle/>
            <a:p>
              <a:r>
                <a:rPr lang="en-US" altLang="zh-TW" sz="2800" dirty="0"/>
                <a:t>y</a:t>
              </a:r>
              <a:r>
                <a:rPr lang="en-US" altLang="zh-TW" sz="2800" baseline="-25000" dirty="0"/>
                <a:t>1</a:t>
              </a:r>
              <a:endParaRPr lang="zh-TW" altLang="en-US" sz="2800" baseline="-25000" dirty="0"/>
            </a:p>
          </p:txBody>
        </p:sp>
        <p:sp>
          <p:nvSpPr>
            <p:cNvPr id="24" name="文字方塊 23">
              <a:extLst>
                <a:ext uri="{FF2B5EF4-FFF2-40B4-BE49-F238E27FC236}">
                  <a16:creationId xmlns:a16="http://schemas.microsoft.com/office/drawing/2014/main" id="{62902D5E-1856-4FFF-8C66-7D576483051D}"/>
                </a:ext>
              </a:extLst>
            </p:cNvPr>
            <p:cNvSpPr txBox="1"/>
            <p:nvPr/>
          </p:nvSpPr>
          <p:spPr>
            <a:xfrm>
              <a:off x="7142066" y="2785341"/>
              <a:ext cx="631069" cy="523220"/>
            </a:xfrm>
            <a:prstGeom prst="rect">
              <a:avLst/>
            </a:prstGeom>
            <a:noFill/>
          </p:spPr>
          <p:txBody>
            <a:bodyPr wrap="square" rtlCol="0">
              <a:spAutoFit/>
            </a:bodyPr>
            <a:lstStyle/>
            <a:p>
              <a:r>
                <a:rPr lang="en-US" altLang="zh-TW" sz="2800" dirty="0"/>
                <a:t>y</a:t>
              </a:r>
              <a:r>
                <a:rPr lang="en-US" altLang="zh-TW" sz="2800" baseline="-25000" dirty="0"/>
                <a:t>2</a:t>
              </a:r>
              <a:endParaRPr lang="zh-TW" altLang="en-US" sz="2800" baseline="-25000" dirty="0"/>
            </a:p>
          </p:txBody>
        </p:sp>
        <p:sp>
          <p:nvSpPr>
            <p:cNvPr id="25" name="文字方塊 24">
              <a:extLst>
                <a:ext uri="{FF2B5EF4-FFF2-40B4-BE49-F238E27FC236}">
                  <a16:creationId xmlns:a16="http://schemas.microsoft.com/office/drawing/2014/main" id="{FCEFD76C-5AE9-40C3-B25F-74EA5FA311E4}"/>
                </a:ext>
              </a:extLst>
            </p:cNvPr>
            <p:cNvSpPr txBox="1"/>
            <p:nvPr/>
          </p:nvSpPr>
          <p:spPr>
            <a:xfrm>
              <a:off x="7142066" y="4051573"/>
              <a:ext cx="631069" cy="523220"/>
            </a:xfrm>
            <a:prstGeom prst="rect">
              <a:avLst/>
            </a:prstGeom>
            <a:noFill/>
          </p:spPr>
          <p:txBody>
            <a:bodyPr wrap="square" rtlCol="0">
              <a:spAutoFit/>
            </a:bodyPr>
            <a:lstStyle/>
            <a:p>
              <a:r>
                <a:rPr lang="en-US" altLang="zh-TW" sz="2800" dirty="0"/>
                <a:t>y</a:t>
              </a:r>
              <a:r>
                <a:rPr lang="en-US" altLang="zh-TW" sz="2800" baseline="-25000" dirty="0"/>
                <a:t>10</a:t>
              </a:r>
              <a:endParaRPr lang="zh-TW" altLang="en-US" sz="2800" baseline="-25000" dirty="0"/>
            </a:p>
          </p:txBody>
        </p:sp>
      </p:grpSp>
      <p:sp>
        <p:nvSpPr>
          <p:cNvPr id="26" name="文字方塊 26">
            <a:extLst>
              <a:ext uri="{FF2B5EF4-FFF2-40B4-BE49-F238E27FC236}">
                <a16:creationId xmlns:a16="http://schemas.microsoft.com/office/drawing/2014/main" id="{91CFD7A6-E13D-4329-9CA2-C550AB2FD644}"/>
              </a:ext>
            </a:extLst>
          </p:cNvPr>
          <p:cNvSpPr txBox="1"/>
          <p:nvPr/>
        </p:nvSpPr>
        <p:spPr>
          <a:xfrm>
            <a:off x="7106140" y="5868234"/>
            <a:ext cx="3566686" cy="707886"/>
          </a:xfrm>
          <a:prstGeom prst="rect">
            <a:avLst/>
          </a:prstGeom>
        </p:spPr>
        <p:style>
          <a:lnRef idx="0">
            <a:schemeClr val="dk1"/>
          </a:lnRef>
          <a:fillRef idx="3">
            <a:schemeClr val="dk1"/>
          </a:fillRef>
          <a:effectRef idx="3">
            <a:schemeClr val="dk1"/>
          </a:effectRef>
          <a:fontRef idx="minor">
            <a:schemeClr val="lt1"/>
          </a:fontRef>
        </p:style>
        <p:txBody>
          <a:bodyPr wrap="square" rtlCol="0">
            <a:spAutoFit/>
          </a:bodyPr>
          <a:lstStyle/>
          <a:p>
            <a:r>
              <a:rPr lang="en-US" altLang="zh-TW" sz="2000" dirty="0"/>
              <a:t>Each dimension represents the confidence of a digit</a:t>
            </a:r>
            <a:endParaRPr lang="zh-TW" altLang="en-US" sz="2000" dirty="0"/>
          </a:p>
        </p:txBody>
      </p:sp>
      <p:sp>
        <p:nvSpPr>
          <p:cNvPr id="27" name="文字方塊 27">
            <a:extLst>
              <a:ext uri="{FF2B5EF4-FFF2-40B4-BE49-F238E27FC236}">
                <a16:creationId xmlns:a16="http://schemas.microsoft.com/office/drawing/2014/main" id="{C498F6D3-DF4B-4ADC-900F-8BFF95A69147}"/>
              </a:ext>
            </a:extLst>
          </p:cNvPr>
          <p:cNvSpPr txBox="1"/>
          <p:nvPr/>
        </p:nvSpPr>
        <p:spPr>
          <a:xfrm>
            <a:off x="8169005" y="3070888"/>
            <a:ext cx="861633" cy="461665"/>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pPr algn="ctr"/>
            <a:r>
              <a:rPr lang="en-US" altLang="zh-TW" sz="2400" dirty="0"/>
              <a:t>is 1</a:t>
            </a:r>
            <a:endParaRPr lang="zh-TW" altLang="en-US" sz="2400" dirty="0"/>
          </a:p>
        </p:txBody>
      </p:sp>
      <p:sp>
        <p:nvSpPr>
          <p:cNvPr id="28" name="文字方塊 28">
            <a:extLst>
              <a:ext uri="{FF2B5EF4-FFF2-40B4-BE49-F238E27FC236}">
                <a16:creationId xmlns:a16="http://schemas.microsoft.com/office/drawing/2014/main" id="{4B31CBB5-ADA2-4BA0-9B7C-950D9E6E3F07}"/>
              </a:ext>
            </a:extLst>
          </p:cNvPr>
          <p:cNvSpPr txBox="1"/>
          <p:nvPr/>
        </p:nvSpPr>
        <p:spPr>
          <a:xfrm>
            <a:off x="8176314" y="3852170"/>
            <a:ext cx="847013" cy="461665"/>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pPr algn="ctr"/>
            <a:r>
              <a:rPr lang="en-US" altLang="zh-TW" sz="2400" dirty="0"/>
              <a:t>is 2</a:t>
            </a:r>
            <a:endParaRPr lang="zh-TW" altLang="en-US" sz="2400" dirty="0"/>
          </a:p>
        </p:txBody>
      </p:sp>
      <p:sp>
        <p:nvSpPr>
          <p:cNvPr id="29" name="文字方塊 29">
            <a:extLst>
              <a:ext uri="{FF2B5EF4-FFF2-40B4-BE49-F238E27FC236}">
                <a16:creationId xmlns:a16="http://schemas.microsoft.com/office/drawing/2014/main" id="{A77B505E-63F5-4353-A766-B7899DD57339}"/>
              </a:ext>
            </a:extLst>
          </p:cNvPr>
          <p:cNvSpPr txBox="1"/>
          <p:nvPr/>
        </p:nvSpPr>
        <p:spPr>
          <a:xfrm>
            <a:off x="8176314" y="5126139"/>
            <a:ext cx="834766" cy="461665"/>
          </a:xfrm>
          <a:prstGeom prst="rect">
            <a:avLst/>
          </a:prstGeom>
        </p:spPr>
        <p:style>
          <a:lnRef idx="0">
            <a:schemeClr val="accent6"/>
          </a:lnRef>
          <a:fillRef idx="3">
            <a:schemeClr val="accent6"/>
          </a:fillRef>
          <a:effectRef idx="3">
            <a:schemeClr val="accent6"/>
          </a:effectRef>
          <a:fontRef idx="minor">
            <a:schemeClr val="lt1"/>
          </a:fontRef>
        </p:style>
        <p:txBody>
          <a:bodyPr wrap="square" rtlCol="0">
            <a:spAutoFit/>
          </a:bodyPr>
          <a:lstStyle/>
          <a:p>
            <a:pPr algn="ctr"/>
            <a:r>
              <a:rPr lang="en-US" altLang="zh-TW" sz="2400" dirty="0"/>
              <a:t>is 0</a:t>
            </a:r>
            <a:endParaRPr lang="zh-TW" altLang="en-US" sz="2400" dirty="0"/>
          </a:p>
        </p:txBody>
      </p:sp>
      <p:sp>
        <p:nvSpPr>
          <p:cNvPr id="30" name="文字方塊 30">
            <a:extLst>
              <a:ext uri="{FF2B5EF4-FFF2-40B4-BE49-F238E27FC236}">
                <a16:creationId xmlns:a16="http://schemas.microsoft.com/office/drawing/2014/main" id="{6C4D810F-A4DA-45A3-8586-FDDEE4F22F7B}"/>
              </a:ext>
            </a:extLst>
          </p:cNvPr>
          <p:cNvSpPr txBox="1"/>
          <p:nvPr/>
        </p:nvSpPr>
        <p:spPr>
          <a:xfrm rot="5400000">
            <a:off x="8309009" y="4508936"/>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31" name="矩形 31">
            <a:extLst>
              <a:ext uri="{FF2B5EF4-FFF2-40B4-BE49-F238E27FC236}">
                <a16:creationId xmlns:a16="http://schemas.microsoft.com/office/drawing/2014/main" id="{72257B87-F2E7-4DCD-93B6-216F3AD6B93D}"/>
              </a:ext>
            </a:extLst>
          </p:cNvPr>
          <p:cNvSpPr/>
          <p:nvPr/>
        </p:nvSpPr>
        <p:spPr>
          <a:xfrm>
            <a:off x="7236588" y="3131797"/>
            <a:ext cx="619787" cy="43205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sz="2400" dirty="0"/>
              <a:t>0.1</a:t>
            </a:r>
            <a:endParaRPr lang="zh-TW" altLang="en-US" sz="2400" dirty="0"/>
          </a:p>
        </p:txBody>
      </p:sp>
      <p:sp>
        <p:nvSpPr>
          <p:cNvPr id="32" name="矩形 32">
            <a:extLst>
              <a:ext uri="{FF2B5EF4-FFF2-40B4-BE49-F238E27FC236}">
                <a16:creationId xmlns:a16="http://schemas.microsoft.com/office/drawing/2014/main" id="{E1EF4F83-13FB-4953-A5F6-6129D71EE0D2}"/>
              </a:ext>
            </a:extLst>
          </p:cNvPr>
          <p:cNvSpPr/>
          <p:nvPr/>
        </p:nvSpPr>
        <p:spPr>
          <a:xfrm>
            <a:off x="7236588" y="3856202"/>
            <a:ext cx="619787" cy="43205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sz="2400" dirty="0"/>
              <a:t>0.7</a:t>
            </a:r>
            <a:endParaRPr lang="zh-TW" altLang="en-US" sz="2400" dirty="0"/>
          </a:p>
        </p:txBody>
      </p:sp>
      <p:sp>
        <p:nvSpPr>
          <p:cNvPr id="33" name="矩形 33">
            <a:extLst>
              <a:ext uri="{FF2B5EF4-FFF2-40B4-BE49-F238E27FC236}">
                <a16:creationId xmlns:a16="http://schemas.microsoft.com/office/drawing/2014/main" id="{AF7FA854-5390-4AD0-82CE-FC992A92C5BC}"/>
              </a:ext>
            </a:extLst>
          </p:cNvPr>
          <p:cNvSpPr/>
          <p:nvPr/>
        </p:nvSpPr>
        <p:spPr>
          <a:xfrm>
            <a:off x="7217741" y="5125464"/>
            <a:ext cx="656740" cy="432058"/>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sz="2400" dirty="0"/>
              <a:t>0.2</a:t>
            </a:r>
            <a:endParaRPr lang="zh-TW" altLang="en-US" sz="2400" dirty="0"/>
          </a:p>
        </p:txBody>
      </p:sp>
      <p:sp>
        <p:nvSpPr>
          <p:cNvPr id="34" name="矩形 34">
            <a:extLst>
              <a:ext uri="{FF2B5EF4-FFF2-40B4-BE49-F238E27FC236}">
                <a16:creationId xmlns:a16="http://schemas.microsoft.com/office/drawing/2014/main" id="{FC27B52A-5186-467B-8C83-1B51E66361CB}"/>
              </a:ext>
            </a:extLst>
          </p:cNvPr>
          <p:cNvSpPr/>
          <p:nvPr/>
        </p:nvSpPr>
        <p:spPr>
          <a:xfrm>
            <a:off x="7128744" y="3764147"/>
            <a:ext cx="1950970" cy="64098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矩形 35">
            <a:extLst>
              <a:ext uri="{FF2B5EF4-FFF2-40B4-BE49-F238E27FC236}">
                <a16:creationId xmlns:a16="http://schemas.microsoft.com/office/drawing/2014/main" id="{6DACBA9A-882C-49BF-B391-4FD44E066DFF}"/>
              </a:ext>
            </a:extLst>
          </p:cNvPr>
          <p:cNvSpPr/>
          <p:nvPr/>
        </p:nvSpPr>
        <p:spPr>
          <a:xfrm>
            <a:off x="9340755" y="4003327"/>
            <a:ext cx="2351478" cy="903357"/>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sz="2400" dirty="0"/>
              <a:t>The image is  “2”</a:t>
            </a:r>
            <a:endParaRPr lang="zh-TW" altLang="en-US" sz="2400" dirty="0"/>
          </a:p>
        </p:txBody>
      </p:sp>
      <p:sp>
        <p:nvSpPr>
          <p:cNvPr id="36" name="文字版面配置區 2">
            <a:extLst>
              <a:ext uri="{FF2B5EF4-FFF2-40B4-BE49-F238E27FC236}">
                <a16:creationId xmlns:a16="http://schemas.microsoft.com/office/drawing/2014/main" id="{683FF41E-AF5F-4B95-B0B9-BC52ACE5100B}"/>
              </a:ext>
            </a:extLst>
          </p:cNvPr>
          <p:cNvSpPr txBox="1">
            <a:spLocks/>
          </p:cNvSpPr>
          <p:nvPr/>
        </p:nvSpPr>
        <p:spPr>
          <a:xfrm>
            <a:off x="7442470" y="2475661"/>
            <a:ext cx="1796780" cy="656269"/>
          </a:xfrm>
          <a:prstGeom prst="rect">
            <a:avLst/>
          </a:prstGeom>
        </p:spPr>
        <p:txBody>
          <a:bodyPr vert="horz" lIns="91440" tIns="45720" rIns="91440" bIns="45720" rtlCol="0">
            <a:normAutofit/>
          </a:bodyPr>
          <a:lstStyle>
            <a:lvl1pPr marL="342871" indent="-342871" algn="l" defTabSz="914323" rtl="0" eaLnBrk="1" latinLnBrk="0" hangingPunct="1">
              <a:spcBef>
                <a:spcPct val="20000"/>
              </a:spcBef>
              <a:buFont typeface="Arial" panose="020B0604020202020204" pitchFamily="34" charset="0"/>
              <a:buChar char="•"/>
              <a:defRPr sz="2400" kern="1200">
                <a:solidFill>
                  <a:schemeClr val="tx1"/>
                </a:solidFill>
                <a:latin typeface="Palatino Linotype" panose="02040502050505030304" pitchFamily="18" charset="0"/>
                <a:ea typeface="+mn-ea"/>
                <a:cs typeface="+mn-cs"/>
              </a:defRPr>
            </a:lvl1pPr>
            <a:lvl2pPr marL="693680" indent="-236518" algn="l" defTabSz="914323" rtl="0" eaLnBrk="1" latinLnBrk="0" hangingPunct="1">
              <a:spcBef>
                <a:spcPct val="20000"/>
              </a:spcBef>
              <a:buFont typeface="Arial" panose="020B0604020202020204" pitchFamily="34" charset="0"/>
              <a:buChar char="–"/>
              <a:defRPr sz="2200" kern="1200">
                <a:solidFill>
                  <a:schemeClr val="tx1"/>
                </a:solidFill>
                <a:latin typeface="Palatino Linotype" panose="02040502050505030304" pitchFamily="18" charset="0"/>
                <a:ea typeface="+mn-ea"/>
                <a:cs typeface="+mn-cs"/>
              </a:defRPr>
            </a:lvl2pPr>
            <a:lvl3pPr marL="1257195" indent="-342871" algn="l" defTabSz="914323" rtl="0" eaLnBrk="1" latinLnBrk="0" hangingPunct="1">
              <a:spcBef>
                <a:spcPct val="20000"/>
              </a:spcBef>
              <a:buFont typeface="Wingdings" panose="05000000000000000000" pitchFamily="2" charset="2"/>
              <a:buChar char="§"/>
              <a:defRPr sz="2000" kern="1200">
                <a:solidFill>
                  <a:schemeClr val="tx1"/>
                </a:solidFill>
                <a:latin typeface="Palatino Linotype" panose="02040502050505030304" pitchFamily="18" charset="0"/>
                <a:ea typeface="+mn-ea"/>
                <a:cs typeface="+mn-cs"/>
              </a:defRPr>
            </a:lvl3pPr>
            <a:lvl4pPr marL="1600066" indent="-228581" algn="l" defTabSz="914323" rtl="0" eaLnBrk="1" latinLnBrk="0" hangingPunct="1">
              <a:spcBef>
                <a:spcPct val="200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4pPr>
            <a:lvl5pPr marL="2057227" indent="-228581" algn="l" defTabSz="914323" rtl="0" eaLnBrk="1" latinLnBrk="0" hangingPunct="1">
              <a:spcBef>
                <a:spcPct val="20000"/>
              </a:spcBef>
              <a:buFont typeface="Arial" panose="020B0604020202020204" pitchFamily="34" charset="0"/>
              <a:buChar char="»"/>
              <a:defRPr sz="1600" kern="1200">
                <a:solidFill>
                  <a:schemeClr val="tx1"/>
                </a:solidFill>
                <a:latin typeface="Palatino Linotype" panose="02040502050505030304" pitchFamily="18" charset="0"/>
                <a:ea typeface="+mn-ea"/>
                <a:cs typeface="+mn-cs"/>
              </a:defRPr>
            </a:lvl5pPr>
            <a:lvl6pPr marL="2514389" indent="-228581" algn="l" defTabSz="914323"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551" indent="-228581" algn="l" defTabSz="914323"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713" indent="-228581" algn="l" defTabSz="914323"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874" indent="-228581" algn="l" defTabSz="914323"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altLang="zh-TW" b="1" dirty="0"/>
              <a:t>Output</a:t>
            </a:r>
            <a:endParaRPr lang="zh-TW" altLang="en-US" b="1" dirty="0"/>
          </a:p>
        </p:txBody>
      </p:sp>
    </p:spTree>
    <p:extLst>
      <p:ext uri="{BB962C8B-B14F-4D97-AF65-F5344CB8AC3E}">
        <p14:creationId xmlns:p14="http://schemas.microsoft.com/office/powerpoint/2010/main" val="1809724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7"/>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9"/>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1"/>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3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3"/>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4"/>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animBg="1"/>
      <p:bldP spid="10" grpId="0" animBg="1"/>
      <p:bldP spid="13" grpId="0" animBg="1"/>
      <p:bldP spid="15" grpId="0"/>
      <p:bldP spid="16" grpId="0" animBg="1"/>
      <p:bldP spid="17" grpId="0" animBg="1"/>
      <p:bldP spid="18" grpId="0" animBg="1"/>
      <p:bldP spid="19" grpId="0"/>
      <p:bldP spid="26" grpId="0" animBg="1"/>
      <p:bldP spid="27" grpId="0" animBg="1"/>
      <p:bldP spid="28" grpId="0" animBg="1"/>
      <p:bldP spid="29" grpId="0" animBg="1"/>
      <p:bldP spid="30" grpId="0"/>
      <p:bldP spid="31" grpId="0" animBg="1"/>
      <p:bldP spid="32" grpId="0" animBg="1"/>
      <p:bldP spid="33" grpId="0" animBg="1"/>
      <p:bldP spid="34" grpId="0" animBg="1"/>
      <p:bldP spid="3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4">
            <a:extLst>
              <a:ext uri="{FF2B5EF4-FFF2-40B4-BE49-F238E27FC236}">
                <a16:creationId xmlns:a16="http://schemas.microsoft.com/office/drawing/2014/main" id="{48D8F3A0-753B-4E57-9FA3-F6E70B42CC33}"/>
              </a:ext>
            </a:extLst>
          </p:cNvPr>
          <p:cNvPicPr>
            <a:picLocks noChangeAspect="1"/>
          </p:cNvPicPr>
          <p:nvPr/>
        </p:nvPicPr>
        <p:blipFill>
          <a:blip r:embed="rId3"/>
          <a:stretch>
            <a:fillRect/>
          </a:stretch>
        </p:blipFill>
        <p:spPr>
          <a:xfrm>
            <a:off x="1440306" y="1943401"/>
            <a:ext cx="1602442" cy="1592235"/>
          </a:xfrm>
          <a:prstGeom prst="rect">
            <a:avLst/>
          </a:prstGeom>
        </p:spPr>
      </p:pic>
      <p:sp>
        <p:nvSpPr>
          <p:cNvPr id="5" name="矩形 6">
            <a:extLst>
              <a:ext uri="{FF2B5EF4-FFF2-40B4-BE49-F238E27FC236}">
                <a16:creationId xmlns:a16="http://schemas.microsoft.com/office/drawing/2014/main" id="{3452C344-AC29-4297-8F9B-7A2E4D17B8D9}"/>
              </a:ext>
            </a:extLst>
          </p:cNvPr>
          <p:cNvSpPr/>
          <p:nvPr/>
        </p:nvSpPr>
        <p:spPr>
          <a:xfrm>
            <a:off x="4553419" y="1912250"/>
            <a:ext cx="2034073" cy="151675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altLang="zh-TW" sz="2800" dirty="0"/>
              <a:t>Machine</a:t>
            </a:r>
            <a:endParaRPr lang="zh-TW" altLang="en-US" sz="2800" dirty="0"/>
          </a:p>
        </p:txBody>
      </p:sp>
      <p:sp>
        <p:nvSpPr>
          <p:cNvPr id="6" name="向右箭號 7">
            <a:extLst>
              <a:ext uri="{FF2B5EF4-FFF2-40B4-BE49-F238E27FC236}">
                <a16:creationId xmlns:a16="http://schemas.microsoft.com/office/drawing/2014/main" id="{FEFFF56C-F7E5-49E5-BA83-F720448259A0}"/>
              </a:ext>
            </a:extLst>
          </p:cNvPr>
          <p:cNvSpPr/>
          <p:nvPr/>
        </p:nvSpPr>
        <p:spPr>
          <a:xfrm>
            <a:off x="3787479" y="2282929"/>
            <a:ext cx="688735" cy="84754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向右箭號 8">
            <a:extLst>
              <a:ext uri="{FF2B5EF4-FFF2-40B4-BE49-F238E27FC236}">
                <a16:creationId xmlns:a16="http://schemas.microsoft.com/office/drawing/2014/main" id="{DD5B7E4E-51B6-47C7-9F75-ACBF30C16D25}"/>
              </a:ext>
            </a:extLst>
          </p:cNvPr>
          <p:cNvSpPr/>
          <p:nvPr/>
        </p:nvSpPr>
        <p:spPr>
          <a:xfrm>
            <a:off x="6796051" y="2282929"/>
            <a:ext cx="805864" cy="84754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文字方塊 9">
            <a:extLst>
              <a:ext uri="{FF2B5EF4-FFF2-40B4-BE49-F238E27FC236}">
                <a16:creationId xmlns:a16="http://schemas.microsoft.com/office/drawing/2014/main" id="{174EADBB-993A-425B-932F-54753C889392}"/>
              </a:ext>
            </a:extLst>
          </p:cNvPr>
          <p:cNvSpPr txBox="1"/>
          <p:nvPr/>
        </p:nvSpPr>
        <p:spPr>
          <a:xfrm>
            <a:off x="8288356" y="2439792"/>
            <a:ext cx="721324" cy="584775"/>
          </a:xfrm>
          <a:prstGeom prst="rect">
            <a:avLst/>
          </a:prstGeom>
          <a:noFill/>
        </p:spPr>
        <p:txBody>
          <a:bodyPr wrap="square" rtlCol="0">
            <a:spAutoFit/>
          </a:bodyPr>
          <a:lstStyle/>
          <a:p>
            <a:r>
              <a:rPr lang="en-US" altLang="zh-TW" sz="3200" dirty="0"/>
              <a:t>“2”</a:t>
            </a:r>
            <a:endParaRPr lang="zh-TW" altLang="en-US" sz="3200" dirty="0"/>
          </a:p>
        </p:txBody>
      </p:sp>
      <p:grpSp>
        <p:nvGrpSpPr>
          <p:cNvPr id="9" name="群組 5">
            <a:extLst>
              <a:ext uri="{FF2B5EF4-FFF2-40B4-BE49-F238E27FC236}">
                <a16:creationId xmlns:a16="http://schemas.microsoft.com/office/drawing/2014/main" id="{812220AB-024C-4B04-956D-B7A8B2A635EF}"/>
              </a:ext>
            </a:extLst>
          </p:cNvPr>
          <p:cNvGrpSpPr/>
          <p:nvPr/>
        </p:nvGrpSpPr>
        <p:grpSpPr>
          <a:xfrm>
            <a:off x="3190517" y="1412228"/>
            <a:ext cx="600084" cy="2625052"/>
            <a:chOff x="2462115" y="2538616"/>
            <a:chExt cx="600084" cy="2625052"/>
          </a:xfrm>
        </p:grpSpPr>
        <p:sp>
          <p:nvSpPr>
            <p:cNvPr id="10" name="矩形 11">
              <a:extLst>
                <a:ext uri="{FF2B5EF4-FFF2-40B4-BE49-F238E27FC236}">
                  <a16:creationId xmlns:a16="http://schemas.microsoft.com/office/drawing/2014/main" id="{84DA1C79-660F-4AD8-ADC5-E9F22DE80A8F}"/>
                </a:ext>
              </a:extLst>
            </p:cNvPr>
            <p:cNvSpPr/>
            <p:nvPr/>
          </p:nvSpPr>
          <p:spPr>
            <a:xfrm>
              <a:off x="2462115" y="2538616"/>
              <a:ext cx="498951" cy="2625052"/>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11" name="矩形 12">
              <a:extLst>
                <a:ext uri="{FF2B5EF4-FFF2-40B4-BE49-F238E27FC236}">
                  <a16:creationId xmlns:a16="http://schemas.microsoft.com/office/drawing/2014/main" id="{973C96B5-1F09-4BE4-93E4-40835C8AEEBD}"/>
                </a:ext>
              </a:extLst>
            </p:cNvPr>
            <p:cNvSpPr/>
            <p:nvPr/>
          </p:nvSpPr>
          <p:spPr>
            <a:xfrm>
              <a:off x="2530503" y="3256309"/>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12" name="矩形 13">
              <a:extLst>
                <a:ext uri="{FF2B5EF4-FFF2-40B4-BE49-F238E27FC236}">
                  <a16:creationId xmlns:a16="http://schemas.microsoft.com/office/drawing/2014/main" id="{9A11BFC8-BAC5-4023-B1A6-2684A59E8921}"/>
                </a:ext>
              </a:extLst>
            </p:cNvPr>
            <p:cNvSpPr/>
            <p:nvPr/>
          </p:nvSpPr>
          <p:spPr>
            <a:xfrm>
              <a:off x="2536321" y="2685980"/>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graphicFrame>
          <p:nvGraphicFramePr>
            <p:cNvPr id="13" name="Object 12">
              <a:extLst>
                <a:ext uri="{FF2B5EF4-FFF2-40B4-BE49-F238E27FC236}">
                  <a16:creationId xmlns:a16="http://schemas.microsoft.com/office/drawing/2014/main" id="{5B8E7BFD-C815-4777-A934-52F287BFFED6}"/>
                </a:ext>
              </a:extLst>
            </p:cNvPr>
            <p:cNvGraphicFramePr>
              <a:graphicFrameLocks noChangeAspect="1"/>
            </p:cNvGraphicFramePr>
            <p:nvPr>
              <p:extLst>
                <p:ext uri="{D42A27DB-BD31-4B8C-83A1-F6EECF244321}">
                  <p14:modId xmlns:p14="http://schemas.microsoft.com/office/powerpoint/2010/main" val="1446761044"/>
                </p:ext>
              </p:extLst>
            </p:nvPr>
          </p:nvGraphicFramePr>
          <p:xfrm>
            <a:off x="2549020" y="2590730"/>
            <a:ext cx="325438" cy="461962"/>
          </p:xfrm>
          <a:graphic>
            <a:graphicData uri="http://schemas.openxmlformats.org/presentationml/2006/ole">
              <mc:AlternateContent xmlns:mc="http://schemas.openxmlformats.org/markup-compatibility/2006">
                <mc:Choice xmlns:v="urn:schemas-microsoft-com:vml" Requires="v">
                  <p:oleObj spid="_x0000_s2050" name="方程式" r:id="rId4" imgW="152280" imgH="215640" progId="Equation.3">
                    <p:embed/>
                  </p:oleObj>
                </mc:Choice>
                <mc:Fallback>
                  <p:oleObj name="方程式" r:id="rId4" imgW="152280" imgH="215640" progId="Equation.3">
                    <p:embed/>
                    <p:pic>
                      <p:nvPicPr>
                        <p:cNvPr id="13" name="Object 12">
                          <a:extLst>
                            <a:ext uri="{FF2B5EF4-FFF2-40B4-BE49-F238E27FC236}">
                              <a16:creationId xmlns:a16="http://schemas.microsoft.com/office/drawing/2014/main" id="{5B8E7BFD-C815-4777-A934-52F287BFFED6}"/>
                            </a:ext>
                          </a:extLst>
                        </p:cNvPr>
                        <p:cNvPicPr>
                          <a:picLocks noChangeAspect="1" noChangeArrowheads="1"/>
                        </p:cNvPicPr>
                        <p:nvPr/>
                      </p:nvPicPr>
                      <p:blipFill>
                        <a:blip r:embed="rId5"/>
                        <a:srcRect/>
                        <a:stretch>
                          <a:fillRect/>
                        </a:stretch>
                      </p:blipFill>
                      <p:spPr bwMode="auto">
                        <a:xfrm>
                          <a:off x="2549020" y="2590730"/>
                          <a:ext cx="325438" cy="461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Object 12">
              <a:extLst>
                <a:ext uri="{FF2B5EF4-FFF2-40B4-BE49-F238E27FC236}">
                  <a16:creationId xmlns:a16="http://schemas.microsoft.com/office/drawing/2014/main" id="{0442ACD9-D8CD-4E14-BD1D-9D47D6A6BB3B}"/>
                </a:ext>
              </a:extLst>
            </p:cNvPr>
            <p:cNvGraphicFramePr>
              <a:graphicFrameLocks noChangeAspect="1"/>
            </p:cNvGraphicFramePr>
            <p:nvPr>
              <p:extLst>
                <p:ext uri="{D42A27DB-BD31-4B8C-83A1-F6EECF244321}">
                  <p14:modId xmlns:p14="http://schemas.microsoft.com/office/powerpoint/2010/main" val="3990611214"/>
                </p:ext>
              </p:extLst>
            </p:nvPr>
          </p:nvGraphicFramePr>
          <p:xfrm>
            <a:off x="2554316" y="3173459"/>
            <a:ext cx="352425" cy="461963"/>
          </p:xfrm>
          <a:graphic>
            <a:graphicData uri="http://schemas.openxmlformats.org/presentationml/2006/ole">
              <mc:AlternateContent xmlns:mc="http://schemas.openxmlformats.org/markup-compatibility/2006">
                <mc:Choice xmlns:v="urn:schemas-microsoft-com:vml" Requires="v">
                  <p:oleObj spid="_x0000_s2051" name="方程式" r:id="rId6" imgW="164880" imgH="215640" progId="Equation.3">
                    <p:embed/>
                  </p:oleObj>
                </mc:Choice>
                <mc:Fallback>
                  <p:oleObj name="方程式" r:id="rId6" imgW="164880" imgH="215640" progId="Equation.3">
                    <p:embed/>
                    <p:pic>
                      <p:nvPicPr>
                        <p:cNvPr id="14" name="Object 12">
                          <a:extLst>
                            <a:ext uri="{FF2B5EF4-FFF2-40B4-BE49-F238E27FC236}">
                              <a16:creationId xmlns:a16="http://schemas.microsoft.com/office/drawing/2014/main" id="{0442ACD9-D8CD-4E14-BD1D-9D47D6A6BB3B}"/>
                            </a:ext>
                          </a:extLst>
                        </p:cNvPr>
                        <p:cNvPicPr>
                          <a:picLocks noChangeAspect="1" noChangeArrowheads="1"/>
                        </p:cNvPicPr>
                        <p:nvPr/>
                      </p:nvPicPr>
                      <p:blipFill>
                        <a:blip r:embed="rId7"/>
                        <a:srcRect/>
                        <a:stretch>
                          <a:fillRect/>
                        </a:stretch>
                      </p:blipFill>
                      <p:spPr bwMode="auto">
                        <a:xfrm>
                          <a:off x="2554316" y="3173459"/>
                          <a:ext cx="352425" cy="461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矩形 16">
              <a:extLst>
                <a:ext uri="{FF2B5EF4-FFF2-40B4-BE49-F238E27FC236}">
                  <a16:creationId xmlns:a16="http://schemas.microsoft.com/office/drawing/2014/main" id="{3A2EAF6A-8657-4A34-96DF-44D18E8C3DA2}"/>
                </a:ext>
              </a:extLst>
            </p:cNvPr>
            <p:cNvSpPr/>
            <p:nvPr/>
          </p:nvSpPr>
          <p:spPr>
            <a:xfrm>
              <a:off x="2540028" y="4654066"/>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graphicFrame>
          <p:nvGraphicFramePr>
            <p:cNvPr id="16" name="Object 12">
              <a:extLst>
                <a:ext uri="{FF2B5EF4-FFF2-40B4-BE49-F238E27FC236}">
                  <a16:creationId xmlns:a16="http://schemas.microsoft.com/office/drawing/2014/main" id="{8B94BA4C-FEA6-488C-9516-08F822C53FDA}"/>
                </a:ext>
              </a:extLst>
            </p:cNvPr>
            <p:cNvGraphicFramePr>
              <a:graphicFrameLocks noChangeAspect="1"/>
            </p:cNvGraphicFramePr>
            <p:nvPr>
              <p:extLst>
                <p:ext uri="{D42A27DB-BD31-4B8C-83A1-F6EECF244321}">
                  <p14:modId xmlns:p14="http://schemas.microsoft.com/office/powerpoint/2010/main" val="464532923"/>
                </p:ext>
              </p:extLst>
            </p:nvPr>
          </p:nvGraphicFramePr>
          <p:xfrm>
            <a:off x="2468105" y="4557299"/>
            <a:ext cx="544512" cy="488950"/>
          </p:xfrm>
          <a:graphic>
            <a:graphicData uri="http://schemas.openxmlformats.org/presentationml/2006/ole">
              <mc:AlternateContent xmlns:mc="http://schemas.openxmlformats.org/markup-compatibility/2006">
                <mc:Choice xmlns:v="urn:schemas-microsoft-com:vml" Requires="v">
                  <p:oleObj spid="_x0000_s2052" name="方程式" r:id="rId8" imgW="253800" imgH="228600" progId="Equation.3">
                    <p:embed/>
                  </p:oleObj>
                </mc:Choice>
                <mc:Fallback>
                  <p:oleObj name="方程式" r:id="rId8" imgW="253800" imgH="228600" progId="Equation.3">
                    <p:embed/>
                    <p:pic>
                      <p:nvPicPr>
                        <p:cNvPr id="16" name="Object 12">
                          <a:extLst>
                            <a:ext uri="{FF2B5EF4-FFF2-40B4-BE49-F238E27FC236}">
                              <a16:creationId xmlns:a16="http://schemas.microsoft.com/office/drawing/2014/main" id="{8B94BA4C-FEA6-488C-9516-08F822C53FDA}"/>
                            </a:ext>
                          </a:extLst>
                        </p:cNvPr>
                        <p:cNvPicPr>
                          <a:picLocks noChangeAspect="1" noChangeArrowheads="1"/>
                        </p:cNvPicPr>
                        <p:nvPr/>
                      </p:nvPicPr>
                      <p:blipFill>
                        <a:blip r:embed="rId9"/>
                        <a:srcRect/>
                        <a:stretch>
                          <a:fillRect/>
                        </a:stretch>
                      </p:blipFill>
                      <p:spPr bwMode="auto">
                        <a:xfrm>
                          <a:off x="2468105" y="4557299"/>
                          <a:ext cx="544512" cy="488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文字方塊 18">
              <a:extLst>
                <a:ext uri="{FF2B5EF4-FFF2-40B4-BE49-F238E27FC236}">
                  <a16:creationId xmlns:a16="http://schemas.microsoft.com/office/drawing/2014/main" id="{ACEB4733-D711-45F7-8B25-3BD395701D50}"/>
                </a:ext>
              </a:extLst>
            </p:cNvPr>
            <p:cNvSpPr txBox="1"/>
            <p:nvPr/>
          </p:nvSpPr>
          <p:spPr>
            <a:xfrm rot="5400000">
              <a:off x="2415960" y="3939008"/>
              <a:ext cx="769257" cy="523220"/>
            </a:xfrm>
            <a:prstGeom prst="rect">
              <a:avLst/>
            </a:prstGeom>
            <a:noFill/>
          </p:spPr>
          <p:txBody>
            <a:bodyPr wrap="square" rtlCol="0">
              <a:spAutoFit/>
            </a:bodyPr>
            <a:lstStyle/>
            <a:p>
              <a:pPr algn="ctr"/>
              <a:r>
                <a:rPr lang="en-US" altLang="zh-TW" sz="2800" dirty="0"/>
                <a:t>……</a:t>
              </a:r>
              <a:endParaRPr lang="zh-TW" altLang="en-US" sz="2800" dirty="0"/>
            </a:p>
          </p:txBody>
        </p:sp>
      </p:grpSp>
      <p:grpSp>
        <p:nvGrpSpPr>
          <p:cNvPr id="18" name="群組 19">
            <a:extLst>
              <a:ext uri="{FF2B5EF4-FFF2-40B4-BE49-F238E27FC236}">
                <a16:creationId xmlns:a16="http://schemas.microsoft.com/office/drawing/2014/main" id="{FBF9740D-88FF-4025-AC7D-55C5594DBBAE}"/>
              </a:ext>
            </a:extLst>
          </p:cNvPr>
          <p:cNvGrpSpPr/>
          <p:nvPr/>
        </p:nvGrpSpPr>
        <p:grpSpPr>
          <a:xfrm>
            <a:off x="7699927" y="1444992"/>
            <a:ext cx="642352" cy="2642877"/>
            <a:chOff x="7142066" y="1987121"/>
            <a:chExt cx="642352" cy="2642877"/>
          </a:xfrm>
        </p:grpSpPr>
        <p:sp>
          <p:nvSpPr>
            <p:cNvPr id="19" name="矩形 20">
              <a:extLst>
                <a:ext uri="{FF2B5EF4-FFF2-40B4-BE49-F238E27FC236}">
                  <a16:creationId xmlns:a16="http://schemas.microsoft.com/office/drawing/2014/main" id="{F2A6CB17-594B-4752-9712-AFF525DA85E7}"/>
                </a:ext>
              </a:extLst>
            </p:cNvPr>
            <p:cNvSpPr/>
            <p:nvPr/>
          </p:nvSpPr>
          <p:spPr>
            <a:xfrm>
              <a:off x="7142066" y="2004946"/>
              <a:ext cx="498951" cy="2625052"/>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20" name="文字方塊 21">
              <a:extLst>
                <a:ext uri="{FF2B5EF4-FFF2-40B4-BE49-F238E27FC236}">
                  <a16:creationId xmlns:a16="http://schemas.microsoft.com/office/drawing/2014/main" id="{F78F57D0-EEEA-41CE-A6DD-F79CE6E7ED8C}"/>
                </a:ext>
              </a:extLst>
            </p:cNvPr>
            <p:cNvSpPr txBox="1"/>
            <p:nvPr/>
          </p:nvSpPr>
          <p:spPr>
            <a:xfrm rot="5400000">
              <a:off x="7084256" y="3505942"/>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21" name="文字方塊 22">
              <a:extLst>
                <a:ext uri="{FF2B5EF4-FFF2-40B4-BE49-F238E27FC236}">
                  <a16:creationId xmlns:a16="http://schemas.microsoft.com/office/drawing/2014/main" id="{00F4B7FB-3995-4AD3-A08C-54D0AE6848A1}"/>
                </a:ext>
              </a:extLst>
            </p:cNvPr>
            <p:cNvSpPr txBox="1"/>
            <p:nvPr/>
          </p:nvSpPr>
          <p:spPr>
            <a:xfrm>
              <a:off x="7153349" y="1987121"/>
              <a:ext cx="631069" cy="523220"/>
            </a:xfrm>
            <a:prstGeom prst="rect">
              <a:avLst/>
            </a:prstGeom>
            <a:noFill/>
          </p:spPr>
          <p:txBody>
            <a:bodyPr wrap="square" rtlCol="0">
              <a:spAutoFit/>
            </a:bodyPr>
            <a:lstStyle/>
            <a:p>
              <a:r>
                <a:rPr lang="en-US" altLang="zh-TW" sz="2800" dirty="0"/>
                <a:t>y</a:t>
              </a:r>
              <a:r>
                <a:rPr lang="en-US" altLang="zh-TW" sz="2800" baseline="-25000" dirty="0"/>
                <a:t>1</a:t>
              </a:r>
              <a:endParaRPr lang="zh-TW" altLang="en-US" sz="2800" baseline="-25000" dirty="0"/>
            </a:p>
          </p:txBody>
        </p:sp>
        <p:sp>
          <p:nvSpPr>
            <p:cNvPr id="22" name="文字方塊 23">
              <a:extLst>
                <a:ext uri="{FF2B5EF4-FFF2-40B4-BE49-F238E27FC236}">
                  <a16:creationId xmlns:a16="http://schemas.microsoft.com/office/drawing/2014/main" id="{25417A74-5BF8-4607-B84A-7D6E3730DAFF}"/>
                </a:ext>
              </a:extLst>
            </p:cNvPr>
            <p:cNvSpPr txBox="1"/>
            <p:nvPr/>
          </p:nvSpPr>
          <p:spPr>
            <a:xfrm>
              <a:off x="7142066" y="2785341"/>
              <a:ext cx="631069" cy="523220"/>
            </a:xfrm>
            <a:prstGeom prst="rect">
              <a:avLst/>
            </a:prstGeom>
            <a:noFill/>
          </p:spPr>
          <p:txBody>
            <a:bodyPr wrap="square" rtlCol="0">
              <a:spAutoFit/>
            </a:bodyPr>
            <a:lstStyle/>
            <a:p>
              <a:r>
                <a:rPr lang="en-US" altLang="zh-TW" sz="2800" dirty="0"/>
                <a:t>y</a:t>
              </a:r>
              <a:r>
                <a:rPr lang="en-US" altLang="zh-TW" sz="2800" baseline="-25000" dirty="0"/>
                <a:t>2</a:t>
              </a:r>
              <a:endParaRPr lang="zh-TW" altLang="en-US" sz="2800" baseline="-25000" dirty="0"/>
            </a:p>
          </p:txBody>
        </p:sp>
        <p:sp>
          <p:nvSpPr>
            <p:cNvPr id="23" name="文字方塊 24">
              <a:extLst>
                <a:ext uri="{FF2B5EF4-FFF2-40B4-BE49-F238E27FC236}">
                  <a16:creationId xmlns:a16="http://schemas.microsoft.com/office/drawing/2014/main" id="{D301BF34-196E-4000-8623-2A6820534388}"/>
                </a:ext>
              </a:extLst>
            </p:cNvPr>
            <p:cNvSpPr txBox="1"/>
            <p:nvPr/>
          </p:nvSpPr>
          <p:spPr>
            <a:xfrm>
              <a:off x="7142066" y="4051573"/>
              <a:ext cx="631069" cy="523220"/>
            </a:xfrm>
            <a:prstGeom prst="rect">
              <a:avLst/>
            </a:prstGeom>
            <a:noFill/>
          </p:spPr>
          <p:txBody>
            <a:bodyPr wrap="square" rtlCol="0">
              <a:spAutoFit/>
            </a:bodyPr>
            <a:lstStyle/>
            <a:p>
              <a:r>
                <a:rPr lang="en-US" altLang="zh-TW" sz="2800" dirty="0"/>
                <a:t>y</a:t>
              </a:r>
              <a:r>
                <a:rPr lang="en-US" altLang="zh-TW" sz="2800" baseline="-25000" dirty="0"/>
                <a:t>10</a:t>
              </a:r>
              <a:endParaRPr lang="zh-TW" altLang="en-US" sz="2800" baseline="-25000" dirty="0"/>
            </a:p>
          </p:txBody>
        </p:sp>
      </p:grpSp>
      <mc:AlternateContent xmlns:mc="http://schemas.openxmlformats.org/markup-compatibility/2006" xmlns:a14="http://schemas.microsoft.com/office/drawing/2010/main">
        <mc:Choice Requires="a14">
          <p:sp>
            <p:nvSpPr>
              <p:cNvPr id="24" name="文字方塊 28">
                <a:extLst>
                  <a:ext uri="{FF2B5EF4-FFF2-40B4-BE49-F238E27FC236}">
                    <a16:creationId xmlns:a16="http://schemas.microsoft.com/office/drawing/2014/main" id="{15CF7ED7-0347-4425-8F5F-3C80228E7CD2}"/>
                  </a:ext>
                </a:extLst>
              </p:cNvPr>
              <p:cNvSpPr txBox="1"/>
              <p:nvPr/>
            </p:nvSpPr>
            <p:spPr>
              <a:xfrm>
                <a:off x="4477784" y="3529384"/>
                <a:ext cx="2207720" cy="43576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𝑓</m:t>
                      </m:r>
                      <m:r>
                        <a:rPr lang="en-US" altLang="zh-TW" sz="2800" b="0" i="1" smtClean="0">
                          <a:latin typeface="Cambria Math" panose="02040503050406030204" pitchFamily="18" charset="0"/>
                        </a:rPr>
                        <m:t>:</m:t>
                      </m:r>
                      <m:sSup>
                        <m:sSupPr>
                          <m:ctrlPr>
                            <a:rPr lang="en-US" altLang="zh-TW" sz="2800" b="0" i="1" smtClean="0">
                              <a:latin typeface="Cambria Math" panose="02040503050406030204" pitchFamily="18" charset="0"/>
                            </a:rPr>
                          </m:ctrlPr>
                        </m:sSupPr>
                        <m:e>
                          <m:r>
                            <a:rPr lang="en-US" altLang="zh-TW" sz="2800" b="0" i="1" smtClean="0">
                              <a:latin typeface="Cambria Math" panose="02040503050406030204" pitchFamily="18" charset="0"/>
                            </a:rPr>
                            <m:t>𝑅</m:t>
                          </m:r>
                        </m:e>
                        <m:sup>
                          <m:r>
                            <a:rPr lang="en-US" altLang="zh-TW" sz="2800" b="0" i="1" smtClean="0">
                              <a:latin typeface="Cambria Math" panose="02040503050406030204" pitchFamily="18" charset="0"/>
                            </a:rPr>
                            <m:t>256</m:t>
                          </m:r>
                        </m:sup>
                      </m:sSup>
                      <m:r>
                        <a:rPr lang="en-US" altLang="zh-TW" sz="2800" b="0" i="1" smtClean="0">
                          <a:latin typeface="Cambria Math" panose="02040503050406030204" pitchFamily="18" charset="0"/>
                          <a:ea typeface="Cambria Math" panose="02040503050406030204" pitchFamily="18" charset="0"/>
                        </a:rPr>
                        <m:t>→</m:t>
                      </m:r>
                      <m:sSup>
                        <m:sSupPr>
                          <m:ctrlPr>
                            <a:rPr lang="en-US" altLang="zh-TW" sz="2800" i="1">
                              <a:latin typeface="Cambria Math" panose="02040503050406030204" pitchFamily="18" charset="0"/>
                            </a:rPr>
                          </m:ctrlPr>
                        </m:sSupPr>
                        <m:e>
                          <m:r>
                            <a:rPr lang="en-US" altLang="zh-TW" sz="2800" i="1">
                              <a:latin typeface="Cambria Math" panose="02040503050406030204" pitchFamily="18" charset="0"/>
                            </a:rPr>
                            <m:t>𝑅</m:t>
                          </m:r>
                        </m:e>
                        <m:sup>
                          <m:r>
                            <a:rPr lang="en-US" altLang="zh-TW" sz="2800" b="0" i="1" smtClean="0">
                              <a:latin typeface="Cambria Math" panose="02040503050406030204" pitchFamily="18" charset="0"/>
                            </a:rPr>
                            <m:t>10</m:t>
                          </m:r>
                        </m:sup>
                      </m:sSup>
                    </m:oMath>
                  </m:oMathPara>
                </a14:m>
                <a:endParaRPr lang="zh-TW" altLang="en-US" sz="2800" dirty="0"/>
              </a:p>
            </p:txBody>
          </p:sp>
        </mc:Choice>
        <mc:Fallback xmlns="">
          <p:sp>
            <p:nvSpPr>
              <p:cNvPr id="24" name="文字方塊 28">
                <a:extLst>
                  <a:ext uri="{FF2B5EF4-FFF2-40B4-BE49-F238E27FC236}">
                    <a16:creationId xmlns:a16="http://schemas.microsoft.com/office/drawing/2014/main" id="{15CF7ED7-0347-4425-8F5F-3C80228E7CD2}"/>
                  </a:ext>
                </a:extLst>
              </p:cNvPr>
              <p:cNvSpPr txBox="1">
                <a:spLocks noRot="1" noChangeAspect="1" noMove="1" noResize="1" noEditPoints="1" noAdjustHandles="1" noChangeArrowheads="1" noChangeShapeType="1" noTextEdit="1"/>
              </p:cNvSpPr>
              <p:nvPr/>
            </p:nvSpPr>
            <p:spPr>
              <a:xfrm>
                <a:off x="4477784" y="3529384"/>
                <a:ext cx="2207720" cy="435760"/>
              </a:xfrm>
              <a:prstGeom prst="rect">
                <a:avLst/>
              </a:prstGeom>
              <a:blipFill>
                <a:blip r:embed="rId10"/>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25" name="文字方塊 3">
                <a:extLst>
                  <a:ext uri="{FF2B5EF4-FFF2-40B4-BE49-F238E27FC236}">
                    <a16:creationId xmlns:a16="http://schemas.microsoft.com/office/drawing/2014/main" id="{58534891-49C8-41F7-A2EF-D30FDCF37581}"/>
                  </a:ext>
                </a:extLst>
              </p:cNvPr>
              <p:cNvSpPr txBox="1"/>
              <p:nvPr/>
            </p:nvSpPr>
            <p:spPr>
              <a:xfrm>
                <a:off x="2725655" y="4304841"/>
                <a:ext cx="5689600" cy="400110"/>
              </a:xfrm>
              <a:prstGeom prst="rect">
                <a:avLst/>
              </a:prstGeom>
              <a:solidFill>
                <a:schemeClr val="bg1">
                  <a:lumMod val="50000"/>
                </a:schemeClr>
              </a:solidFill>
            </p:spPr>
            <p:style>
              <a:lnRef idx="0">
                <a:schemeClr val="dk1"/>
              </a:lnRef>
              <a:fillRef idx="3">
                <a:schemeClr val="dk1"/>
              </a:fillRef>
              <a:effectRef idx="3">
                <a:schemeClr val="dk1"/>
              </a:effectRef>
              <a:fontRef idx="minor">
                <a:schemeClr val="lt1"/>
              </a:fontRef>
            </p:style>
            <p:txBody>
              <a:bodyPr wrap="square" rtlCol="0">
                <a:spAutoFit/>
              </a:bodyPr>
              <a:lstStyle/>
              <a:p>
                <a:pPr algn="ctr"/>
                <a:r>
                  <a:rPr lang="en-US" altLang="zh-TW" sz="2000" dirty="0"/>
                  <a:t>The function </a:t>
                </a:r>
                <a14:m>
                  <m:oMath xmlns:m="http://schemas.openxmlformats.org/officeDocument/2006/math">
                    <m:r>
                      <a:rPr lang="en-US" altLang="zh-TW" sz="2000" b="0" i="1" smtClean="0">
                        <a:latin typeface="Cambria Math" panose="02040503050406030204" pitchFamily="18" charset="0"/>
                      </a:rPr>
                      <m:t>𝑓</m:t>
                    </m:r>
                  </m:oMath>
                </a14:m>
                <a:r>
                  <a:rPr lang="zh-TW" altLang="en-US" sz="2000" dirty="0"/>
                  <a:t> </a:t>
                </a:r>
                <a:r>
                  <a:rPr lang="en-US" altLang="zh-TW" sz="2000" dirty="0"/>
                  <a:t>is represented by a neural network</a:t>
                </a:r>
                <a:endParaRPr lang="zh-TW" altLang="en-US" sz="2000" dirty="0"/>
              </a:p>
            </p:txBody>
          </p:sp>
        </mc:Choice>
        <mc:Fallback xmlns="">
          <p:sp>
            <p:nvSpPr>
              <p:cNvPr id="25" name="文字方塊 3">
                <a:extLst>
                  <a:ext uri="{FF2B5EF4-FFF2-40B4-BE49-F238E27FC236}">
                    <a16:creationId xmlns:a16="http://schemas.microsoft.com/office/drawing/2014/main" id="{58534891-49C8-41F7-A2EF-D30FDCF37581}"/>
                  </a:ext>
                </a:extLst>
              </p:cNvPr>
              <p:cNvSpPr txBox="1">
                <a:spLocks noRot="1" noChangeAspect="1" noMove="1" noResize="1" noEditPoints="1" noAdjustHandles="1" noChangeArrowheads="1" noChangeShapeType="1" noTextEdit="1"/>
              </p:cNvSpPr>
              <p:nvPr/>
            </p:nvSpPr>
            <p:spPr>
              <a:xfrm>
                <a:off x="2725655" y="4304841"/>
                <a:ext cx="5689600" cy="400110"/>
              </a:xfrm>
              <a:prstGeom prst="rect">
                <a:avLst/>
              </a:prstGeom>
              <a:blipFill>
                <a:blip r:embed="rId11"/>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8467617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0D593-E013-4A47-A935-C153D5D0348E}"/>
              </a:ext>
            </a:extLst>
          </p:cNvPr>
          <p:cNvSpPr>
            <a:spLocks noGrp="1"/>
          </p:cNvSpPr>
          <p:nvPr>
            <p:ph type="title"/>
          </p:nvPr>
        </p:nvSpPr>
        <p:spPr>
          <a:xfrm>
            <a:off x="76147" y="-164967"/>
            <a:ext cx="10515600" cy="1325563"/>
          </a:xfrm>
        </p:spPr>
        <p:txBody>
          <a:bodyPr/>
          <a:lstStyle/>
          <a:p>
            <a:r>
              <a:rPr lang="en-IN" dirty="0"/>
              <a:t>Elements of a Neural Nets</a:t>
            </a:r>
          </a:p>
        </p:txBody>
      </p:sp>
      <p:sp>
        <p:nvSpPr>
          <p:cNvPr id="28" name="文字方塊 33">
            <a:extLst>
              <a:ext uri="{FF2B5EF4-FFF2-40B4-BE49-F238E27FC236}">
                <a16:creationId xmlns:a16="http://schemas.microsoft.com/office/drawing/2014/main" id="{3762B7E0-8827-4897-86C4-5C2D2A98C228}"/>
              </a:ext>
            </a:extLst>
          </p:cNvPr>
          <p:cNvSpPr txBox="1"/>
          <p:nvPr/>
        </p:nvSpPr>
        <p:spPr>
          <a:xfrm>
            <a:off x="4822185" y="6218033"/>
            <a:ext cx="798022" cy="461665"/>
          </a:xfrm>
          <a:prstGeom prst="rect">
            <a:avLst/>
          </a:prstGeom>
          <a:noFill/>
        </p:spPr>
        <p:txBody>
          <a:bodyPr wrap="square" rtlCol="0">
            <a:spAutoFit/>
          </a:bodyPr>
          <a:lstStyle/>
          <a:p>
            <a:pPr algn="ctr"/>
            <a:r>
              <a:rPr lang="en-US" altLang="zh-TW" sz="2400" dirty="0">
                <a:solidFill>
                  <a:srgbClr val="0000FF"/>
                </a:solidFill>
              </a:rPr>
              <a:t>bias</a:t>
            </a:r>
            <a:endParaRPr lang="zh-TW" altLang="en-US" sz="2400" dirty="0">
              <a:solidFill>
                <a:srgbClr val="0000FF"/>
              </a:solidFill>
            </a:endParaRPr>
          </a:p>
        </p:txBody>
      </p:sp>
      <p:sp>
        <p:nvSpPr>
          <p:cNvPr id="33" name="文字方塊 38">
            <a:extLst>
              <a:ext uri="{FF2B5EF4-FFF2-40B4-BE49-F238E27FC236}">
                <a16:creationId xmlns:a16="http://schemas.microsoft.com/office/drawing/2014/main" id="{24849E41-B4F7-4216-8BAA-A2B0EFB1B7AB}"/>
              </a:ext>
            </a:extLst>
          </p:cNvPr>
          <p:cNvSpPr txBox="1"/>
          <p:nvPr/>
        </p:nvSpPr>
        <p:spPr>
          <a:xfrm>
            <a:off x="1943238" y="6184138"/>
            <a:ext cx="1186572" cy="461665"/>
          </a:xfrm>
          <a:prstGeom prst="rect">
            <a:avLst/>
          </a:prstGeom>
          <a:noFill/>
        </p:spPr>
        <p:txBody>
          <a:bodyPr wrap="square" rtlCol="0">
            <a:spAutoFit/>
          </a:bodyPr>
          <a:lstStyle/>
          <a:p>
            <a:pPr algn="ctr"/>
            <a:r>
              <a:rPr lang="en-US" altLang="zh-TW" sz="2400" dirty="0">
                <a:solidFill>
                  <a:srgbClr val="00B050"/>
                </a:solidFill>
              </a:rPr>
              <a:t>input</a:t>
            </a:r>
            <a:endParaRPr lang="zh-TW" altLang="en-US" sz="2400" dirty="0">
              <a:solidFill>
                <a:srgbClr val="00B050"/>
              </a:solidFill>
            </a:endParaRPr>
          </a:p>
        </p:txBody>
      </p:sp>
      <p:grpSp>
        <p:nvGrpSpPr>
          <p:cNvPr id="36" name="Group 35">
            <a:extLst>
              <a:ext uri="{FF2B5EF4-FFF2-40B4-BE49-F238E27FC236}">
                <a16:creationId xmlns:a16="http://schemas.microsoft.com/office/drawing/2014/main" id="{27C6A924-45FC-4028-87CC-2544797C5377}"/>
              </a:ext>
            </a:extLst>
          </p:cNvPr>
          <p:cNvGrpSpPr/>
          <p:nvPr/>
        </p:nvGrpSpPr>
        <p:grpSpPr>
          <a:xfrm>
            <a:off x="2190130" y="2799373"/>
            <a:ext cx="8401617" cy="3418660"/>
            <a:chOff x="1092079" y="3236891"/>
            <a:chExt cx="8401617" cy="3418660"/>
          </a:xfrm>
        </p:grpSpPr>
        <mc:AlternateContent xmlns:mc="http://schemas.openxmlformats.org/markup-compatibility/2006" xmlns:a14="http://schemas.microsoft.com/office/drawing/2010/main">
          <mc:Choice Requires="a14">
            <p:graphicFrame>
              <p:nvGraphicFramePr>
                <p:cNvPr id="4" name="Object 12">
                  <a:extLst>
                    <a:ext uri="{FF2B5EF4-FFF2-40B4-BE49-F238E27FC236}">
                      <a16:creationId xmlns:a16="http://schemas.microsoft.com/office/drawing/2014/main" id="{E4415DE5-AB33-4E91-8B9B-CB2BD08EB386}"/>
                    </a:ext>
                  </a:extLst>
                </p:cNvPr>
                <p:cNvGraphicFramePr>
                  <a:graphicFrameLocks noChangeAspect="1"/>
                </p:cNvGraphicFramePr>
                <p:nvPr>
                  <p:extLst>
                    <p:ext uri="{D42A27DB-BD31-4B8C-83A1-F6EECF244321}">
                      <p14:modId xmlns:p14="http://schemas.microsoft.com/office/powerpoint/2010/main" val="2665972925"/>
                    </p:ext>
                  </p:extLst>
                </p:nvPr>
              </p:nvGraphicFramePr>
              <p:xfrm>
                <a:off x="4169221" y="3236891"/>
                <a:ext cx="5324475" cy="596900"/>
              </p:xfrm>
              <a:graphic>
                <a:graphicData uri="http://schemas.openxmlformats.org/presentationml/2006/ole">
                  <mc:AlternateContent>
                    <mc:Choice xmlns:v="urn:schemas-microsoft-com:vml" Requires="v">
                      <p:oleObj spid="_x0000_s3074" name="方程式" r:id="rId3" imgW="1917360" imgH="215640" progId="Equation.3">
                        <p:embed/>
                      </p:oleObj>
                    </mc:Choice>
                    <mc:Fallback>
                      <p:oleObj name="方程式" r:id="rId3" imgW="1917360" imgH="215640" progId="Equation.3">
                        <p:embed/>
                        <p:pic>
                          <p:nvPicPr>
                            <p:cNvPr id="4" name="Object 12">
                              <a:extLst>
                                <a:ext uri="{FF2B5EF4-FFF2-40B4-BE49-F238E27FC236}">
                                  <a16:creationId xmlns:a16="http://schemas.microsoft.com/office/drawing/2014/main" id="{E4415DE5-AB33-4E91-8B9B-CB2BD08EB386}"/>
                                </a:ext>
                              </a:extLst>
                            </p:cNvPr>
                            <p:cNvPicPr>
                              <a:picLocks noChangeAspect="1" noChangeArrowheads="1"/>
                            </p:cNvPicPr>
                            <p:nvPr/>
                          </p:nvPicPr>
                          <p:blipFill>
                            <a:blip r:embed="rId4"/>
                            <a:srcRect/>
                            <a:stretch>
                              <a:fillRect/>
                            </a:stretch>
                          </p:blipFill>
                          <p:spPr bwMode="auto">
                            <a:xfrm>
                              <a:off x="4169221" y="3236891"/>
                              <a:ext cx="5324475" cy="596900"/>
                            </a:xfrm>
                            <a:prstGeom prst="rect">
                              <a:avLst/>
                            </a:prstGeom>
                            <a:noFill/>
                          </p:spPr>
                        </p:pic>
                      </p:oleObj>
                    </mc:Fallback>
                  </mc:AlternateContent>
                </a:graphicData>
              </a:graphic>
            </p:graphicFrame>
          </mc:Choice>
          <mc:Fallback xmlns="">
            <p:graphicFrame>
              <p:nvGraphicFramePr>
                <p:cNvPr id="4" name="Object 12">
                  <a:extLst>
                    <a:ext uri="{FF2B5EF4-FFF2-40B4-BE49-F238E27FC236}">
                      <a16:creationId xmlns:a16="http://schemas.microsoft.com/office/drawing/2014/main" id="{E4415DE5-AB33-4E91-8B9B-CB2BD08EB386}"/>
                    </a:ext>
                  </a:extLst>
                </p:cNvPr>
                <p:cNvGraphicFramePr>
                  <a:graphicFrameLocks noChangeAspect="1"/>
                </p:cNvGraphicFramePr>
                <p:nvPr>
                  <p:extLst>
                    <p:ext uri="{D42A27DB-BD31-4B8C-83A1-F6EECF244321}">
                      <p14:modId xmlns:p14="http://schemas.microsoft.com/office/powerpoint/2010/main" val="2665972925"/>
                    </p:ext>
                  </p:extLst>
                </p:nvPr>
              </p:nvGraphicFramePr>
              <p:xfrm>
                <a:off x="4169221" y="3236891"/>
                <a:ext cx="5324475" cy="596900"/>
              </p:xfrm>
              <a:graphic>
                <a:graphicData uri="http://schemas.openxmlformats.org/presentationml/2006/ole">
                  <mc:AlternateContent>
                    <mc:Choice xmlns:v="urn:schemas-microsoft-com:vml" Requires="v">
                      <p:oleObj name="方程式" r:id="rId5" imgW="1917360" imgH="215640" progId="Equation.3">
                        <p:embed/>
                      </p:oleObj>
                    </mc:Choice>
                    <mc:Fallback>
                      <p:oleObj name="方程式" r:id="rId5" imgW="1917360" imgH="215640" progId="Equation.3">
                        <p:embed/>
                        <p:pic>
                          <p:nvPicPr>
                            <p:cNvPr id="4" name="Object 12">
                              <a:extLst>
                                <a:ext uri="{FF2B5EF4-FFF2-40B4-BE49-F238E27FC236}">
                                  <a16:creationId xmlns:a16="http://schemas.microsoft.com/office/drawing/2014/main" id="{E4415DE5-AB33-4E91-8B9B-CB2BD08EB386}"/>
                                </a:ext>
                              </a:extLst>
                            </p:cNvPr>
                            <p:cNvPicPr>
                              <a:picLocks noChangeAspect="1" noChangeArrowheads="1"/>
                            </p:cNvPicPr>
                            <p:nvPr/>
                          </p:nvPicPr>
                          <p:blipFill>
                            <a:blip r:embed="rId6"/>
                            <a:srcRect/>
                            <a:stretch>
                              <a:fillRect/>
                            </a:stretch>
                          </p:blipFill>
                          <p:spPr bwMode="auto">
                            <a:xfrm>
                              <a:off x="4169221" y="3236891"/>
                              <a:ext cx="5324475" cy="596900"/>
                            </a:xfrm>
                            <a:prstGeom prst="rect">
                              <a:avLst/>
                            </a:prstGeom>
                            <a:noFill/>
                          </p:spPr>
                        </p:pic>
                      </p:oleObj>
                    </mc:Fallback>
                  </mc:AlternateContent>
                </a:graphicData>
              </a:graphic>
            </p:graphicFrame>
          </mc:Fallback>
        </mc:AlternateContent>
        <p:sp>
          <p:nvSpPr>
            <p:cNvPr id="5" name="矩形 25">
              <a:extLst>
                <a:ext uri="{FF2B5EF4-FFF2-40B4-BE49-F238E27FC236}">
                  <a16:creationId xmlns:a16="http://schemas.microsoft.com/office/drawing/2014/main" id="{7779E30D-E488-4888-9FF3-8B0165D41B9A}"/>
                </a:ext>
              </a:extLst>
            </p:cNvPr>
            <p:cNvSpPr/>
            <p:nvPr/>
          </p:nvSpPr>
          <p:spPr>
            <a:xfrm>
              <a:off x="2076764" y="3546671"/>
              <a:ext cx="622890" cy="2219353"/>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cxnSp>
          <p:nvCxnSpPr>
            <p:cNvPr id="6" name="直線單箭頭接點 35">
              <a:extLst>
                <a:ext uri="{FF2B5EF4-FFF2-40B4-BE49-F238E27FC236}">
                  <a16:creationId xmlns:a16="http://schemas.microsoft.com/office/drawing/2014/main" id="{03B4AED1-92DA-4472-84CA-40479D773249}"/>
                </a:ext>
              </a:extLst>
            </p:cNvPr>
            <p:cNvCxnSpPr/>
            <p:nvPr/>
          </p:nvCxnSpPr>
          <p:spPr>
            <a:xfrm flipV="1">
              <a:off x="5691719" y="5049657"/>
              <a:ext cx="804687" cy="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矩形 3">
              <a:extLst>
                <a:ext uri="{FF2B5EF4-FFF2-40B4-BE49-F238E27FC236}">
                  <a16:creationId xmlns:a16="http://schemas.microsoft.com/office/drawing/2014/main" id="{EE171CA8-92AF-41AA-81A3-CE45FE6CE0C4}"/>
                </a:ext>
              </a:extLst>
            </p:cNvPr>
            <p:cNvSpPr/>
            <p:nvPr/>
          </p:nvSpPr>
          <p:spPr>
            <a:xfrm>
              <a:off x="3766373" y="6071275"/>
              <a:ext cx="596697" cy="584276"/>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8" name="矩形 4">
              <a:extLst>
                <a:ext uri="{FF2B5EF4-FFF2-40B4-BE49-F238E27FC236}">
                  <a16:creationId xmlns:a16="http://schemas.microsoft.com/office/drawing/2014/main" id="{091A17A5-7E5A-4D1F-9DC5-A0923C581555}"/>
                </a:ext>
              </a:extLst>
            </p:cNvPr>
            <p:cNvSpPr/>
            <p:nvPr/>
          </p:nvSpPr>
          <p:spPr>
            <a:xfrm>
              <a:off x="1092079" y="3458803"/>
              <a:ext cx="596697" cy="2807025"/>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9" name="直線單箭頭接點 5">
              <a:extLst>
                <a:ext uri="{FF2B5EF4-FFF2-40B4-BE49-F238E27FC236}">
                  <a16:creationId xmlns:a16="http://schemas.microsoft.com/office/drawing/2014/main" id="{56A1CB1F-7BA2-4265-8C65-438EF6D49206}"/>
                </a:ext>
              </a:extLst>
            </p:cNvPr>
            <p:cNvCxnSpPr>
              <a:stCxn id="21" idx="3"/>
              <a:endCxn id="23" idx="1"/>
            </p:cNvCxnSpPr>
            <p:nvPr/>
          </p:nvCxnSpPr>
          <p:spPr>
            <a:xfrm flipV="1">
              <a:off x="1681156" y="5060102"/>
              <a:ext cx="2145559" cy="78886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橢圓 6">
              <a:extLst>
                <a:ext uri="{FF2B5EF4-FFF2-40B4-BE49-F238E27FC236}">
                  <a16:creationId xmlns:a16="http://schemas.microsoft.com/office/drawing/2014/main" id="{C93FBD69-B20B-4961-B109-41B60A0A873F}"/>
                </a:ext>
              </a:extLst>
            </p:cNvPr>
            <p:cNvSpPr/>
            <p:nvPr/>
          </p:nvSpPr>
          <p:spPr>
            <a:xfrm>
              <a:off x="4981287" y="4551196"/>
              <a:ext cx="941612" cy="941612"/>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sz="2400" dirty="0"/>
            </a:p>
          </p:txBody>
        </p:sp>
        <mc:AlternateContent xmlns:mc="http://schemas.openxmlformats.org/markup-compatibility/2006" xmlns:a14="http://schemas.microsoft.com/office/drawing/2010/main">
          <mc:Choice Requires="a14">
            <p:graphicFrame>
              <p:nvGraphicFramePr>
                <p:cNvPr id="11" name="Object 12">
                  <a:extLst>
                    <a:ext uri="{FF2B5EF4-FFF2-40B4-BE49-F238E27FC236}">
                      <a16:creationId xmlns:a16="http://schemas.microsoft.com/office/drawing/2014/main" id="{C09559BA-5D17-4F5C-B6A2-30C55BFBCF53}"/>
                    </a:ext>
                  </a:extLst>
                </p:cNvPr>
                <p:cNvGraphicFramePr>
                  <a:graphicFrameLocks noChangeAspect="1"/>
                </p:cNvGraphicFramePr>
                <p:nvPr>
                  <p:extLst>
                    <p:ext uri="{D42A27DB-BD31-4B8C-83A1-F6EECF244321}">
                      <p14:modId xmlns:p14="http://schemas.microsoft.com/office/powerpoint/2010/main" val="2794831491"/>
                    </p:ext>
                  </p:extLst>
                </p:nvPr>
              </p:nvGraphicFramePr>
              <p:xfrm>
                <a:off x="4510353" y="4662623"/>
                <a:ext cx="352425" cy="350837"/>
              </p:xfrm>
              <a:graphic>
                <a:graphicData uri="http://schemas.openxmlformats.org/presentationml/2006/ole">
                  <mc:AlternateContent>
                    <mc:Choice xmlns:v="urn:schemas-microsoft-com:vml" Requires="v">
                      <p:oleObj spid="_x0000_s3075" name="方程式" r:id="rId7" imgW="126720" imgH="126720" progId="Equation.3">
                        <p:embed/>
                      </p:oleObj>
                    </mc:Choice>
                    <mc:Fallback>
                      <p:oleObj name="方程式" r:id="rId7" imgW="126720" imgH="126720" progId="Equation.3">
                        <p:embed/>
                        <p:pic>
                          <p:nvPicPr>
                            <p:cNvPr id="11" name="Object 12">
                              <a:extLst>
                                <a:ext uri="{FF2B5EF4-FFF2-40B4-BE49-F238E27FC236}">
                                  <a16:creationId xmlns:a16="http://schemas.microsoft.com/office/drawing/2014/main" id="{C09559BA-5D17-4F5C-B6A2-30C55BFBCF53}"/>
                                </a:ext>
                              </a:extLst>
                            </p:cNvPr>
                            <p:cNvPicPr>
                              <a:picLocks noChangeAspect="1" noChangeArrowheads="1"/>
                            </p:cNvPicPr>
                            <p:nvPr/>
                          </p:nvPicPr>
                          <p:blipFill>
                            <a:blip r:embed="rId8"/>
                            <a:srcRect/>
                            <a:stretch>
                              <a:fillRect/>
                            </a:stretch>
                          </p:blipFill>
                          <p:spPr bwMode="auto">
                            <a:xfrm>
                              <a:off x="4510353" y="4662623"/>
                              <a:ext cx="352425" cy="350837"/>
                            </a:xfrm>
                            <a:prstGeom prst="rect">
                              <a:avLst/>
                            </a:prstGeom>
                            <a:noFill/>
                          </p:spPr>
                        </p:pic>
                      </p:oleObj>
                    </mc:Fallback>
                  </mc:AlternateContent>
                </a:graphicData>
              </a:graphic>
            </p:graphicFrame>
          </mc:Choice>
          <mc:Fallback xmlns="">
            <p:graphicFrame>
              <p:nvGraphicFramePr>
                <p:cNvPr id="11" name="Object 12">
                  <a:extLst>
                    <a:ext uri="{FF2B5EF4-FFF2-40B4-BE49-F238E27FC236}">
                      <a16:creationId xmlns:a16="http://schemas.microsoft.com/office/drawing/2014/main" id="{C09559BA-5D17-4F5C-B6A2-30C55BFBCF53}"/>
                    </a:ext>
                  </a:extLst>
                </p:cNvPr>
                <p:cNvGraphicFramePr>
                  <a:graphicFrameLocks noChangeAspect="1"/>
                </p:cNvGraphicFramePr>
                <p:nvPr>
                  <p:extLst>
                    <p:ext uri="{D42A27DB-BD31-4B8C-83A1-F6EECF244321}">
                      <p14:modId xmlns:p14="http://schemas.microsoft.com/office/powerpoint/2010/main" val="2794831491"/>
                    </p:ext>
                  </p:extLst>
                </p:nvPr>
              </p:nvGraphicFramePr>
              <p:xfrm>
                <a:off x="4510353" y="4662623"/>
                <a:ext cx="352425" cy="350837"/>
              </p:xfrm>
              <a:graphic>
                <a:graphicData uri="http://schemas.openxmlformats.org/presentationml/2006/ole">
                  <mc:AlternateContent>
                    <mc:Choice xmlns:v="urn:schemas-microsoft-com:vml" Requires="v">
                      <p:oleObj name="方程式" r:id="rId9" imgW="126720" imgH="126720" progId="Equation.3">
                        <p:embed/>
                      </p:oleObj>
                    </mc:Choice>
                    <mc:Fallback>
                      <p:oleObj name="方程式" r:id="rId9" imgW="126720" imgH="126720" progId="Equation.3">
                        <p:embed/>
                        <p:pic>
                          <p:nvPicPr>
                            <p:cNvPr id="11" name="Object 12">
                              <a:extLst>
                                <a:ext uri="{FF2B5EF4-FFF2-40B4-BE49-F238E27FC236}">
                                  <a16:creationId xmlns:a16="http://schemas.microsoft.com/office/drawing/2014/main" id="{C09559BA-5D17-4F5C-B6A2-30C55BFBCF53}"/>
                                </a:ext>
                              </a:extLst>
                            </p:cNvPr>
                            <p:cNvPicPr>
                              <a:picLocks noChangeAspect="1" noChangeArrowheads="1"/>
                            </p:cNvPicPr>
                            <p:nvPr/>
                          </p:nvPicPr>
                          <p:blipFill>
                            <a:blip r:embed="rId10"/>
                            <a:srcRect/>
                            <a:stretch>
                              <a:fillRect/>
                            </a:stretch>
                          </p:blipFill>
                          <p:spPr bwMode="auto">
                            <a:xfrm>
                              <a:off x="4510353" y="4662623"/>
                              <a:ext cx="352425" cy="350837"/>
                            </a:xfrm>
                            <a:prstGeom prst="rect">
                              <a:avLst/>
                            </a:prstGeom>
                            <a:noFill/>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12" name="Object 12">
                  <a:extLst>
                    <a:ext uri="{FF2B5EF4-FFF2-40B4-BE49-F238E27FC236}">
                      <a16:creationId xmlns:a16="http://schemas.microsoft.com/office/drawing/2014/main" id="{4B879A55-48D6-4E0A-A834-2738F540F5C6}"/>
                    </a:ext>
                  </a:extLst>
                </p:cNvPr>
                <p:cNvGraphicFramePr>
                  <a:graphicFrameLocks noChangeAspect="1"/>
                </p:cNvGraphicFramePr>
                <p:nvPr>
                  <p:extLst>
                    <p:ext uri="{D42A27DB-BD31-4B8C-83A1-F6EECF244321}">
                      <p14:modId xmlns:p14="http://schemas.microsoft.com/office/powerpoint/2010/main" val="699893437"/>
                    </p:ext>
                  </p:extLst>
                </p:nvPr>
              </p:nvGraphicFramePr>
              <p:xfrm>
                <a:off x="2134855" y="3567400"/>
                <a:ext cx="493713" cy="595313"/>
              </p:xfrm>
              <a:graphic>
                <a:graphicData uri="http://schemas.openxmlformats.org/presentationml/2006/ole">
                  <mc:AlternateContent>
                    <mc:Choice xmlns:v="urn:schemas-microsoft-com:vml" Requires="v">
                      <p:oleObj spid="_x0000_s3076" name="方程式" r:id="rId11" imgW="177480" imgH="215640" progId="Equation.3">
                        <p:embed/>
                      </p:oleObj>
                    </mc:Choice>
                    <mc:Fallback>
                      <p:oleObj name="方程式" r:id="rId11" imgW="177480" imgH="215640" progId="Equation.3">
                        <p:embed/>
                        <p:pic>
                          <p:nvPicPr>
                            <p:cNvPr id="12" name="Object 12">
                              <a:extLst>
                                <a:ext uri="{FF2B5EF4-FFF2-40B4-BE49-F238E27FC236}">
                                  <a16:creationId xmlns:a16="http://schemas.microsoft.com/office/drawing/2014/main" id="{4B879A55-48D6-4E0A-A834-2738F540F5C6}"/>
                                </a:ext>
                              </a:extLst>
                            </p:cNvPr>
                            <p:cNvPicPr>
                              <a:picLocks noChangeAspect="1" noChangeArrowheads="1"/>
                            </p:cNvPicPr>
                            <p:nvPr/>
                          </p:nvPicPr>
                          <p:blipFill>
                            <a:blip r:embed="rId12"/>
                            <a:srcRect/>
                            <a:stretch>
                              <a:fillRect/>
                            </a:stretch>
                          </p:blipFill>
                          <p:spPr bwMode="auto">
                            <a:xfrm>
                              <a:off x="2134855" y="3567400"/>
                              <a:ext cx="493713" cy="595313"/>
                            </a:xfrm>
                            <a:prstGeom prst="rect">
                              <a:avLst/>
                            </a:prstGeom>
                            <a:noFill/>
                          </p:spPr>
                        </p:pic>
                      </p:oleObj>
                    </mc:Fallback>
                  </mc:AlternateContent>
                </a:graphicData>
              </a:graphic>
            </p:graphicFrame>
          </mc:Choice>
          <mc:Fallback xmlns="">
            <p:graphicFrame>
              <p:nvGraphicFramePr>
                <p:cNvPr id="12" name="Object 12">
                  <a:extLst>
                    <a:ext uri="{FF2B5EF4-FFF2-40B4-BE49-F238E27FC236}">
                      <a16:creationId xmlns:a16="http://schemas.microsoft.com/office/drawing/2014/main" id="{4B879A55-48D6-4E0A-A834-2738F540F5C6}"/>
                    </a:ext>
                  </a:extLst>
                </p:cNvPr>
                <p:cNvGraphicFramePr>
                  <a:graphicFrameLocks noChangeAspect="1"/>
                </p:cNvGraphicFramePr>
                <p:nvPr>
                  <p:extLst>
                    <p:ext uri="{D42A27DB-BD31-4B8C-83A1-F6EECF244321}">
                      <p14:modId xmlns:p14="http://schemas.microsoft.com/office/powerpoint/2010/main" val="699893437"/>
                    </p:ext>
                  </p:extLst>
                </p:nvPr>
              </p:nvGraphicFramePr>
              <p:xfrm>
                <a:off x="2134855" y="3567400"/>
                <a:ext cx="493713" cy="595313"/>
              </p:xfrm>
              <a:graphic>
                <a:graphicData uri="http://schemas.openxmlformats.org/presentationml/2006/ole">
                  <mc:AlternateContent>
                    <mc:Choice xmlns:v="urn:schemas-microsoft-com:vml" Requires="v">
                      <p:oleObj name="方程式" r:id="rId13" imgW="177480" imgH="215640" progId="Equation.3">
                        <p:embed/>
                      </p:oleObj>
                    </mc:Choice>
                    <mc:Fallback>
                      <p:oleObj name="方程式" r:id="rId13" imgW="177480" imgH="215640" progId="Equation.3">
                        <p:embed/>
                        <p:pic>
                          <p:nvPicPr>
                            <p:cNvPr id="12" name="Object 12">
                              <a:extLst>
                                <a:ext uri="{FF2B5EF4-FFF2-40B4-BE49-F238E27FC236}">
                                  <a16:creationId xmlns:a16="http://schemas.microsoft.com/office/drawing/2014/main" id="{4B879A55-48D6-4E0A-A834-2738F540F5C6}"/>
                                </a:ext>
                              </a:extLst>
                            </p:cNvPr>
                            <p:cNvPicPr>
                              <a:picLocks noChangeAspect="1" noChangeArrowheads="1"/>
                            </p:cNvPicPr>
                            <p:nvPr/>
                          </p:nvPicPr>
                          <p:blipFill>
                            <a:blip r:embed="rId14"/>
                            <a:srcRect/>
                            <a:stretch>
                              <a:fillRect/>
                            </a:stretch>
                          </p:blipFill>
                          <p:spPr bwMode="auto">
                            <a:xfrm>
                              <a:off x="2134855" y="3567400"/>
                              <a:ext cx="493713" cy="595313"/>
                            </a:xfrm>
                            <a:prstGeom prst="rect">
                              <a:avLst/>
                            </a:prstGeom>
                            <a:noFill/>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13" name="Object 12">
                  <a:extLst>
                    <a:ext uri="{FF2B5EF4-FFF2-40B4-BE49-F238E27FC236}">
                      <a16:creationId xmlns:a16="http://schemas.microsoft.com/office/drawing/2014/main" id="{83A7CDC2-F134-4E6F-8FFA-0517E9AB051E}"/>
                    </a:ext>
                  </a:extLst>
                </p:cNvPr>
                <p:cNvGraphicFramePr>
                  <a:graphicFrameLocks noChangeAspect="1"/>
                </p:cNvGraphicFramePr>
                <p:nvPr>
                  <p:extLst>
                    <p:ext uri="{D42A27DB-BD31-4B8C-83A1-F6EECF244321}">
                      <p14:modId xmlns:p14="http://schemas.microsoft.com/office/powerpoint/2010/main" val="1899785445"/>
                    </p:ext>
                  </p:extLst>
                </p:nvPr>
              </p:nvGraphicFramePr>
              <p:xfrm>
                <a:off x="2138705" y="4203654"/>
                <a:ext cx="528638" cy="595313"/>
              </p:xfrm>
              <a:graphic>
                <a:graphicData uri="http://schemas.openxmlformats.org/presentationml/2006/ole">
                  <mc:AlternateContent>
                    <mc:Choice xmlns:v="urn:schemas-microsoft-com:vml" Requires="v">
                      <p:oleObj spid="_x0000_s3077" name="方程式" r:id="rId15" imgW="190440" imgH="215640" progId="Equation.3">
                        <p:embed/>
                      </p:oleObj>
                    </mc:Choice>
                    <mc:Fallback>
                      <p:oleObj name="方程式" r:id="rId15" imgW="190440" imgH="215640" progId="Equation.3">
                        <p:embed/>
                        <p:pic>
                          <p:nvPicPr>
                            <p:cNvPr id="13" name="Object 12">
                              <a:extLst>
                                <a:ext uri="{FF2B5EF4-FFF2-40B4-BE49-F238E27FC236}">
                                  <a16:creationId xmlns:a16="http://schemas.microsoft.com/office/drawing/2014/main" id="{83A7CDC2-F134-4E6F-8FFA-0517E9AB051E}"/>
                                </a:ext>
                              </a:extLst>
                            </p:cNvPr>
                            <p:cNvPicPr>
                              <a:picLocks noChangeAspect="1" noChangeArrowheads="1"/>
                            </p:cNvPicPr>
                            <p:nvPr/>
                          </p:nvPicPr>
                          <p:blipFill>
                            <a:blip r:embed="rId16"/>
                            <a:srcRect/>
                            <a:stretch>
                              <a:fillRect/>
                            </a:stretch>
                          </p:blipFill>
                          <p:spPr bwMode="auto">
                            <a:xfrm>
                              <a:off x="2138705" y="4203654"/>
                              <a:ext cx="528638" cy="595313"/>
                            </a:xfrm>
                            <a:prstGeom prst="rect">
                              <a:avLst/>
                            </a:prstGeom>
                            <a:noFill/>
                          </p:spPr>
                        </p:pic>
                      </p:oleObj>
                    </mc:Fallback>
                  </mc:AlternateContent>
                </a:graphicData>
              </a:graphic>
            </p:graphicFrame>
          </mc:Choice>
          <mc:Fallback xmlns="">
            <p:graphicFrame>
              <p:nvGraphicFramePr>
                <p:cNvPr id="13" name="Object 12">
                  <a:extLst>
                    <a:ext uri="{FF2B5EF4-FFF2-40B4-BE49-F238E27FC236}">
                      <a16:creationId xmlns:a16="http://schemas.microsoft.com/office/drawing/2014/main" id="{83A7CDC2-F134-4E6F-8FFA-0517E9AB051E}"/>
                    </a:ext>
                  </a:extLst>
                </p:cNvPr>
                <p:cNvGraphicFramePr>
                  <a:graphicFrameLocks noChangeAspect="1"/>
                </p:cNvGraphicFramePr>
                <p:nvPr>
                  <p:extLst>
                    <p:ext uri="{D42A27DB-BD31-4B8C-83A1-F6EECF244321}">
                      <p14:modId xmlns:p14="http://schemas.microsoft.com/office/powerpoint/2010/main" val="1899785445"/>
                    </p:ext>
                  </p:extLst>
                </p:nvPr>
              </p:nvGraphicFramePr>
              <p:xfrm>
                <a:off x="2138705" y="4203654"/>
                <a:ext cx="528638" cy="595313"/>
              </p:xfrm>
              <a:graphic>
                <a:graphicData uri="http://schemas.openxmlformats.org/presentationml/2006/ole">
                  <mc:AlternateContent>
                    <mc:Choice xmlns:v="urn:schemas-microsoft-com:vml" Requires="v">
                      <p:oleObj name="方程式" r:id="rId17" imgW="190440" imgH="215640" progId="Equation.3">
                        <p:embed/>
                      </p:oleObj>
                    </mc:Choice>
                    <mc:Fallback>
                      <p:oleObj name="方程式" r:id="rId17" imgW="190440" imgH="215640" progId="Equation.3">
                        <p:embed/>
                        <p:pic>
                          <p:nvPicPr>
                            <p:cNvPr id="13" name="Object 12">
                              <a:extLst>
                                <a:ext uri="{FF2B5EF4-FFF2-40B4-BE49-F238E27FC236}">
                                  <a16:creationId xmlns:a16="http://schemas.microsoft.com/office/drawing/2014/main" id="{83A7CDC2-F134-4E6F-8FFA-0517E9AB051E}"/>
                                </a:ext>
                              </a:extLst>
                            </p:cNvPr>
                            <p:cNvPicPr>
                              <a:picLocks noChangeAspect="1" noChangeArrowheads="1"/>
                            </p:cNvPicPr>
                            <p:nvPr/>
                          </p:nvPicPr>
                          <p:blipFill>
                            <a:blip r:embed="rId18"/>
                            <a:srcRect/>
                            <a:stretch>
                              <a:fillRect/>
                            </a:stretch>
                          </p:blipFill>
                          <p:spPr bwMode="auto">
                            <a:xfrm>
                              <a:off x="2138705" y="4203654"/>
                              <a:ext cx="528638" cy="595313"/>
                            </a:xfrm>
                            <a:prstGeom prst="rect">
                              <a:avLst/>
                            </a:prstGeom>
                            <a:noFill/>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14" name="Object 12">
                  <a:extLst>
                    <a:ext uri="{FF2B5EF4-FFF2-40B4-BE49-F238E27FC236}">
                      <a16:creationId xmlns:a16="http://schemas.microsoft.com/office/drawing/2014/main" id="{652763F1-BD43-4DE3-8863-F1F6869A0586}"/>
                    </a:ext>
                  </a:extLst>
                </p:cNvPr>
                <p:cNvGraphicFramePr>
                  <a:graphicFrameLocks noChangeAspect="1"/>
                </p:cNvGraphicFramePr>
                <p:nvPr>
                  <p:extLst>
                    <p:ext uri="{D42A27DB-BD31-4B8C-83A1-F6EECF244321}">
                      <p14:modId xmlns:p14="http://schemas.microsoft.com/office/powerpoint/2010/main" val="2471666974"/>
                    </p:ext>
                  </p:extLst>
                </p:nvPr>
              </p:nvGraphicFramePr>
              <p:xfrm>
                <a:off x="2134855" y="4982504"/>
                <a:ext cx="598487" cy="595312"/>
              </p:xfrm>
              <a:graphic>
                <a:graphicData uri="http://schemas.openxmlformats.org/presentationml/2006/ole">
                  <mc:AlternateContent>
                    <mc:Choice xmlns:v="urn:schemas-microsoft-com:vml" Requires="v">
                      <p:oleObj spid="_x0000_s3078" name="方程式" r:id="rId19" imgW="215640" imgH="215640" progId="Equation.3">
                        <p:embed/>
                      </p:oleObj>
                    </mc:Choice>
                    <mc:Fallback>
                      <p:oleObj name="方程式" r:id="rId19" imgW="215640" imgH="215640" progId="Equation.3">
                        <p:embed/>
                        <p:pic>
                          <p:nvPicPr>
                            <p:cNvPr id="14" name="Object 12">
                              <a:extLst>
                                <a:ext uri="{FF2B5EF4-FFF2-40B4-BE49-F238E27FC236}">
                                  <a16:creationId xmlns:a16="http://schemas.microsoft.com/office/drawing/2014/main" id="{652763F1-BD43-4DE3-8863-F1F6869A0586}"/>
                                </a:ext>
                              </a:extLst>
                            </p:cNvPr>
                            <p:cNvPicPr>
                              <a:picLocks noChangeAspect="1" noChangeArrowheads="1"/>
                            </p:cNvPicPr>
                            <p:nvPr/>
                          </p:nvPicPr>
                          <p:blipFill>
                            <a:blip r:embed="rId20"/>
                            <a:srcRect/>
                            <a:stretch>
                              <a:fillRect/>
                            </a:stretch>
                          </p:blipFill>
                          <p:spPr bwMode="auto">
                            <a:xfrm>
                              <a:off x="2134855" y="4982504"/>
                              <a:ext cx="598487" cy="595312"/>
                            </a:xfrm>
                            <a:prstGeom prst="rect">
                              <a:avLst/>
                            </a:prstGeom>
                            <a:noFill/>
                          </p:spPr>
                        </p:pic>
                      </p:oleObj>
                    </mc:Fallback>
                  </mc:AlternateContent>
                </a:graphicData>
              </a:graphic>
            </p:graphicFrame>
          </mc:Choice>
          <mc:Fallback xmlns="">
            <p:graphicFrame>
              <p:nvGraphicFramePr>
                <p:cNvPr id="14" name="Object 12">
                  <a:extLst>
                    <a:ext uri="{FF2B5EF4-FFF2-40B4-BE49-F238E27FC236}">
                      <a16:creationId xmlns:a16="http://schemas.microsoft.com/office/drawing/2014/main" id="{652763F1-BD43-4DE3-8863-F1F6869A0586}"/>
                    </a:ext>
                  </a:extLst>
                </p:cNvPr>
                <p:cNvGraphicFramePr>
                  <a:graphicFrameLocks noChangeAspect="1"/>
                </p:cNvGraphicFramePr>
                <p:nvPr>
                  <p:extLst>
                    <p:ext uri="{D42A27DB-BD31-4B8C-83A1-F6EECF244321}">
                      <p14:modId xmlns:p14="http://schemas.microsoft.com/office/powerpoint/2010/main" val="2471666974"/>
                    </p:ext>
                  </p:extLst>
                </p:nvPr>
              </p:nvGraphicFramePr>
              <p:xfrm>
                <a:off x="2134855" y="4982504"/>
                <a:ext cx="598487" cy="595312"/>
              </p:xfrm>
              <a:graphic>
                <a:graphicData uri="http://schemas.openxmlformats.org/presentationml/2006/ole">
                  <mc:AlternateContent>
                    <mc:Choice xmlns:v="urn:schemas-microsoft-com:vml" Requires="v">
                      <p:oleObj name="方程式" r:id="rId21" imgW="215640" imgH="215640" progId="Equation.3">
                        <p:embed/>
                      </p:oleObj>
                    </mc:Choice>
                    <mc:Fallback>
                      <p:oleObj name="方程式" r:id="rId21" imgW="215640" imgH="215640" progId="Equation.3">
                        <p:embed/>
                        <p:pic>
                          <p:nvPicPr>
                            <p:cNvPr id="14" name="Object 12">
                              <a:extLst>
                                <a:ext uri="{FF2B5EF4-FFF2-40B4-BE49-F238E27FC236}">
                                  <a16:creationId xmlns:a16="http://schemas.microsoft.com/office/drawing/2014/main" id="{652763F1-BD43-4DE3-8863-F1F6869A0586}"/>
                                </a:ext>
                              </a:extLst>
                            </p:cNvPr>
                            <p:cNvPicPr>
                              <a:picLocks noChangeAspect="1" noChangeArrowheads="1"/>
                            </p:cNvPicPr>
                            <p:nvPr/>
                          </p:nvPicPr>
                          <p:blipFill>
                            <a:blip r:embed="rId22"/>
                            <a:srcRect/>
                            <a:stretch>
                              <a:fillRect/>
                            </a:stretch>
                          </p:blipFill>
                          <p:spPr bwMode="auto">
                            <a:xfrm>
                              <a:off x="2134855" y="4982504"/>
                              <a:ext cx="598487" cy="595312"/>
                            </a:xfrm>
                            <a:prstGeom prst="rect">
                              <a:avLst/>
                            </a:prstGeom>
                            <a:noFill/>
                          </p:spPr>
                        </p:pic>
                      </p:oleObj>
                    </mc:Fallback>
                  </mc:AlternateContent>
                </a:graphicData>
              </a:graphic>
            </p:graphicFrame>
          </mc:Fallback>
        </mc:AlternateContent>
        <p:cxnSp>
          <p:nvCxnSpPr>
            <p:cNvPr id="15" name="直線單箭頭接點 11">
              <a:extLst>
                <a:ext uri="{FF2B5EF4-FFF2-40B4-BE49-F238E27FC236}">
                  <a16:creationId xmlns:a16="http://schemas.microsoft.com/office/drawing/2014/main" id="{A0DA84C8-33CF-4DF7-B665-DFB2DB6ABF80}"/>
                </a:ext>
              </a:extLst>
            </p:cNvPr>
            <p:cNvCxnSpPr/>
            <p:nvPr/>
          </p:nvCxnSpPr>
          <p:spPr>
            <a:xfrm flipV="1">
              <a:off x="4168229" y="5029500"/>
              <a:ext cx="804687" cy="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單箭頭接點 12">
              <a:extLst>
                <a:ext uri="{FF2B5EF4-FFF2-40B4-BE49-F238E27FC236}">
                  <a16:creationId xmlns:a16="http://schemas.microsoft.com/office/drawing/2014/main" id="{DA1661EA-2339-4779-9B6B-BF50CA4A31B5}"/>
                </a:ext>
              </a:extLst>
            </p:cNvPr>
            <p:cNvCxnSpPr>
              <a:stCxn id="20" idx="3"/>
              <a:endCxn id="23" idx="1"/>
            </p:cNvCxnSpPr>
            <p:nvPr/>
          </p:nvCxnSpPr>
          <p:spPr>
            <a:xfrm>
              <a:off x="1669125" y="4632846"/>
              <a:ext cx="2157590" cy="42725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單箭頭接點 13">
              <a:extLst>
                <a:ext uri="{FF2B5EF4-FFF2-40B4-BE49-F238E27FC236}">
                  <a16:creationId xmlns:a16="http://schemas.microsoft.com/office/drawing/2014/main" id="{F2820EFF-7122-4D85-BFA8-738779D26ABC}"/>
                </a:ext>
              </a:extLst>
            </p:cNvPr>
            <p:cNvCxnSpPr>
              <a:endCxn id="23" idx="1"/>
            </p:cNvCxnSpPr>
            <p:nvPr/>
          </p:nvCxnSpPr>
          <p:spPr>
            <a:xfrm>
              <a:off x="1688776" y="3774570"/>
              <a:ext cx="2137939" cy="128553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文字方塊 14">
              <a:extLst>
                <a:ext uri="{FF2B5EF4-FFF2-40B4-BE49-F238E27FC236}">
                  <a16:creationId xmlns:a16="http://schemas.microsoft.com/office/drawing/2014/main" id="{9F29E39C-DF8A-40F2-AE6F-F1FD282B9560}"/>
                </a:ext>
              </a:extLst>
            </p:cNvPr>
            <p:cNvSpPr txBox="1"/>
            <p:nvPr/>
          </p:nvSpPr>
          <p:spPr>
            <a:xfrm rot="5400000">
              <a:off x="1098929" y="5119785"/>
              <a:ext cx="769257" cy="523220"/>
            </a:xfrm>
            <a:prstGeom prst="rect">
              <a:avLst/>
            </a:prstGeom>
            <a:noFill/>
          </p:spPr>
          <p:txBody>
            <a:bodyPr wrap="square" rtlCol="0">
              <a:spAutoFit/>
            </a:bodyPr>
            <a:lstStyle/>
            <a:p>
              <a:pPr algn="ctr"/>
              <a:r>
                <a:rPr lang="en-US" altLang="zh-TW" sz="2800" dirty="0"/>
                <a:t>…</a:t>
              </a:r>
              <a:endParaRPr lang="zh-TW" altLang="en-US" sz="2800" dirty="0"/>
            </a:p>
          </p:txBody>
        </p:sp>
        <mc:AlternateContent xmlns:mc="http://schemas.openxmlformats.org/markup-compatibility/2006" xmlns:a14="http://schemas.microsoft.com/office/drawing/2010/main">
          <mc:Choice Requires="a14">
            <p:graphicFrame>
              <p:nvGraphicFramePr>
                <p:cNvPr id="19" name="Object 12">
                  <a:extLst>
                    <a:ext uri="{FF2B5EF4-FFF2-40B4-BE49-F238E27FC236}">
                      <a16:creationId xmlns:a16="http://schemas.microsoft.com/office/drawing/2014/main" id="{7F97D164-5F64-4075-A959-65D610A710C3}"/>
                    </a:ext>
                  </a:extLst>
                </p:cNvPr>
                <p:cNvGraphicFramePr>
                  <a:graphicFrameLocks noChangeAspect="1"/>
                </p:cNvGraphicFramePr>
                <p:nvPr>
                  <p:extLst>
                    <p:ext uri="{D42A27DB-BD31-4B8C-83A1-F6EECF244321}">
                      <p14:modId xmlns:p14="http://schemas.microsoft.com/office/powerpoint/2010/main" val="4154102234"/>
                    </p:ext>
                  </p:extLst>
                </p:nvPr>
              </p:nvGraphicFramePr>
              <p:xfrm>
                <a:off x="1173825" y="3416027"/>
                <a:ext cx="495300" cy="630238"/>
              </p:xfrm>
              <a:graphic>
                <a:graphicData uri="http://schemas.openxmlformats.org/presentationml/2006/ole">
                  <mc:AlternateContent>
                    <mc:Choice xmlns:v="urn:schemas-microsoft-com:vml" Requires="v">
                      <p:oleObj spid="_x0000_s3079" name="方程式" r:id="rId23" imgW="177480" imgH="228600" progId="Equation.3">
                        <p:embed/>
                      </p:oleObj>
                    </mc:Choice>
                    <mc:Fallback>
                      <p:oleObj name="方程式" r:id="rId23" imgW="177480" imgH="228600" progId="Equation.3">
                        <p:embed/>
                        <p:pic>
                          <p:nvPicPr>
                            <p:cNvPr id="19" name="Object 12">
                              <a:extLst>
                                <a:ext uri="{FF2B5EF4-FFF2-40B4-BE49-F238E27FC236}">
                                  <a16:creationId xmlns:a16="http://schemas.microsoft.com/office/drawing/2014/main" id="{7F97D164-5F64-4075-A959-65D610A710C3}"/>
                                </a:ext>
                              </a:extLst>
                            </p:cNvPr>
                            <p:cNvPicPr>
                              <a:picLocks noChangeAspect="1" noChangeArrowheads="1"/>
                            </p:cNvPicPr>
                            <p:nvPr/>
                          </p:nvPicPr>
                          <p:blipFill>
                            <a:blip r:embed="rId24"/>
                            <a:srcRect/>
                            <a:stretch>
                              <a:fillRect/>
                            </a:stretch>
                          </p:blipFill>
                          <p:spPr bwMode="auto">
                            <a:xfrm>
                              <a:off x="1173825" y="3416027"/>
                              <a:ext cx="495300" cy="630238"/>
                            </a:xfrm>
                            <a:prstGeom prst="rect">
                              <a:avLst/>
                            </a:prstGeom>
                            <a:noFill/>
                          </p:spPr>
                        </p:pic>
                      </p:oleObj>
                    </mc:Fallback>
                  </mc:AlternateContent>
                </a:graphicData>
              </a:graphic>
            </p:graphicFrame>
          </mc:Choice>
          <mc:Fallback xmlns="">
            <p:graphicFrame>
              <p:nvGraphicFramePr>
                <p:cNvPr id="19" name="Object 12">
                  <a:extLst>
                    <a:ext uri="{FF2B5EF4-FFF2-40B4-BE49-F238E27FC236}">
                      <a16:creationId xmlns:a16="http://schemas.microsoft.com/office/drawing/2014/main" id="{7F97D164-5F64-4075-A959-65D610A710C3}"/>
                    </a:ext>
                  </a:extLst>
                </p:cNvPr>
                <p:cNvGraphicFramePr>
                  <a:graphicFrameLocks noChangeAspect="1"/>
                </p:cNvGraphicFramePr>
                <p:nvPr>
                  <p:extLst>
                    <p:ext uri="{D42A27DB-BD31-4B8C-83A1-F6EECF244321}">
                      <p14:modId xmlns:p14="http://schemas.microsoft.com/office/powerpoint/2010/main" val="4154102234"/>
                    </p:ext>
                  </p:extLst>
                </p:nvPr>
              </p:nvGraphicFramePr>
              <p:xfrm>
                <a:off x="1173825" y="3416027"/>
                <a:ext cx="495300" cy="630238"/>
              </p:xfrm>
              <a:graphic>
                <a:graphicData uri="http://schemas.openxmlformats.org/presentationml/2006/ole">
                  <mc:AlternateContent>
                    <mc:Choice xmlns:v="urn:schemas-microsoft-com:vml" Requires="v">
                      <p:oleObj name="方程式" r:id="rId25" imgW="177480" imgH="228600" progId="Equation.3">
                        <p:embed/>
                      </p:oleObj>
                    </mc:Choice>
                    <mc:Fallback>
                      <p:oleObj name="方程式" r:id="rId25" imgW="177480" imgH="228600" progId="Equation.3">
                        <p:embed/>
                        <p:pic>
                          <p:nvPicPr>
                            <p:cNvPr id="19" name="Object 12">
                              <a:extLst>
                                <a:ext uri="{FF2B5EF4-FFF2-40B4-BE49-F238E27FC236}">
                                  <a16:creationId xmlns:a16="http://schemas.microsoft.com/office/drawing/2014/main" id="{7F97D164-5F64-4075-A959-65D610A710C3}"/>
                                </a:ext>
                              </a:extLst>
                            </p:cNvPr>
                            <p:cNvPicPr>
                              <a:picLocks noChangeAspect="1" noChangeArrowheads="1"/>
                            </p:cNvPicPr>
                            <p:nvPr/>
                          </p:nvPicPr>
                          <p:blipFill>
                            <a:blip r:embed="rId26"/>
                            <a:srcRect/>
                            <a:stretch>
                              <a:fillRect/>
                            </a:stretch>
                          </p:blipFill>
                          <p:spPr bwMode="auto">
                            <a:xfrm>
                              <a:off x="1173825" y="3416027"/>
                              <a:ext cx="495300" cy="630238"/>
                            </a:xfrm>
                            <a:prstGeom prst="rect">
                              <a:avLst/>
                            </a:prstGeom>
                            <a:noFill/>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20" name="Object 12">
                  <a:extLst>
                    <a:ext uri="{FF2B5EF4-FFF2-40B4-BE49-F238E27FC236}">
                      <a16:creationId xmlns:a16="http://schemas.microsoft.com/office/drawing/2014/main" id="{91FF7C64-9F40-40ED-B08D-D696AC8958FA}"/>
                    </a:ext>
                  </a:extLst>
                </p:cNvPr>
                <p:cNvGraphicFramePr>
                  <a:graphicFrameLocks noChangeAspect="1"/>
                </p:cNvGraphicFramePr>
                <p:nvPr>
                  <p:extLst>
                    <p:ext uri="{D42A27DB-BD31-4B8C-83A1-F6EECF244321}">
                      <p14:modId xmlns:p14="http://schemas.microsoft.com/office/powerpoint/2010/main" val="693554236"/>
                    </p:ext>
                  </p:extLst>
                </p:nvPr>
              </p:nvGraphicFramePr>
              <p:xfrm>
                <a:off x="1173825" y="4317727"/>
                <a:ext cx="495300" cy="630238"/>
              </p:xfrm>
              <a:graphic>
                <a:graphicData uri="http://schemas.openxmlformats.org/presentationml/2006/ole">
                  <mc:AlternateContent>
                    <mc:Choice xmlns:v="urn:schemas-microsoft-com:vml" Requires="v">
                      <p:oleObj spid="_x0000_s3080" name="方程式" r:id="rId27" imgW="177480" imgH="228600" progId="Equation.3">
                        <p:embed/>
                      </p:oleObj>
                    </mc:Choice>
                    <mc:Fallback>
                      <p:oleObj name="方程式" r:id="rId27" imgW="177480" imgH="228600" progId="Equation.3">
                        <p:embed/>
                        <p:pic>
                          <p:nvPicPr>
                            <p:cNvPr id="20" name="Object 12">
                              <a:extLst>
                                <a:ext uri="{FF2B5EF4-FFF2-40B4-BE49-F238E27FC236}">
                                  <a16:creationId xmlns:a16="http://schemas.microsoft.com/office/drawing/2014/main" id="{91FF7C64-9F40-40ED-B08D-D696AC8958FA}"/>
                                </a:ext>
                              </a:extLst>
                            </p:cNvPr>
                            <p:cNvPicPr>
                              <a:picLocks noChangeAspect="1" noChangeArrowheads="1"/>
                            </p:cNvPicPr>
                            <p:nvPr/>
                          </p:nvPicPr>
                          <p:blipFill>
                            <a:blip r:embed="rId28"/>
                            <a:srcRect/>
                            <a:stretch>
                              <a:fillRect/>
                            </a:stretch>
                          </p:blipFill>
                          <p:spPr bwMode="auto">
                            <a:xfrm>
                              <a:off x="1173825" y="4317727"/>
                              <a:ext cx="495300" cy="630238"/>
                            </a:xfrm>
                            <a:prstGeom prst="rect">
                              <a:avLst/>
                            </a:prstGeom>
                            <a:noFill/>
                          </p:spPr>
                        </p:pic>
                      </p:oleObj>
                    </mc:Fallback>
                  </mc:AlternateContent>
                </a:graphicData>
              </a:graphic>
            </p:graphicFrame>
          </mc:Choice>
          <mc:Fallback xmlns="">
            <p:graphicFrame>
              <p:nvGraphicFramePr>
                <p:cNvPr id="20" name="Object 12">
                  <a:extLst>
                    <a:ext uri="{FF2B5EF4-FFF2-40B4-BE49-F238E27FC236}">
                      <a16:creationId xmlns:a16="http://schemas.microsoft.com/office/drawing/2014/main" id="{91FF7C64-9F40-40ED-B08D-D696AC8958FA}"/>
                    </a:ext>
                  </a:extLst>
                </p:cNvPr>
                <p:cNvGraphicFramePr>
                  <a:graphicFrameLocks noChangeAspect="1"/>
                </p:cNvGraphicFramePr>
                <p:nvPr>
                  <p:extLst>
                    <p:ext uri="{D42A27DB-BD31-4B8C-83A1-F6EECF244321}">
                      <p14:modId xmlns:p14="http://schemas.microsoft.com/office/powerpoint/2010/main" val="693554236"/>
                    </p:ext>
                  </p:extLst>
                </p:nvPr>
              </p:nvGraphicFramePr>
              <p:xfrm>
                <a:off x="1173825" y="4317727"/>
                <a:ext cx="495300" cy="630238"/>
              </p:xfrm>
              <a:graphic>
                <a:graphicData uri="http://schemas.openxmlformats.org/presentationml/2006/ole">
                  <mc:AlternateContent>
                    <mc:Choice xmlns:v="urn:schemas-microsoft-com:vml" Requires="v">
                      <p:oleObj name="方程式" r:id="rId29" imgW="177480" imgH="228600" progId="Equation.3">
                        <p:embed/>
                      </p:oleObj>
                    </mc:Choice>
                    <mc:Fallback>
                      <p:oleObj name="方程式" r:id="rId29" imgW="177480" imgH="228600" progId="Equation.3">
                        <p:embed/>
                        <p:pic>
                          <p:nvPicPr>
                            <p:cNvPr id="20" name="Object 12">
                              <a:extLst>
                                <a:ext uri="{FF2B5EF4-FFF2-40B4-BE49-F238E27FC236}">
                                  <a16:creationId xmlns:a16="http://schemas.microsoft.com/office/drawing/2014/main" id="{91FF7C64-9F40-40ED-B08D-D696AC8958FA}"/>
                                </a:ext>
                              </a:extLst>
                            </p:cNvPr>
                            <p:cNvPicPr>
                              <a:picLocks noChangeAspect="1" noChangeArrowheads="1"/>
                            </p:cNvPicPr>
                            <p:nvPr/>
                          </p:nvPicPr>
                          <p:blipFill>
                            <a:blip r:embed="rId30"/>
                            <a:srcRect/>
                            <a:stretch>
                              <a:fillRect/>
                            </a:stretch>
                          </p:blipFill>
                          <p:spPr bwMode="auto">
                            <a:xfrm>
                              <a:off x="1173825" y="4317727"/>
                              <a:ext cx="495300" cy="630238"/>
                            </a:xfrm>
                            <a:prstGeom prst="rect">
                              <a:avLst/>
                            </a:prstGeom>
                            <a:noFill/>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21" name="Object 12">
                  <a:extLst>
                    <a:ext uri="{FF2B5EF4-FFF2-40B4-BE49-F238E27FC236}">
                      <a16:creationId xmlns:a16="http://schemas.microsoft.com/office/drawing/2014/main" id="{6F00469F-0231-4982-A8DB-CA28CAA304BB}"/>
                    </a:ext>
                  </a:extLst>
                </p:cNvPr>
                <p:cNvGraphicFramePr>
                  <a:graphicFrameLocks noChangeAspect="1"/>
                </p:cNvGraphicFramePr>
                <p:nvPr>
                  <p:extLst>
                    <p:ext uri="{D42A27DB-BD31-4B8C-83A1-F6EECF244321}">
                      <p14:modId xmlns:p14="http://schemas.microsoft.com/office/powerpoint/2010/main" val="128397740"/>
                    </p:ext>
                  </p:extLst>
                </p:nvPr>
              </p:nvGraphicFramePr>
              <p:xfrm>
                <a:off x="1147756" y="5533845"/>
                <a:ext cx="533400" cy="630238"/>
              </p:xfrm>
              <a:graphic>
                <a:graphicData uri="http://schemas.openxmlformats.org/presentationml/2006/ole">
                  <mc:AlternateContent>
                    <mc:Choice xmlns:v="urn:schemas-microsoft-com:vml" Requires="v">
                      <p:oleObj spid="_x0000_s3081" name="方程式" r:id="rId31" imgW="190440" imgH="228600" progId="Equation.3">
                        <p:embed/>
                      </p:oleObj>
                    </mc:Choice>
                    <mc:Fallback>
                      <p:oleObj name="方程式" r:id="rId31" imgW="190440" imgH="228600" progId="Equation.3">
                        <p:embed/>
                        <p:pic>
                          <p:nvPicPr>
                            <p:cNvPr id="21" name="Object 12">
                              <a:extLst>
                                <a:ext uri="{FF2B5EF4-FFF2-40B4-BE49-F238E27FC236}">
                                  <a16:creationId xmlns:a16="http://schemas.microsoft.com/office/drawing/2014/main" id="{6F00469F-0231-4982-A8DB-CA28CAA304BB}"/>
                                </a:ext>
                              </a:extLst>
                            </p:cNvPr>
                            <p:cNvPicPr>
                              <a:picLocks noChangeAspect="1" noChangeArrowheads="1"/>
                            </p:cNvPicPr>
                            <p:nvPr/>
                          </p:nvPicPr>
                          <p:blipFill>
                            <a:blip r:embed="rId32"/>
                            <a:srcRect/>
                            <a:stretch>
                              <a:fillRect/>
                            </a:stretch>
                          </p:blipFill>
                          <p:spPr bwMode="auto">
                            <a:xfrm>
                              <a:off x="1147756" y="5533845"/>
                              <a:ext cx="533400" cy="630238"/>
                            </a:xfrm>
                            <a:prstGeom prst="rect">
                              <a:avLst/>
                            </a:prstGeom>
                            <a:noFill/>
                          </p:spPr>
                        </p:pic>
                      </p:oleObj>
                    </mc:Fallback>
                  </mc:AlternateContent>
                </a:graphicData>
              </a:graphic>
            </p:graphicFrame>
          </mc:Choice>
          <mc:Fallback xmlns="">
            <p:graphicFrame>
              <p:nvGraphicFramePr>
                <p:cNvPr id="21" name="Object 12">
                  <a:extLst>
                    <a:ext uri="{FF2B5EF4-FFF2-40B4-BE49-F238E27FC236}">
                      <a16:creationId xmlns:a16="http://schemas.microsoft.com/office/drawing/2014/main" id="{6F00469F-0231-4982-A8DB-CA28CAA304BB}"/>
                    </a:ext>
                  </a:extLst>
                </p:cNvPr>
                <p:cNvGraphicFramePr>
                  <a:graphicFrameLocks noChangeAspect="1"/>
                </p:cNvGraphicFramePr>
                <p:nvPr>
                  <p:extLst>
                    <p:ext uri="{D42A27DB-BD31-4B8C-83A1-F6EECF244321}">
                      <p14:modId xmlns:p14="http://schemas.microsoft.com/office/powerpoint/2010/main" val="128397740"/>
                    </p:ext>
                  </p:extLst>
                </p:nvPr>
              </p:nvGraphicFramePr>
              <p:xfrm>
                <a:off x="1147756" y="5533845"/>
                <a:ext cx="533400" cy="630238"/>
              </p:xfrm>
              <a:graphic>
                <a:graphicData uri="http://schemas.openxmlformats.org/presentationml/2006/ole">
                  <mc:AlternateContent>
                    <mc:Choice xmlns:v="urn:schemas-microsoft-com:vml" Requires="v">
                      <p:oleObj name="方程式" r:id="rId33" imgW="190440" imgH="228600" progId="Equation.3">
                        <p:embed/>
                      </p:oleObj>
                    </mc:Choice>
                    <mc:Fallback>
                      <p:oleObj name="方程式" r:id="rId33" imgW="190440" imgH="228600" progId="Equation.3">
                        <p:embed/>
                        <p:pic>
                          <p:nvPicPr>
                            <p:cNvPr id="21" name="Object 12">
                              <a:extLst>
                                <a:ext uri="{FF2B5EF4-FFF2-40B4-BE49-F238E27FC236}">
                                  <a16:creationId xmlns:a16="http://schemas.microsoft.com/office/drawing/2014/main" id="{6F00469F-0231-4982-A8DB-CA28CAA304BB}"/>
                                </a:ext>
                              </a:extLst>
                            </p:cNvPr>
                            <p:cNvPicPr>
                              <a:picLocks noChangeAspect="1" noChangeArrowheads="1"/>
                            </p:cNvPicPr>
                            <p:nvPr/>
                          </p:nvPicPr>
                          <p:blipFill>
                            <a:blip r:embed="rId34"/>
                            <a:srcRect/>
                            <a:stretch>
                              <a:fillRect/>
                            </a:stretch>
                          </p:blipFill>
                          <p:spPr bwMode="auto">
                            <a:xfrm>
                              <a:off x="1147756" y="5533845"/>
                              <a:ext cx="533400" cy="630238"/>
                            </a:xfrm>
                            <a:prstGeom prst="rect">
                              <a:avLst/>
                            </a:prstGeom>
                            <a:noFill/>
                          </p:spPr>
                        </p:pic>
                      </p:oleObj>
                    </mc:Fallback>
                  </mc:AlternateContent>
                </a:graphicData>
              </a:graphic>
            </p:graphicFrame>
          </mc:Fallback>
        </mc:AlternateContent>
        <p:grpSp>
          <p:nvGrpSpPr>
            <p:cNvPr id="22" name="群組 20">
              <a:extLst>
                <a:ext uri="{FF2B5EF4-FFF2-40B4-BE49-F238E27FC236}">
                  <a16:creationId xmlns:a16="http://schemas.microsoft.com/office/drawing/2014/main" id="{060AB20D-AFEB-43B1-8123-459B3D8B999E}"/>
                </a:ext>
              </a:extLst>
            </p:cNvPr>
            <p:cNvGrpSpPr/>
            <p:nvPr/>
          </p:nvGrpSpPr>
          <p:grpSpPr>
            <a:xfrm>
              <a:off x="3826715" y="4799942"/>
              <a:ext cx="520319" cy="520319"/>
              <a:chOff x="3342651" y="3507082"/>
              <a:chExt cx="520319" cy="520319"/>
            </a:xfrm>
          </p:grpSpPr>
          <p:sp>
            <p:nvSpPr>
              <p:cNvPr id="23" name="矩形 21">
                <a:extLst>
                  <a:ext uri="{FF2B5EF4-FFF2-40B4-BE49-F238E27FC236}">
                    <a16:creationId xmlns:a16="http://schemas.microsoft.com/office/drawing/2014/main" id="{366456E2-3416-46EC-AE9A-1FBBBADE259D}"/>
                  </a:ext>
                </a:extLst>
              </p:cNvPr>
              <p:cNvSpPr/>
              <p:nvPr/>
            </p:nvSpPr>
            <p:spPr>
              <a:xfrm>
                <a:off x="3342651" y="3507082"/>
                <a:ext cx="520319" cy="520319"/>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mc:AlternateContent xmlns:mc="http://schemas.openxmlformats.org/markup-compatibility/2006" xmlns:a14="http://schemas.microsoft.com/office/drawing/2010/main">
            <mc:Choice Requires="a14">
              <p:graphicFrame>
                <p:nvGraphicFramePr>
                  <p:cNvPr id="24" name="Object 12">
                    <a:extLst>
                      <a:ext uri="{FF2B5EF4-FFF2-40B4-BE49-F238E27FC236}">
                        <a16:creationId xmlns:a16="http://schemas.microsoft.com/office/drawing/2014/main" id="{F477C976-BD9F-4450-8D5A-A20CC5BC4505}"/>
                      </a:ext>
                    </a:extLst>
                  </p:cNvPr>
                  <p:cNvGraphicFramePr>
                    <a:graphicFrameLocks noChangeAspect="1"/>
                  </p:cNvGraphicFramePr>
                  <p:nvPr/>
                </p:nvGraphicFramePr>
                <p:xfrm>
                  <a:off x="3435128" y="3545009"/>
                  <a:ext cx="385763" cy="387350"/>
                </p:xfrm>
                <a:graphic>
                  <a:graphicData uri="http://schemas.openxmlformats.org/presentationml/2006/ole">
                    <mc:AlternateContent>
                      <mc:Choice xmlns:v="urn:schemas-microsoft-com:vml" Requires="v">
                        <p:oleObj spid="_x0000_s3082" name="方程式" r:id="rId35" imgW="139680" imgH="139680" progId="Equation.3">
                          <p:embed/>
                        </p:oleObj>
                      </mc:Choice>
                      <mc:Fallback>
                        <p:oleObj name="方程式" r:id="rId35" imgW="139680" imgH="139680" progId="Equation.3">
                          <p:embed/>
                          <p:pic>
                            <p:nvPicPr>
                              <p:cNvPr id="24" name="Object 12">
                                <a:extLst>
                                  <a:ext uri="{FF2B5EF4-FFF2-40B4-BE49-F238E27FC236}">
                                    <a16:creationId xmlns:a16="http://schemas.microsoft.com/office/drawing/2014/main" id="{F477C976-BD9F-4450-8D5A-A20CC5BC4505}"/>
                                  </a:ext>
                                </a:extLst>
                              </p:cNvPr>
                              <p:cNvPicPr>
                                <a:picLocks noChangeAspect="1" noChangeArrowheads="1"/>
                              </p:cNvPicPr>
                              <p:nvPr/>
                            </p:nvPicPr>
                            <p:blipFill>
                              <a:blip r:embed="rId36"/>
                              <a:srcRect/>
                              <a:stretch>
                                <a:fillRect/>
                              </a:stretch>
                            </p:blipFill>
                            <p:spPr bwMode="auto">
                              <a:xfrm>
                                <a:off x="3435128" y="3545009"/>
                                <a:ext cx="385763" cy="387350"/>
                              </a:xfrm>
                              <a:prstGeom prst="rect">
                                <a:avLst/>
                              </a:prstGeom>
                              <a:noFill/>
                            </p:spPr>
                          </p:pic>
                        </p:oleObj>
                      </mc:Fallback>
                    </mc:AlternateContent>
                  </a:graphicData>
                </a:graphic>
              </p:graphicFrame>
            </mc:Choice>
            <mc:Fallback xmlns="">
              <p:graphicFrame>
                <p:nvGraphicFramePr>
                  <p:cNvPr id="24" name="Object 12">
                    <a:extLst>
                      <a:ext uri="{FF2B5EF4-FFF2-40B4-BE49-F238E27FC236}">
                        <a16:creationId xmlns:a16="http://schemas.microsoft.com/office/drawing/2014/main" id="{F477C976-BD9F-4450-8D5A-A20CC5BC4505}"/>
                      </a:ext>
                    </a:extLst>
                  </p:cNvPr>
                  <p:cNvGraphicFramePr>
                    <a:graphicFrameLocks noChangeAspect="1"/>
                  </p:cNvGraphicFramePr>
                  <p:nvPr/>
                </p:nvGraphicFramePr>
                <p:xfrm>
                  <a:off x="3435128" y="3545009"/>
                  <a:ext cx="385763" cy="387350"/>
                </p:xfrm>
                <a:graphic>
                  <a:graphicData uri="http://schemas.openxmlformats.org/presentationml/2006/ole">
                    <mc:AlternateContent>
                      <mc:Choice xmlns:v="urn:schemas-microsoft-com:vml" Requires="v">
                        <p:oleObj name="方程式" r:id="rId37" imgW="139680" imgH="139680" progId="Equation.3">
                          <p:embed/>
                        </p:oleObj>
                      </mc:Choice>
                      <mc:Fallback>
                        <p:oleObj name="方程式" r:id="rId37" imgW="139680" imgH="139680" progId="Equation.3">
                          <p:embed/>
                          <p:pic>
                            <p:nvPicPr>
                              <p:cNvPr id="24" name="Object 12">
                                <a:extLst>
                                  <a:ext uri="{FF2B5EF4-FFF2-40B4-BE49-F238E27FC236}">
                                    <a16:creationId xmlns:a16="http://schemas.microsoft.com/office/drawing/2014/main" id="{F477C976-BD9F-4450-8D5A-A20CC5BC4505}"/>
                                  </a:ext>
                                </a:extLst>
                              </p:cNvPr>
                              <p:cNvPicPr>
                                <a:picLocks noChangeAspect="1" noChangeArrowheads="1"/>
                              </p:cNvPicPr>
                              <p:nvPr/>
                            </p:nvPicPr>
                            <p:blipFill>
                              <a:blip r:embed="rId38"/>
                              <a:srcRect/>
                              <a:stretch>
                                <a:fillRect/>
                              </a:stretch>
                            </p:blipFill>
                            <p:spPr bwMode="auto">
                              <a:xfrm>
                                <a:off x="3435128" y="3545009"/>
                                <a:ext cx="385763" cy="387350"/>
                              </a:xfrm>
                              <a:prstGeom prst="rect">
                                <a:avLst/>
                              </a:prstGeom>
                              <a:noFill/>
                            </p:spPr>
                          </p:pic>
                        </p:oleObj>
                      </mc:Fallback>
                    </mc:AlternateContent>
                  </a:graphicData>
                </a:graphic>
              </p:graphicFrame>
            </mc:Fallback>
          </mc:AlternateContent>
        </p:grpSp>
        <mc:AlternateContent xmlns:mc="http://schemas.openxmlformats.org/markup-compatibility/2006" xmlns:a14="http://schemas.microsoft.com/office/drawing/2010/main">
          <mc:Choice Requires="a14">
            <p:graphicFrame>
              <p:nvGraphicFramePr>
                <p:cNvPr id="25" name="Object 12">
                  <a:extLst>
                    <a:ext uri="{FF2B5EF4-FFF2-40B4-BE49-F238E27FC236}">
                      <a16:creationId xmlns:a16="http://schemas.microsoft.com/office/drawing/2014/main" id="{2DE011E5-5727-4413-AD5F-056A4CF20C1F}"/>
                    </a:ext>
                  </a:extLst>
                </p:cNvPr>
                <p:cNvGraphicFramePr>
                  <a:graphicFrameLocks noChangeAspect="1"/>
                </p:cNvGraphicFramePr>
                <p:nvPr>
                  <p:extLst>
                    <p:ext uri="{D42A27DB-BD31-4B8C-83A1-F6EECF244321}">
                      <p14:modId xmlns:p14="http://schemas.microsoft.com/office/powerpoint/2010/main" val="326494471"/>
                    </p:ext>
                  </p:extLst>
                </p:nvPr>
              </p:nvGraphicFramePr>
              <p:xfrm>
                <a:off x="3884411" y="6153793"/>
                <a:ext cx="354012" cy="488950"/>
              </p:xfrm>
              <a:graphic>
                <a:graphicData uri="http://schemas.openxmlformats.org/presentationml/2006/ole">
                  <mc:AlternateContent>
                    <mc:Choice xmlns:v="urn:schemas-microsoft-com:vml" Requires="v">
                      <p:oleObj spid="_x0000_s3083" name="方程式" r:id="rId39" imgW="126720" imgH="177480" progId="Equation.3">
                        <p:embed/>
                      </p:oleObj>
                    </mc:Choice>
                    <mc:Fallback>
                      <p:oleObj name="方程式" r:id="rId39" imgW="126720" imgH="177480" progId="Equation.3">
                        <p:embed/>
                        <p:pic>
                          <p:nvPicPr>
                            <p:cNvPr id="25" name="Object 12">
                              <a:extLst>
                                <a:ext uri="{FF2B5EF4-FFF2-40B4-BE49-F238E27FC236}">
                                  <a16:creationId xmlns:a16="http://schemas.microsoft.com/office/drawing/2014/main" id="{2DE011E5-5727-4413-AD5F-056A4CF20C1F}"/>
                                </a:ext>
                              </a:extLst>
                            </p:cNvPr>
                            <p:cNvPicPr>
                              <a:picLocks noChangeAspect="1" noChangeArrowheads="1"/>
                            </p:cNvPicPr>
                            <p:nvPr/>
                          </p:nvPicPr>
                          <p:blipFill>
                            <a:blip r:embed="rId40"/>
                            <a:srcRect/>
                            <a:stretch>
                              <a:fillRect/>
                            </a:stretch>
                          </p:blipFill>
                          <p:spPr bwMode="auto">
                            <a:xfrm>
                              <a:off x="3884411" y="6153793"/>
                              <a:ext cx="354012" cy="488950"/>
                            </a:xfrm>
                            <a:prstGeom prst="rect">
                              <a:avLst/>
                            </a:prstGeom>
                            <a:noFill/>
                          </p:spPr>
                        </p:pic>
                      </p:oleObj>
                    </mc:Fallback>
                  </mc:AlternateContent>
                </a:graphicData>
              </a:graphic>
            </p:graphicFrame>
          </mc:Choice>
          <mc:Fallback xmlns="">
            <p:graphicFrame>
              <p:nvGraphicFramePr>
                <p:cNvPr id="25" name="Object 12">
                  <a:extLst>
                    <a:ext uri="{FF2B5EF4-FFF2-40B4-BE49-F238E27FC236}">
                      <a16:creationId xmlns:a16="http://schemas.microsoft.com/office/drawing/2014/main" id="{2DE011E5-5727-4413-AD5F-056A4CF20C1F}"/>
                    </a:ext>
                  </a:extLst>
                </p:cNvPr>
                <p:cNvGraphicFramePr>
                  <a:graphicFrameLocks noChangeAspect="1"/>
                </p:cNvGraphicFramePr>
                <p:nvPr>
                  <p:extLst>
                    <p:ext uri="{D42A27DB-BD31-4B8C-83A1-F6EECF244321}">
                      <p14:modId xmlns:p14="http://schemas.microsoft.com/office/powerpoint/2010/main" val="326494471"/>
                    </p:ext>
                  </p:extLst>
                </p:nvPr>
              </p:nvGraphicFramePr>
              <p:xfrm>
                <a:off x="3884411" y="6153793"/>
                <a:ext cx="354012" cy="488950"/>
              </p:xfrm>
              <a:graphic>
                <a:graphicData uri="http://schemas.openxmlformats.org/presentationml/2006/ole">
                  <mc:AlternateContent>
                    <mc:Choice xmlns:v="urn:schemas-microsoft-com:vml" Requires="v">
                      <p:oleObj name="方程式" r:id="rId41" imgW="126720" imgH="177480" progId="Equation.3">
                        <p:embed/>
                      </p:oleObj>
                    </mc:Choice>
                    <mc:Fallback>
                      <p:oleObj name="方程式" r:id="rId41" imgW="126720" imgH="177480" progId="Equation.3">
                        <p:embed/>
                        <p:pic>
                          <p:nvPicPr>
                            <p:cNvPr id="25" name="Object 12">
                              <a:extLst>
                                <a:ext uri="{FF2B5EF4-FFF2-40B4-BE49-F238E27FC236}">
                                  <a16:creationId xmlns:a16="http://schemas.microsoft.com/office/drawing/2014/main" id="{2DE011E5-5727-4413-AD5F-056A4CF20C1F}"/>
                                </a:ext>
                              </a:extLst>
                            </p:cNvPr>
                            <p:cNvPicPr>
                              <a:picLocks noChangeAspect="1" noChangeArrowheads="1"/>
                            </p:cNvPicPr>
                            <p:nvPr/>
                          </p:nvPicPr>
                          <p:blipFill>
                            <a:blip r:embed="rId42"/>
                            <a:srcRect/>
                            <a:stretch>
                              <a:fillRect/>
                            </a:stretch>
                          </p:blipFill>
                          <p:spPr bwMode="auto">
                            <a:xfrm>
                              <a:off x="3884411" y="6153793"/>
                              <a:ext cx="354012" cy="488950"/>
                            </a:xfrm>
                            <a:prstGeom prst="rect">
                              <a:avLst/>
                            </a:prstGeom>
                            <a:noFill/>
                          </p:spPr>
                        </p:pic>
                      </p:oleObj>
                    </mc:Fallback>
                  </mc:AlternateContent>
                </a:graphicData>
              </a:graphic>
            </p:graphicFrame>
          </mc:Fallback>
        </mc:AlternateContent>
        <p:cxnSp>
          <p:nvCxnSpPr>
            <p:cNvPr id="26" name="直線單箭頭接點 24">
              <a:extLst>
                <a:ext uri="{FF2B5EF4-FFF2-40B4-BE49-F238E27FC236}">
                  <a16:creationId xmlns:a16="http://schemas.microsoft.com/office/drawing/2014/main" id="{50C9B03A-6037-45ED-8901-FCC8806824F2}"/>
                </a:ext>
              </a:extLst>
            </p:cNvPr>
            <p:cNvCxnSpPr/>
            <p:nvPr/>
          </p:nvCxnSpPr>
          <p:spPr>
            <a:xfrm flipV="1">
              <a:off x="4077922" y="5330705"/>
              <a:ext cx="0" cy="7547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graphicFrame>
              <p:nvGraphicFramePr>
                <p:cNvPr id="27" name="Object 12">
                  <a:extLst>
                    <a:ext uri="{FF2B5EF4-FFF2-40B4-BE49-F238E27FC236}">
                      <a16:creationId xmlns:a16="http://schemas.microsoft.com/office/drawing/2014/main" id="{9D7C2438-EAAB-4751-8B15-91F64D022A80}"/>
                    </a:ext>
                  </a:extLst>
                </p:cNvPr>
                <p:cNvGraphicFramePr>
                  <a:graphicFrameLocks noChangeAspect="1"/>
                </p:cNvGraphicFramePr>
                <p:nvPr>
                  <p:extLst>
                    <p:ext uri="{D42A27DB-BD31-4B8C-83A1-F6EECF244321}">
                      <p14:modId xmlns:p14="http://schemas.microsoft.com/office/powerpoint/2010/main" val="2497765949"/>
                    </p:ext>
                  </p:extLst>
                </p:nvPr>
              </p:nvGraphicFramePr>
              <p:xfrm>
                <a:off x="5048678" y="4746760"/>
                <a:ext cx="787400" cy="533400"/>
              </p:xfrm>
              <a:graphic>
                <a:graphicData uri="http://schemas.openxmlformats.org/presentationml/2006/ole">
                  <mc:AlternateContent>
                    <mc:Choice xmlns:v="urn:schemas-microsoft-com:vml" Requires="v">
                      <p:oleObj spid="_x0000_s3084" name="方程式" r:id="rId43" imgW="317160" imgH="215640" progId="Equation.3">
                        <p:embed/>
                      </p:oleObj>
                    </mc:Choice>
                    <mc:Fallback>
                      <p:oleObj name="方程式" r:id="rId43" imgW="317160" imgH="215640" progId="Equation.3">
                        <p:embed/>
                        <p:pic>
                          <p:nvPicPr>
                            <p:cNvPr id="27" name="Object 12">
                              <a:extLst>
                                <a:ext uri="{FF2B5EF4-FFF2-40B4-BE49-F238E27FC236}">
                                  <a16:creationId xmlns:a16="http://schemas.microsoft.com/office/drawing/2014/main" id="{9D7C2438-EAAB-4751-8B15-91F64D022A80}"/>
                                </a:ext>
                              </a:extLst>
                            </p:cNvPr>
                            <p:cNvPicPr>
                              <a:picLocks noChangeAspect="1" noChangeArrowheads="1"/>
                            </p:cNvPicPr>
                            <p:nvPr/>
                          </p:nvPicPr>
                          <p:blipFill>
                            <a:blip r:embed="rId44"/>
                            <a:srcRect/>
                            <a:stretch>
                              <a:fillRect/>
                            </a:stretch>
                          </p:blipFill>
                          <p:spPr bwMode="auto">
                            <a:xfrm>
                              <a:off x="5048678" y="4746760"/>
                              <a:ext cx="787400" cy="533400"/>
                            </a:xfrm>
                            <a:prstGeom prst="rect">
                              <a:avLst/>
                            </a:prstGeom>
                            <a:noFill/>
                          </p:spPr>
                        </p:pic>
                      </p:oleObj>
                    </mc:Fallback>
                  </mc:AlternateContent>
                </a:graphicData>
              </a:graphic>
            </p:graphicFrame>
          </mc:Choice>
          <mc:Fallback xmlns="">
            <p:graphicFrame>
              <p:nvGraphicFramePr>
                <p:cNvPr id="27" name="Object 12">
                  <a:extLst>
                    <a:ext uri="{FF2B5EF4-FFF2-40B4-BE49-F238E27FC236}">
                      <a16:creationId xmlns:a16="http://schemas.microsoft.com/office/drawing/2014/main" id="{9D7C2438-EAAB-4751-8B15-91F64D022A80}"/>
                    </a:ext>
                  </a:extLst>
                </p:cNvPr>
                <p:cNvGraphicFramePr>
                  <a:graphicFrameLocks noChangeAspect="1"/>
                </p:cNvGraphicFramePr>
                <p:nvPr>
                  <p:extLst>
                    <p:ext uri="{D42A27DB-BD31-4B8C-83A1-F6EECF244321}">
                      <p14:modId xmlns:p14="http://schemas.microsoft.com/office/powerpoint/2010/main" val="2497765949"/>
                    </p:ext>
                  </p:extLst>
                </p:nvPr>
              </p:nvGraphicFramePr>
              <p:xfrm>
                <a:off x="5048678" y="4746760"/>
                <a:ext cx="787400" cy="533400"/>
              </p:xfrm>
              <a:graphic>
                <a:graphicData uri="http://schemas.openxmlformats.org/presentationml/2006/ole">
                  <mc:AlternateContent>
                    <mc:Choice xmlns:v="urn:schemas-microsoft-com:vml" Requires="v">
                      <p:oleObj name="方程式" r:id="rId45" imgW="317160" imgH="215640" progId="Equation.3">
                        <p:embed/>
                      </p:oleObj>
                    </mc:Choice>
                    <mc:Fallback>
                      <p:oleObj name="方程式" r:id="rId45" imgW="317160" imgH="215640" progId="Equation.3">
                        <p:embed/>
                        <p:pic>
                          <p:nvPicPr>
                            <p:cNvPr id="27" name="Object 12">
                              <a:extLst>
                                <a:ext uri="{FF2B5EF4-FFF2-40B4-BE49-F238E27FC236}">
                                  <a16:creationId xmlns:a16="http://schemas.microsoft.com/office/drawing/2014/main" id="{9D7C2438-EAAB-4751-8B15-91F64D022A80}"/>
                                </a:ext>
                              </a:extLst>
                            </p:cNvPr>
                            <p:cNvPicPr>
                              <a:picLocks noChangeAspect="1" noChangeArrowheads="1"/>
                            </p:cNvPicPr>
                            <p:nvPr/>
                          </p:nvPicPr>
                          <p:blipFill>
                            <a:blip r:embed="rId46"/>
                            <a:srcRect/>
                            <a:stretch>
                              <a:fillRect/>
                            </a:stretch>
                          </p:blipFill>
                          <p:spPr bwMode="auto">
                            <a:xfrm>
                              <a:off x="5048678" y="4746760"/>
                              <a:ext cx="787400" cy="533400"/>
                            </a:xfrm>
                            <a:prstGeom prst="rect">
                              <a:avLst/>
                            </a:prstGeom>
                            <a:noFill/>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29" name="Object 12">
                  <a:extLst>
                    <a:ext uri="{FF2B5EF4-FFF2-40B4-BE49-F238E27FC236}">
                      <a16:creationId xmlns:a16="http://schemas.microsoft.com/office/drawing/2014/main" id="{C2D32674-54A5-47AA-A1F6-FEEA06421139}"/>
                    </a:ext>
                  </a:extLst>
                </p:cNvPr>
                <p:cNvGraphicFramePr>
                  <a:graphicFrameLocks noChangeAspect="1"/>
                </p:cNvGraphicFramePr>
                <p:nvPr>
                  <p:extLst>
                    <p:ext uri="{D42A27DB-BD31-4B8C-83A1-F6EECF244321}">
                      <p14:modId xmlns:p14="http://schemas.microsoft.com/office/powerpoint/2010/main" val="97545530"/>
                    </p:ext>
                  </p:extLst>
                </p:nvPr>
              </p:nvGraphicFramePr>
              <p:xfrm>
                <a:off x="6558236" y="4840374"/>
                <a:ext cx="352425" cy="385763"/>
              </p:xfrm>
              <a:graphic>
                <a:graphicData uri="http://schemas.openxmlformats.org/presentationml/2006/ole">
                  <mc:AlternateContent>
                    <mc:Choice xmlns:v="urn:schemas-microsoft-com:vml" Requires="v">
                      <p:oleObj spid="_x0000_s3085" name="方程式" r:id="rId47" imgW="126720" imgH="139680" progId="Equation.3">
                        <p:embed/>
                      </p:oleObj>
                    </mc:Choice>
                    <mc:Fallback>
                      <p:oleObj name="方程式" r:id="rId47" imgW="126720" imgH="139680" progId="Equation.3">
                        <p:embed/>
                        <p:pic>
                          <p:nvPicPr>
                            <p:cNvPr id="29" name="Object 12">
                              <a:extLst>
                                <a:ext uri="{FF2B5EF4-FFF2-40B4-BE49-F238E27FC236}">
                                  <a16:creationId xmlns:a16="http://schemas.microsoft.com/office/drawing/2014/main" id="{C2D32674-54A5-47AA-A1F6-FEEA06421139}"/>
                                </a:ext>
                              </a:extLst>
                            </p:cNvPr>
                            <p:cNvPicPr>
                              <a:picLocks noChangeAspect="1" noChangeArrowheads="1"/>
                            </p:cNvPicPr>
                            <p:nvPr/>
                          </p:nvPicPr>
                          <p:blipFill>
                            <a:blip r:embed="rId48"/>
                            <a:srcRect/>
                            <a:stretch>
                              <a:fillRect/>
                            </a:stretch>
                          </p:blipFill>
                          <p:spPr bwMode="auto">
                            <a:xfrm>
                              <a:off x="6558236" y="4840374"/>
                              <a:ext cx="352425" cy="385763"/>
                            </a:xfrm>
                            <a:prstGeom prst="rect">
                              <a:avLst/>
                            </a:prstGeom>
                            <a:noFill/>
                          </p:spPr>
                        </p:pic>
                      </p:oleObj>
                    </mc:Fallback>
                  </mc:AlternateContent>
                </a:graphicData>
              </a:graphic>
            </p:graphicFrame>
          </mc:Choice>
          <mc:Fallback xmlns="">
            <p:graphicFrame>
              <p:nvGraphicFramePr>
                <p:cNvPr id="29" name="Object 12">
                  <a:extLst>
                    <a:ext uri="{FF2B5EF4-FFF2-40B4-BE49-F238E27FC236}">
                      <a16:creationId xmlns:a16="http://schemas.microsoft.com/office/drawing/2014/main" id="{C2D32674-54A5-47AA-A1F6-FEEA06421139}"/>
                    </a:ext>
                  </a:extLst>
                </p:cNvPr>
                <p:cNvGraphicFramePr>
                  <a:graphicFrameLocks noChangeAspect="1"/>
                </p:cNvGraphicFramePr>
                <p:nvPr>
                  <p:extLst>
                    <p:ext uri="{D42A27DB-BD31-4B8C-83A1-F6EECF244321}">
                      <p14:modId xmlns:p14="http://schemas.microsoft.com/office/powerpoint/2010/main" val="97545530"/>
                    </p:ext>
                  </p:extLst>
                </p:nvPr>
              </p:nvGraphicFramePr>
              <p:xfrm>
                <a:off x="6558236" y="4840374"/>
                <a:ext cx="352425" cy="385763"/>
              </p:xfrm>
              <a:graphic>
                <a:graphicData uri="http://schemas.openxmlformats.org/presentationml/2006/ole">
                  <mc:AlternateContent>
                    <mc:Choice xmlns:v="urn:schemas-microsoft-com:vml" Requires="v">
                      <p:oleObj name="方程式" r:id="rId49" imgW="126720" imgH="139680" progId="Equation.3">
                        <p:embed/>
                      </p:oleObj>
                    </mc:Choice>
                    <mc:Fallback>
                      <p:oleObj name="方程式" r:id="rId49" imgW="126720" imgH="139680" progId="Equation.3">
                        <p:embed/>
                        <p:pic>
                          <p:nvPicPr>
                            <p:cNvPr id="29" name="Object 12">
                              <a:extLst>
                                <a:ext uri="{FF2B5EF4-FFF2-40B4-BE49-F238E27FC236}">
                                  <a16:creationId xmlns:a16="http://schemas.microsoft.com/office/drawing/2014/main" id="{C2D32674-54A5-47AA-A1F6-FEEA06421139}"/>
                                </a:ext>
                              </a:extLst>
                            </p:cNvPr>
                            <p:cNvPicPr>
                              <a:picLocks noChangeAspect="1" noChangeArrowheads="1"/>
                            </p:cNvPicPr>
                            <p:nvPr/>
                          </p:nvPicPr>
                          <p:blipFill>
                            <a:blip r:embed="rId50"/>
                            <a:srcRect/>
                            <a:stretch>
                              <a:fillRect/>
                            </a:stretch>
                          </p:blipFill>
                          <p:spPr bwMode="auto">
                            <a:xfrm>
                              <a:off x="6558236" y="4840374"/>
                              <a:ext cx="352425" cy="385763"/>
                            </a:xfrm>
                            <a:prstGeom prst="rect">
                              <a:avLst/>
                            </a:prstGeom>
                            <a:noFill/>
                          </p:spPr>
                        </p:pic>
                      </p:oleObj>
                    </mc:Fallback>
                  </mc:AlternateContent>
                </a:graphicData>
              </a:graphic>
            </p:graphicFrame>
          </mc:Fallback>
        </mc:AlternateContent>
        <p:sp>
          <p:nvSpPr>
            <p:cNvPr id="30" name="文字方塊 39">
              <a:extLst>
                <a:ext uri="{FF2B5EF4-FFF2-40B4-BE49-F238E27FC236}">
                  <a16:creationId xmlns:a16="http://schemas.microsoft.com/office/drawing/2014/main" id="{745FDC07-C221-49F4-A41B-807EB8053C0E}"/>
                </a:ext>
              </a:extLst>
            </p:cNvPr>
            <p:cNvSpPr txBox="1"/>
            <p:nvPr/>
          </p:nvSpPr>
          <p:spPr>
            <a:xfrm>
              <a:off x="4570572" y="5553446"/>
              <a:ext cx="1894780" cy="830997"/>
            </a:xfrm>
            <a:prstGeom prst="rect">
              <a:avLst/>
            </a:prstGeom>
            <a:noFill/>
          </p:spPr>
          <p:txBody>
            <a:bodyPr wrap="square" rtlCol="0">
              <a:spAutoFit/>
            </a:bodyPr>
            <a:lstStyle/>
            <a:p>
              <a:pPr algn="ctr"/>
              <a:r>
                <a:rPr lang="en-US" altLang="zh-TW" sz="2400" dirty="0">
                  <a:solidFill>
                    <a:srgbClr val="0000FF"/>
                  </a:solidFill>
                </a:rPr>
                <a:t>Activation function</a:t>
              </a:r>
              <a:endParaRPr lang="zh-TW" altLang="en-US" sz="2400" dirty="0">
                <a:solidFill>
                  <a:srgbClr val="0000FF"/>
                </a:solidFill>
              </a:endParaRPr>
            </a:p>
          </p:txBody>
        </p:sp>
        <p:sp>
          <p:nvSpPr>
            <p:cNvPr id="31" name="文字方塊 38">
              <a:extLst>
                <a:ext uri="{FF2B5EF4-FFF2-40B4-BE49-F238E27FC236}">
                  <a16:creationId xmlns:a16="http://schemas.microsoft.com/office/drawing/2014/main" id="{39DA1447-3217-4DDE-BD88-9F624396BDA9}"/>
                </a:ext>
              </a:extLst>
            </p:cNvPr>
            <p:cNvSpPr txBox="1"/>
            <p:nvPr/>
          </p:nvSpPr>
          <p:spPr>
            <a:xfrm>
              <a:off x="1828135" y="5848964"/>
              <a:ext cx="1186572" cy="461665"/>
            </a:xfrm>
            <a:prstGeom prst="rect">
              <a:avLst/>
            </a:prstGeom>
            <a:noFill/>
          </p:spPr>
          <p:txBody>
            <a:bodyPr wrap="square" rtlCol="0">
              <a:spAutoFit/>
            </a:bodyPr>
            <a:lstStyle/>
            <a:p>
              <a:pPr algn="ctr"/>
              <a:r>
                <a:rPr lang="en-US" altLang="zh-TW" sz="2400" dirty="0">
                  <a:solidFill>
                    <a:srgbClr val="0000FF"/>
                  </a:solidFill>
                </a:rPr>
                <a:t>weights</a:t>
              </a:r>
              <a:endParaRPr lang="zh-TW" altLang="en-US" sz="2400" dirty="0">
                <a:solidFill>
                  <a:srgbClr val="0000FF"/>
                </a:solidFill>
              </a:endParaRPr>
            </a:p>
          </p:txBody>
        </p:sp>
        <mc:AlternateContent xmlns:mc="http://schemas.openxmlformats.org/markup-compatibility/2006" xmlns:a14="http://schemas.microsoft.com/office/drawing/2010/main">
          <mc:Choice Requires="a14">
            <p:sp>
              <p:nvSpPr>
                <p:cNvPr id="32" name="文字方塊 34">
                  <a:extLst>
                    <a:ext uri="{FF2B5EF4-FFF2-40B4-BE49-F238E27FC236}">
                      <a16:creationId xmlns:a16="http://schemas.microsoft.com/office/drawing/2014/main" id="{B452C242-815F-4A23-AE94-5479F1D77FB6}"/>
                    </a:ext>
                  </a:extLst>
                </p:cNvPr>
                <p:cNvSpPr txBox="1"/>
                <p:nvPr/>
              </p:nvSpPr>
              <p:spPr>
                <a:xfrm>
                  <a:off x="6232977" y="3921244"/>
                  <a:ext cx="1454244"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𝑎</m:t>
                        </m:r>
                        <m:r>
                          <a:rPr lang="en-US" altLang="zh-TW" sz="2800" b="0" i="1" smtClean="0">
                            <a:latin typeface="Cambria Math" panose="02040503050406030204" pitchFamily="18" charset="0"/>
                          </a:rPr>
                          <m:t>=</m:t>
                        </m:r>
                        <m:r>
                          <a:rPr lang="zh-TW" altLang="en-US" sz="2800" b="0" i="1" smtClean="0">
                            <a:latin typeface="Cambria Math" panose="02040503050406030204" pitchFamily="18" charset="0"/>
                          </a:rPr>
                          <m:t>𝜎</m:t>
                        </m:r>
                        <m:d>
                          <m:dPr>
                            <m:ctrlPr>
                              <a:rPr lang="en-US" altLang="zh-TW" sz="2800" b="0" i="1" smtClean="0">
                                <a:latin typeface="Cambria Math" panose="02040503050406030204" pitchFamily="18" charset="0"/>
                              </a:rPr>
                            </m:ctrlPr>
                          </m:dPr>
                          <m:e>
                            <m:r>
                              <a:rPr lang="en-US" altLang="zh-TW" sz="2800" b="0" i="1" smtClean="0">
                                <a:latin typeface="Cambria Math" panose="02040503050406030204" pitchFamily="18" charset="0"/>
                              </a:rPr>
                              <m:t>𝑧</m:t>
                            </m:r>
                          </m:e>
                        </m:d>
                      </m:oMath>
                    </m:oMathPara>
                  </a14:m>
                  <a:endParaRPr lang="zh-TW" altLang="en-US" sz="2800" dirty="0"/>
                </a:p>
              </p:txBody>
            </p:sp>
          </mc:Choice>
          <mc:Fallback xmlns="">
            <p:sp>
              <p:nvSpPr>
                <p:cNvPr id="32" name="文字方塊 34">
                  <a:extLst>
                    <a:ext uri="{FF2B5EF4-FFF2-40B4-BE49-F238E27FC236}">
                      <a16:creationId xmlns:a16="http://schemas.microsoft.com/office/drawing/2014/main" id="{B452C242-815F-4A23-AE94-5479F1D77FB6}"/>
                    </a:ext>
                  </a:extLst>
                </p:cNvPr>
                <p:cNvSpPr txBox="1">
                  <a:spLocks noRot="1" noChangeAspect="1" noMove="1" noResize="1" noEditPoints="1" noAdjustHandles="1" noChangeArrowheads="1" noChangeShapeType="1" noTextEdit="1"/>
                </p:cNvSpPr>
                <p:nvPr/>
              </p:nvSpPr>
              <p:spPr>
                <a:xfrm>
                  <a:off x="6232977" y="3921244"/>
                  <a:ext cx="1454244" cy="430887"/>
                </a:xfrm>
                <a:prstGeom prst="rect">
                  <a:avLst/>
                </a:prstGeom>
                <a:blipFill>
                  <a:blip r:embed="rId51"/>
                  <a:stretch>
                    <a:fillRect/>
                  </a:stretch>
                </a:blipFill>
              </p:spPr>
              <p:txBody>
                <a:bodyPr/>
                <a:lstStyle/>
                <a:p>
                  <a:r>
                    <a:rPr lang="en-IN">
                      <a:noFill/>
                    </a:rPr>
                    <a:t> </a:t>
                  </a:r>
                </a:p>
              </p:txBody>
            </p:sp>
          </mc:Fallback>
        </mc:AlternateContent>
        <p:sp>
          <p:nvSpPr>
            <p:cNvPr id="34" name="文字方塊 38">
              <a:extLst>
                <a:ext uri="{FF2B5EF4-FFF2-40B4-BE49-F238E27FC236}">
                  <a16:creationId xmlns:a16="http://schemas.microsoft.com/office/drawing/2014/main" id="{8A5488C8-9E62-4442-BB4F-E2A15183B8CB}"/>
                </a:ext>
              </a:extLst>
            </p:cNvPr>
            <p:cNvSpPr txBox="1"/>
            <p:nvPr/>
          </p:nvSpPr>
          <p:spPr>
            <a:xfrm>
              <a:off x="6232977" y="5150562"/>
              <a:ext cx="1186572" cy="461665"/>
            </a:xfrm>
            <a:prstGeom prst="rect">
              <a:avLst/>
            </a:prstGeom>
            <a:noFill/>
          </p:spPr>
          <p:txBody>
            <a:bodyPr wrap="square" rtlCol="0">
              <a:spAutoFit/>
            </a:bodyPr>
            <a:lstStyle/>
            <a:p>
              <a:pPr algn="ctr"/>
              <a:r>
                <a:rPr lang="en-US" altLang="zh-TW" sz="2400" dirty="0">
                  <a:solidFill>
                    <a:srgbClr val="00B050"/>
                  </a:solidFill>
                </a:rPr>
                <a:t>output</a:t>
              </a:r>
              <a:endParaRPr lang="zh-TW" altLang="en-US" sz="2400" dirty="0">
                <a:solidFill>
                  <a:srgbClr val="00B050"/>
                </a:solidFill>
              </a:endParaRPr>
            </a:p>
          </p:txBody>
        </p:sp>
        <p:sp>
          <p:nvSpPr>
            <p:cNvPr id="35" name="文字方塊 14">
              <a:extLst>
                <a:ext uri="{FF2B5EF4-FFF2-40B4-BE49-F238E27FC236}">
                  <a16:creationId xmlns:a16="http://schemas.microsoft.com/office/drawing/2014/main" id="{E88D5193-39F0-4E10-9A47-F00D98BDDAFE}"/>
                </a:ext>
              </a:extLst>
            </p:cNvPr>
            <p:cNvSpPr txBox="1"/>
            <p:nvPr/>
          </p:nvSpPr>
          <p:spPr>
            <a:xfrm rot="5400000">
              <a:off x="2074455" y="4712314"/>
              <a:ext cx="769257" cy="523220"/>
            </a:xfrm>
            <a:prstGeom prst="rect">
              <a:avLst/>
            </a:prstGeom>
            <a:noFill/>
          </p:spPr>
          <p:txBody>
            <a:bodyPr wrap="square" rtlCol="0">
              <a:spAutoFit/>
            </a:bodyPr>
            <a:lstStyle/>
            <a:p>
              <a:pPr algn="ctr"/>
              <a:r>
                <a:rPr lang="en-US" altLang="zh-TW" sz="2800" dirty="0"/>
                <a:t>…</a:t>
              </a:r>
              <a:endParaRPr lang="zh-TW" altLang="en-US" sz="2800" dirty="0"/>
            </a:p>
          </p:txBody>
        </p:sp>
      </p:grpSp>
      <mc:AlternateContent xmlns:mc="http://schemas.openxmlformats.org/markup-compatibility/2006" xmlns:a14="http://schemas.microsoft.com/office/drawing/2010/main">
        <mc:Choice Requires="a14">
          <p:sp>
            <p:nvSpPr>
              <p:cNvPr id="37" name="Content Placeholder 2">
                <a:extLst>
                  <a:ext uri="{FF2B5EF4-FFF2-40B4-BE49-F238E27FC236}">
                    <a16:creationId xmlns:a16="http://schemas.microsoft.com/office/drawing/2014/main" id="{6D6FFA31-59D9-4617-9C32-FA9E7DCCCE73}"/>
                  </a:ext>
                </a:extLst>
              </p:cNvPr>
              <p:cNvSpPr>
                <a:spLocks noGrp="1"/>
              </p:cNvSpPr>
              <p:nvPr>
                <p:ph idx="1"/>
              </p:nvPr>
            </p:nvSpPr>
            <p:spPr>
              <a:xfrm>
                <a:off x="980583" y="1029690"/>
                <a:ext cx="11618374" cy="5367667"/>
              </a:xfrm>
            </p:spPr>
            <p:txBody>
              <a:bodyPr>
                <a:normAutofit/>
              </a:bodyPr>
              <a:lstStyle/>
              <a:p>
                <a:r>
                  <a:rPr lang="en-US" dirty="0"/>
                  <a:t>NNs consist of hidden layers with neurons (i.e., computational units)</a:t>
                </a:r>
              </a:p>
              <a:p>
                <a:r>
                  <a:rPr lang="en-US" dirty="0"/>
                  <a:t>A single </a:t>
                </a:r>
                <a:r>
                  <a:rPr lang="en-US" dirty="0">
                    <a:solidFill>
                      <a:srgbClr val="FF0000"/>
                    </a:solidFill>
                  </a:rPr>
                  <a:t>neuron </a:t>
                </a:r>
                <a:r>
                  <a:rPr lang="en-US" dirty="0"/>
                  <a:t>maps a set of inputs into an output number, or </a:t>
                </a:r>
                <a14:m>
                  <m:oMath xmlns:m="http://schemas.openxmlformats.org/officeDocument/2006/math">
                    <m:r>
                      <a:rPr lang="en-US" altLang="zh-TW" i="1">
                        <a:latin typeface="Cambria Math" panose="02040503050406030204" pitchFamily="18" charset="0"/>
                      </a:rPr>
                      <m:t>𝑓</m:t>
                    </m:r>
                    <m:r>
                      <a:rPr lang="en-US" altLang="zh-TW" i="1">
                        <a:latin typeface="Cambria Math" panose="02040503050406030204" pitchFamily="18" charset="0"/>
                      </a:rPr>
                      <m:t>:</m:t>
                    </m:r>
                    <m:sSup>
                      <m:sSupPr>
                        <m:ctrlPr>
                          <a:rPr lang="en-US" altLang="zh-TW" i="1">
                            <a:latin typeface="Cambria Math" panose="02040503050406030204" pitchFamily="18" charset="0"/>
                          </a:rPr>
                        </m:ctrlPr>
                      </m:sSupPr>
                      <m:e>
                        <m:r>
                          <a:rPr lang="en-US" altLang="zh-TW" i="1">
                            <a:latin typeface="Cambria Math" panose="02040503050406030204" pitchFamily="18" charset="0"/>
                          </a:rPr>
                          <m:t>𝑅</m:t>
                        </m:r>
                      </m:e>
                      <m:sup>
                        <m:r>
                          <a:rPr lang="en-US" altLang="zh-TW" i="1">
                            <a:latin typeface="Cambria Math" panose="02040503050406030204" pitchFamily="18" charset="0"/>
                          </a:rPr>
                          <m:t>𝐾</m:t>
                        </m:r>
                      </m:sup>
                    </m:sSup>
                    <m:r>
                      <a:rPr lang="en-US" altLang="zh-TW" i="1">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𝑅</m:t>
                    </m:r>
                  </m:oMath>
                </a14:m>
                <a:endParaRPr lang="zh-TW" altLang="en-US" dirty="0"/>
              </a:p>
              <a:p>
                <a:endParaRPr lang="en-US" dirty="0"/>
              </a:p>
            </p:txBody>
          </p:sp>
        </mc:Choice>
        <mc:Fallback xmlns="">
          <p:sp>
            <p:nvSpPr>
              <p:cNvPr id="37" name="Content Placeholder 2">
                <a:extLst>
                  <a:ext uri="{FF2B5EF4-FFF2-40B4-BE49-F238E27FC236}">
                    <a16:creationId xmlns:a16="http://schemas.microsoft.com/office/drawing/2014/main" id="{6D6FFA31-59D9-4617-9C32-FA9E7DCCCE73}"/>
                  </a:ext>
                </a:extLst>
              </p:cNvPr>
              <p:cNvSpPr>
                <a:spLocks noGrp="1" noRot="1" noChangeAspect="1" noMove="1" noResize="1" noEditPoints="1" noAdjustHandles="1" noChangeArrowheads="1" noChangeShapeType="1" noTextEdit="1"/>
              </p:cNvSpPr>
              <p:nvPr>
                <p:ph idx="1"/>
              </p:nvPr>
            </p:nvSpPr>
            <p:spPr>
              <a:xfrm>
                <a:off x="980583" y="1029690"/>
                <a:ext cx="11618374" cy="5367667"/>
              </a:xfrm>
              <a:blipFill>
                <a:blip r:embed="rId52"/>
                <a:stretch>
                  <a:fillRect l="-944" t="-1932"/>
                </a:stretch>
              </a:blipFill>
            </p:spPr>
            <p:txBody>
              <a:bodyPr/>
              <a:lstStyle/>
              <a:p>
                <a:r>
                  <a:rPr lang="en-IN">
                    <a:noFill/>
                  </a:rPr>
                  <a:t> </a:t>
                </a:r>
              </a:p>
            </p:txBody>
          </p:sp>
        </mc:Fallback>
      </mc:AlternateContent>
    </p:spTree>
    <p:extLst>
      <p:ext uri="{BB962C8B-B14F-4D97-AF65-F5344CB8AC3E}">
        <p14:creationId xmlns:p14="http://schemas.microsoft.com/office/powerpoint/2010/main" val="1580025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3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Στρογγυλεμένο ορθογώνιο 11">
            <a:extLst>
              <a:ext uri="{FF2B5EF4-FFF2-40B4-BE49-F238E27FC236}">
                <a16:creationId xmlns:a16="http://schemas.microsoft.com/office/drawing/2014/main" id="{2C2DCE6C-3E32-4798-AC7C-18CF08B95C40}"/>
              </a:ext>
            </a:extLst>
          </p:cNvPr>
          <p:cNvSpPr/>
          <p:nvPr/>
        </p:nvSpPr>
        <p:spPr>
          <a:xfrm>
            <a:off x="1846393" y="1906677"/>
            <a:ext cx="1131570" cy="424053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l-GR"/>
          </a:p>
        </p:txBody>
      </p:sp>
      <p:sp>
        <p:nvSpPr>
          <p:cNvPr id="5" name="Στρογγυλεμένο ορθογώνιο 12">
            <a:extLst>
              <a:ext uri="{FF2B5EF4-FFF2-40B4-BE49-F238E27FC236}">
                <a16:creationId xmlns:a16="http://schemas.microsoft.com/office/drawing/2014/main" id="{7C77879A-5DEE-484D-A0CC-17D123237A1C}"/>
              </a:ext>
            </a:extLst>
          </p:cNvPr>
          <p:cNvSpPr/>
          <p:nvPr/>
        </p:nvSpPr>
        <p:spPr>
          <a:xfrm>
            <a:off x="3480883" y="3038246"/>
            <a:ext cx="868013" cy="1944000"/>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l-GR"/>
          </a:p>
        </p:txBody>
      </p:sp>
      <p:sp>
        <p:nvSpPr>
          <p:cNvPr id="6" name="Στρογγυλεμένο ορθογώνιο 16">
            <a:extLst>
              <a:ext uri="{FF2B5EF4-FFF2-40B4-BE49-F238E27FC236}">
                <a16:creationId xmlns:a16="http://schemas.microsoft.com/office/drawing/2014/main" id="{76FB2C77-1BA9-4E75-849B-8C96C5B8185B}"/>
              </a:ext>
            </a:extLst>
          </p:cNvPr>
          <p:cNvSpPr/>
          <p:nvPr/>
        </p:nvSpPr>
        <p:spPr>
          <a:xfrm>
            <a:off x="474793" y="2467348"/>
            <a:ext cx="868013" cy="3085499"/>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l-GR"/>
          </a:p>
        </p:txBody>
      </p:sp>
      <p:pic>
        <p:nvPicPr>
          <p:cNvPr id="7" name="Picture 6" descr="300px-Colored_neural_network.svg.png">
            <a:extLst>
              <a:ext uri="{FF2B5EF4-FFF2-40B4-BE49-F238E27FC236}">
                <a16:creationId xmlns:a16="http://schemas.microsoft.com/office/drawing/2014/main" id="{028767EB-03B9-450C-A4A1-784A562ABC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9200" y="1716177"/>
            <a:ext cx="3810000" cy="4584700"/>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9C952DD-DAD2-4967-B384-E4928C1B00D5}"/>
                  </a:ext>
                </a:extLst>
              </p:cNvPr>
              <p:cNvSpPr txBox="1"/>
              <p:nvPr/>
            </p:nvSpPr>
            <p:spPr>
              <a:xfrm>
                <a:off x="2214848" y="6143367"/>
                <a:ext cx="418704"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1" i="1" smtClean="0">
                          <a:solidFill>
                            <a:schemeClr val="accent4"/>
                          </a:solidFill>
                          <a:latin typeface="Cambria Math" charset="0"/>
                        </a:rPr>
                        <m:t>𝒉</m:t>
                      </m:r>
                    </m:oMath>
                  </m:oMathPara>
                </a14:m>
                <a:endParaRPr lang="el-GR" sz="2000" b="1" dirty="0"/>
              </a:p>
            </p:txBody>
          </p:sp>
        </mc:Choice>
        <mc:Fallback xmlns="">
          <p:sp>
            <p:nvSpPr>
              <p:cNvPr id="8" name="TextBox 7">
                <a:extLst>
                  <a:ext uri="{FF2B5EF4-FFF2-40B4-BE49-F238E27FC236}">
                    <a16:creationId xmlns:a16="http://schemas.microsoft.com/office/drawing/2014/main" id="{69C952DD-DAD2-4967-B384-E4928C1B00D5}"/>
                  </a:ext>
                </a:extLst>
              </p:cNvPr>
              <p:cNvSpPr txBox="1">
                <a:spLocks noRot="1" noChangeAspect="1" noMove="1" noResize="1" noEditPoints="1" noAdjustHandles="1" noChangeArrowheads="1" noChangeShapeType="1" noTextEdit="1"/>
              </p:cNvSpPr>
              <p:nvPr/>
            </p:nvSpPr>
            <p:spPr>
              <a:xfrm>
                <a:off x="2214848" y="6143367"/>
                <a:ext cx="418704" cy="400110"/>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Ορθογώνιο 14">
                <a:extLst>
                  <a:ext uri="{FF2B5EF4-FFF2-40B4-BE49-F238E27FC236}">
                    <a16:creationId xmlns:a16="http://schemas.microsoft.com/office/drawing/2014/main" id="{538035B6-0E16-441F-AB43-6F21CBAA8501}"/>
                  </a:ext>
                </a:extLst>
              </p:cNvPr>
              <p:cNvSpPr/>
              <p:nvPr/>
            </p:nvSpPr>
            <p:spPr>
              <a:xfrm>
                <a:off x="3709544" y="4937425"/>
                <a:ext cx="410690"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1" i="1" smtClean="0">
                          <a:solidFill>
                            <a:schemeClr val="accent3"/>
                          </a:solidFill>
                          <a:latin typeface="Cambria Math" charset="0"/>
                        </a:rPr>
                        <m:t>𝒚</m:t>
                      </m:r>
                    </m:oMath>
                  </m:oMathPara>
                </a14:m>
                <a:endParaRPr lang="el-GR" sz="2000" b="1" dirty="0">
                  <a:solidFill>
                    <a:schemeClr val="accent3"/>
                  </a:solidFill>
                </a:endParaRPr>
              </a:p>
            </p:txBody>
          </p:sp>
        </mc:Choice>
        <mc:Fallback xmlns="">
          <p:sp>
            <p:nvSpPr>
              <p:cNvPr id="9" name="Ορθογώνιο 14">
                <a:extLst>
                  <a:ext uri="{FF2B5EF4-FFF2-40B4-BE49-F238E27FC236}">
                    <a16:creationId xmlns:a16="http://schemas.microsoft.com/office/drawing/2014/main" id="{538035B6-0E16-441F-AB43-6F21CBAA8501}"/>
                  </a:ext>
                </a:extLst>
              </p:cNvPr>
              <p:cNvSpPr>
                <a:spLocks noRot="1" noChangeAspect="1" noMove="1" noResize="1" noEditPoints="1" noAdjustHandles="1" noChangeArrowheads="1" noChangeShapeType="1" noTextEdit="1"/>
              </p:cNvSpPr>
              <p:nvPr/>
            </p:nvSpPr>
            <p:spPr>
              <a:xfrm>
                <a:off x="3709544" y="4937425"/>
                <a:ext cx="410690" cy="400110"/>
              </a:xfrm>
              <a:prstGeom prst="rect">
                <a:avLst/>
              </a:prstGeom>
              <a:blipFill>
                <a:blip r:embed="rId4"/>
                <a:stretch>
                  <a:fillRect b="-7576"/>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Ορθογώνιο 15">
                <a:extLst>
                  <a:ext uri="{FF2B5EF4-FFF2-40B4-BE49-F238E27FC236}">
                    <a16:creationId xmlns:a16="http://schemas.microsoft.com/office/drawing/2014/main" id="{502BCBF5-DF9E-4BC3-B812-4E4FF9AB6240}"/>
                  </a:ext>
                </a:extLst>
              </p:cNvPr>
              <p:cNvSpPr/>
              <p:nvPr/>
            </p:nvSpPr>
            <p:spPr>
              <a:xfrm>
                <a:off x="706660" y="5541219"/>
                <a:ext cx="404277"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b="1" i="1" smtClean="0">
                          <a:solidFill>
                            <a:srgbClr val="FF0000"/>
                          </a:solidFill>
                          <a:latin typeface="Cambria Math" charset="0"/>
                        </a:rPr>
                        <m:t>𝒙</m:t>
                      </m:r>
                    </m:oMath>
                  </m:oMathPara>
                </a14:m>
                <a:endParaRPr lang="el-GR" b="1" dirty="0"/>
              </a:p>
            </p:txBody>
          </p:sp>
        </mc:Choice>
        <mc:Fallback xmlns="">
          <p:sp>
            <p:nvSpPr>
              <p:cNvPr id="10" name="Ορθογώνιο 15">
                <a:extLst>
                  <a:ext uri="{FF2B5EF4-FFF2-40B4-BE49-F238E27FC236}">
                    <a16:creationId xmlns:a16="http://schemas.microsoft.com/office/drawing/2014/main" id="{502BCBF5-DF9E-4BC3-B812-4E4FF9AB6240}"/>
                  </a:ext>
                </a:extLst>
              </p:cNvPr>
              <p:cNvSpPr>
                <a:spLocks noRot="1" noChangeAspect="1" noMove="1" noResize="1" noEditPoints="1" noAdjustHandles="1" noChangeArrowheads="1" noChangeShapeType="1" noTextEdit="1"/>
              </p:cNvSpPr>
              <p:nvPr/>
            </p:nvSpPr>
            <p:spPr>
              <a:xfrm>
                <a:off x="706660" y="5541219"/>
                <a:ext cx="404277" cy="400110"/>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1350E4E-0FE8-45DC-8820-CA5C9A22156E}"/>
                  </a:ext>
                </a:extLst>
              </p:cNvPr>
              <p:cNvSpPr txBox="1"/>
              <p:nvPr/>
            </p:nvSpPr>
            <p:spPr>
              <a:xfrm>
                <a:off x="5500778" y="3168256"/>
                <a:ext cx="3690561"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000" b="1" i="1" smtClean="0">
                          <a:solidFill>
                            <a:schemeClr val="accent3"/>
                          </a:solidFill>
                          <a:latin typeface="Cambria Math" panose="02040503050406030204" pitchFamily="18" charset="0"/>
                        </a:rPr>
                        <m:t>𝒐𝒖𝒕𝒑𝒖𝒕</m:t>
                      </m:r>
                      <m:r>
                        <a:rPr lang="en-US" sz="2000" b="1" i="1" smtClean="0">
                          <a:solidFill>
                            <a:schemeClr val="accent3"/>
                          </a:solidFill>
                          <a:latin typeface="Cambria Math" panose="02040503050406030204" pitchFamily="18" charset="0"/>
                        </a:rPr>
                        <m:t> </m:t>
                      </m:r>
                      <m:r>
                        <a:rPr lang="en-US" sz="2000" b="1" i="1" smtClean="0">
                          <a:solidFill>
                            <a:schemeClr val="accent3"/>
                          </a:solidFill>
                          <a:latin typeface="Cambria Math" panose="02040503050406030204" pitchFamily="18" charset="0"/>
                        </a:rPr>
                        <m:t>𝒍𝒂𝒚𝒆𝒓</m:t>
                      </m:r>
                      <m:r>
                        <a:rPr lang="en-US" sz="2000" b="1" i="1" smtClean="0">
                          <a:solidFill>
                            <a:schemeClr val="accent3"/>
                          </a:solidFill>
                          <a:latin typeface="Cambria Math" panose="02040503050406030204" pitchFamily="18" charset="0"/>
                        </a:rPr>
                        <m:t> </m:t>
                      </m:r>
                      <m:r>
                        <a:rPr lang="en-US" sz="2000" b="1" i="1">
                          <a:solidFill>
                            <a:schemeClr val="accent3"/>
                          </a:solidFill>
                          <a:latin typeface="Cambria Math" charset="0"/>
                        </a:rPr>
                        <m:t>𝒚</m:t>
                      </m:r>
                      <m:r>
                        <a:rPr lang="en-US" sz="2000" b="1" i="1">
                          <a:solidFill>
                            <a:schemeClr val="accent3"/>
                          </a:solidFill>
                          <a:latin typeface="Cambria Math" charset="0"/>
                        </a:rPr>
                        <m:t>=</m:t>
                      </m:r>
                      <m:r>
                        <a:rPr lang="el-GR" sz="2000" b="1" i="1">
                          <a:solidFill>
                            <a:schemeClr val="accent3"/>
                          </a:solidFill>
                          <a:latin typeface="Cambria Math" charset="0"/>
                        </a:rPr>
                        <m:t>𝝈</m:t>
                      </m:r>
                      <m:r>
                        <a:rPr lang="el-GR" sz="2000" b="1" i="1">
                          <a:solidFill>
                            <a:schemeClr val="accent3"/>
                          </a:solidFill>
                          <a:latin typeface="Cambria Math" charset="0"/>
                        </a:rPr>
                        <m:t>(</m:t>
                      </m:r>
                      <m:sSub>
                        <m:sSubPr>
                          <m:ctrlPr>
                            <a:rPr lang="en-US" sz="2000" b="1" i="1">
                              <a:solidFill>
                                <a:schemeClr val="accent3"/>
                              </a:solidFill>
                              <a:latin typeface="Cambria Math" panose="02040503050406030204" pitchFamily="18" charset="0"/>
                            </a:rPr>
                          </m:ctrlPr>
                        </m:sSubPr>
                        <m:e>
                          <m:r>
                            <a:rPr lang="en-US" sz="2000" b="1" i="1">
                              <a:solidFill>
                                <a:schemeClr val="accent3"/>
                              </a:solidFill>
                              <a:latin typeface="Cambria Math" charset="0"/>
                            </a:rPr>
                            <m:t>𝑾</m:t>
                          </m:r>
                        </m:e>
                        <m:sub>
                          <m:r>
                            <a:rPr lang="en-US" sz="2000" b="1" i="1">
                              <a:solidFill>
                                <a:schemeClr val="accent3"/>
                              </a:solidFill>
                              <a:latin typeface="Cambria Math" charset="0"/>
                            </a:rPr>
                            <m:t>𝟐</m:t>
                          </m:r>
                        </m:sub>
                      </m:sSub>
                      <m:r>
                        <a:rPr lang="en-US" sz="2000" b="1" i="1">
                          <a:solidFill>
                            <a:schemeClr val="accent3"/>
                          </a:solidFill>
                          <a:latin typeface="Cambria Math" charset="0"/>
                        </a:rPr>
                        <m:t>𝒉</m:t>
                      </m:r>
                      <m:r>
                        <a:rPr lang="en-US" sz="2000" b="1" i="1">
                          <a:solidFill>
                            <a:schemeClr val="accent3"/>
                          </a:solidFill>
                          <a:latin typeface="Cambria Math" charset="0"/>
                        </a:rPr>
                        <m:t>+</m:t>
                      </m:r>
                      <m:sSub>
                        <m:sSubPr>
                          <m:ctrlPr>
                            <a:rPr lang="en-US" sz="2000" b="1" i="1">
                              <a:solidFill>
                                <a:schemeClr val="accent3"/>
                              </a:solidFill>
                              <a:latin typeface="Cambria Math" panose="02040503050406030204" pitchFamily="18" charset="0"/>
                            </a:rPr>
                          </m:ctrlPr>
                        </m:sSubPr>
                        <m:e>
                          <m:r>
                            <a:rPr lang="en-US" sz="2000" b="1" i="1">
                              <a:solidFill>
                                <a:schemeClr val="accent3"/>
                              </a:solidFill>
                              <a:latin typeface="Cambria Math" charset="0"/>
                            </a:rPr>
                            <m:t>𝒃</m:t>
                          </m:r>
                        </m:e>
                        <m:sub>
                          <m:r>
                            <a:rPr lang="en-US" sz="2000" b="1" i="1">
                              <a:solidFill>
                                <a:schemeClr val="accent3"/>
                              </a:solidFill>
                              <a:latin typeface="Cambria Math" charset="0"/>
                            </a:rPr>
                            <m:t>𝟐</m:t>
                          </m:r>
                        </m:sub>
                      </m:sSub>
                      <m:r>
                        <a:rPr lang="en-US" sz="2000" b="1" i="1">
                          <a:solidFill>
                            <a:schemeClr val="accent3"/>
                          </a:solidFill>
                          <a:latin typeface="Cambria Math" charset="0"/>
                        </a:rPr>
                        <m:t>)</m:t>
                      </m:r>
                    </m:oMath>
                  </m:oMathPara>
                </a14:m>
                <a:endParaRPr lang="el-GR" sz="2000" b="1" dirty="0">
                  <a:solidFill>
                    <a:schemeClr val="accent3"/>
                  </a:solidFill>
                </a:endParaRPr>
              </a:p>
            </p:txBody>
          </p:sp>
        </mc:Choice>
        <mc:Fallback xmlns="">
          <p:sp>
            <p:nvSpPr>
              <p:cNvPr id="11" name="TextBox 10">
                <a:extLst>
                  <a:ext uri="{FF2B5EF4-FFF2-40B4-BE49-F238E27FC236}">
                    <a16:creationId xmlns:a16="http://schemas.microsoft.com/office/drawing/2014/main" id="{61350E4E-0FE8-45DC-8820-CA5C9A22156E}"/>
                  </a:ext>
                </a:extLst>
              </p:cNvPr>
              <p:cNvSpPr txBox="1">
                <a:spLocks noRot="1" noChangeAspect="1" noMove="1" noResize="1" noEditPoints="1" noAdjustHandles="1" noChangeArrowheads="1" noChangeShapeType="1" noTextEdit="1"/>
              </p:cNvSpPr>
              <p:nvPr/>
            </p:nvSpPr>
            <p:spPr>
              <a:xfrm>
                <a:off x="5500778" y="3168256"/>
                <a:ext cx="3690561" cy="307777"/>
              </a:xfrm>
              <a:prstGeom prst="rect">
                <a:avLst/>
              </a:prstGeom>
              <a:blipFill>
                <a:blip r:embed="rId6"/>
                <a:stretch>
                  <a:fillRect l="-1650" t="-4000" r="-1980" b="-36000"/>
                </a:stretch>
              </a:blipFill>
            </p:spPr>
            <p:txBody>
              <a:bodyPr/>
              <a:lstStyle/>
              <a:p>
                <a:r>
                  <a:rPr lang="en-IN">
                    <a:noFill/>
                  </a:rPr>
                  <a:t> </a:t>
                </a:r>
              </a:p>
            </p:txBody>
          </p:sp>
        </mc:Fallback>
      </mc:AlternateContent>
      <p:grpSp>
        <p:nvGrpSpPr>
          <p:cNvPr id="12" name="Group 11">
            <a:extLst>
              <a:ext uri="{FF2B5EF4-FFF2-40B4-BE49-F238E27FC236}">
                <a16:creationId xmlns:a16="http://schemas.microsoft.com/office/drawing/2014/main" id="{81387699-92EF-4BC6-80FD-FCA1F671ED46}"/>
              </a:ext>
            </a:extLst>
          </p:cNvPr>
          <p:cNvGrpSpPr/>
          <p:nvPr/>
        </p:nvGrpSpPr>
        <p:grpSpPr>
          <a:xfrm>
            <a:off x="6585468" y="1690688"/>
            <a:ext cx="2597562" cy="1540306"/>
            <a:chOff x="5726611" y="2799072"/>
            <a:chExt cx="2602628" cy="1540306"/>
          </a:xfrm>
        </p:grpSpPr>
        <p:sp>
          <p:nvSpPr>
            <p:cNvPr id="13" name="Ορθογώνιο 17">
              <a:extLst>
                <a:ext uri="{FF2B5EF4-FFF2-40B4-BE49-F238E27FC236}">
                  <a16:creationId xmlns:a16="http://schemas.microsoft.com/office/drawing/2014/main" id="{1D2960F2-7201-42E6-9F57-5321046F541F}"/>
                </a:ext>
              </a:extLst>
            </p:cNvPr>
            <p:cNvSpPr/>
            <p:nvPr/>
          </p:nvSpPr>
          <p:spPr>
            <a:xfrm>
              <a:off x="5726611" y="2824561"/>
              <a:ext cx="1117422" cy="431978"/>
            </a:xfrm>
            <a:prstGeom prst="rect">
              <a:avLst/>
            </a:prstGeom>
          </p:spPr>
          <p:txBody>
            <a:bodyPr wrap="none">
              <a:spAutoFit/>
            </a:bodyPr>
            <a:lstStyle/>
            <a:p>
              <a:r>
                <a:rPr lang="en-US" sz="2207" dirty="0"/>
                <a:t>Weights</a:t>
              </a:r>
            </a:p>
          </p:txBody>
        </p:sp>
        <p:cxnSp>
          <p:nvCxnSpPr>
            <p:cNvPr id="14" name="Ευθύγραμμο βέλος σύνδεσης 20">
              <a:extLst>
                <a:ext uri="{FF2B5EF4-FFF2-40B4-BE49-F238E27FC236}">
                  <a16:creationId xmlns:a16="http://schemas.microsoft.com/office/drawing/2014/main" id="{D1B253C8-85F0-46AD-86E3-DC6212D1CD24}"/>
                </a:ext>
              </a:extLst>
            </p:cNvPr>
            <p:cNvCxnSpPr>
              <a:stCxn id="13" idx="2"/>
            </p:cNvCxnSpPr>
            <p:nvPr/>
          </p:nvCxnSpPr>
          <p:spPr>
            <a:xfrm>
              <a:off x="6285322" y="3256539"/>
              <a:ext cx="884216" cy="43850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Ευθύγραμμο βέλος σύνδεσης 22">
              <a:extLst>
                <a:ext uri="{FF2B5EF4-FFF2-40B4-BE49-F238E27FC236}">
                  <a16:creationId xmlns:a16="http://schemas.microsoft.com/office/drawing/2014/main" id="{EBBFA696-D0B9-4145-AE7E-9E960890C20F}"/>
                </a:ext>
              </a:extLst>
            </p:cNvPr>
            <p:cNvCxnSpPr>
              <a:stCxn id="13" idx="2"/>
            </p:cNvCxnSpPr>
            <p:nvPr/>
          </p:nvCxnSpPr>
          <p:spPr>
            <a:xfrm>
              <a:off x="6285322" y="3256539"/>
              <a:ext cx="884216" cy="108283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6" name="Ορθογώνιο 17">
              <a:extLst>
                <a:ext uri="{FF2B5EF4-FFF2-40B4-BE49-F238E27FC236}">
                  <a16:creationId xmlns:a16="http://schemas.microsoft.com/office/drawing/2014/main" id="{484E792E-7B42-4300-AD5D-CBAFFF76549A}"/>
                </a:ext>
              </a:extLst>
            </p:cNvPr>
            <p:cNvSpPr/>
            <p:nvPr/>
          </p:nvSpPr>
          <p:spPr>
            <a:xfrm>
              <a:off x="7424667" y="2799072"/>
              <a:ext cx="904572" cy="431978"/>
            </a:xfrm>
            <a:prstGeom prst="rect">
              <a:avLst/>
            </a:prstGeom>
          </p:spPr>
          <p:txBody>
            <a:bodyPr wrap="none">
              <a:spAutoFit/>
            </a:bodyPr>
            <a:lstStyle/>
            <a:p>
              <a:r>
                <a:rPr lang="en-US" sz="2207" dirty="0"/>
                <a:t>Biases</a:t>
              </a:r>
            </a:p>
          </p:txBody>
        </p:sp>
        <p:cxnSp>
          <p:nvCxnSpPr>
            <p:cNvPr id="17" name="Ευθύγραμμο βέλος σύνδεσης 20">
              <a:extLst>
                <a:ext uri="{FF2B5EF4-FFF2-40B4-BE49-F238E27FC236}">
                  <a16:creationId xmlns:a16="http://schemas.microsoft.com/office/drawing/2014/main" id="{AB5A0BCA-1C82-4CB3-84A0-3FB46A2C5AEF}"/>
                </a:ext>
              </a:extLst>
            </p:cNvPr>
            <p:cNvCxnSpPr>
              <a:stCxn id="16" idx="2"/>
            </p:cNvCxnSpPr>
            <p:nvPr/>
          </p:nvCxnSpPr>
          <p:spPr>
            <a:xfrm>
              <a:off x="7876954" y="3231050"/>
              <a:ext cx="212925" cy="4446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Ευθύγραμμο βέλος σύνδεσης 20">
              <a:extLst>
                <a:ext uri="{FF2B5EF4-FFF2-40B4-BE49-F238E27FC236}">
                  <a16:creationId xmlns:a16="http://schemas.microsoft.com/office/drawing/2014/main" id="{B018816F-50B7-4195-8A1B-671FD75CA77C}"/>
                </a:ext>
              </a:extLst>
            </p:cNvPr>
            <p:cNvCxnSpPr>
              <a:stCxn id="16" idx="2"/>
            </p:cNvCxnSpPr>
            <p:nvPr/>
          </p:nvCxnSpPr>
          <p:spPr>
            <a:xfrm>
              <a:off x="7876954" y="3231050"/>
              <a:ext cx="43164" cy="94343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19" name="Group 18">
            <a:extLst>
              <a:ext uri="{FF2B5EF4-FFF2-40B4-BE49-F238E27FC236}">
                <a16:creationId xmlns:a16="http://schemas.microsoft.com/office/drawing/2014/main" id="{82A2EE79-22C9-41CF-B466-E2BFC8849929}"/>
              </a:ext>
            </a:extLst>
          </p:cNvPr>
          <p:cNvGrpSpPr/>
          <p:nvPr/>
        </p:nvGrpSpPr>
        <p:grpSpPr>
          <a:xfrm>
            <a:off x="6245699" y="2966538"/>
            <a:ext cx="2482987" cy="1143191"/>
            <a:chOff x="5637119" y="3866249"/>
            <a:chExt cx="2482987" cy="1143191"/>
          </a:xfrm>
        </p:grpSpPr>
        <p:sp>
          <p:nvSpPr>
            <p:cNvPr id="20" name="Ορθογώνιο 18">
              <a:extLst>
                <a:ext uri="{FF2B5EF4-FFF2-40B4-BE49-F238E27FC236}">
                  <a16:creationId xmlns:a16="http://schemas.microsoft.com/office/drawing/2014/main" id="{C36B5BB6-8EDE-4942-957C-03DD09CC5E0F}"/>
                </a:ext>
              </a:extLst>
            </p:cNvPr>
            <p:cNvSpPr/>
            <p:nvPr/>
          </p:nvSpPr>
          <p:spPr>
            <a:xfrm>
              <a:off x="5637119" y="4577462"/>
              <a:ext cx="2482987" cy="431978"/>
            </a:xfrm>
            <a:prstGeom prst="rect">
              <a:avLst/>
            </a:prstGeom>
          </p:spPr>
          <p:txBody>
            <a:bodyPr wrap="none">
              <a:spAutoFit/>
            </a:bodyPr>
            <a:lstStyle/>
            <a:p>
              <a:r>
                <a:rPr lang="en-US" sz="2207" dirty="0"/>
                <a:t>Activation functions</a:t>
              </a:r>
            </a:p>
          </p:txBody>
        </p:sp>
        <p:cxnSp>
          <p:nvCxnSpPr>
            <p:cNvPr id="21" name="Ευθύγραμμο βέλος σύνδεσης 24">
              <a:extLst>
                <a:ext uri="{FF2B5EF4-FFF2-40B4-BE49-F238E27FC236}">
                  <a16:creationId xmlns:a16="http://schemas.microsoft.com/office/drawing/2014/main" id="{EA173FBD-6C2E-48C3-AA71-E25195651D19}"/>
                </a:ext>
              </a:extLst>
            </p:cNvPr>
            <p:cNvCxnSpPr/>
            <p:nvPr/>
          </p:nvCxnSpPr>
          <p:spPr>
            <a:xfrm flipV="1">
              <a:off x="6857276" y="4375163"/>
              <a:ext cx="234863" cy="30927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Ευθύγραμμο βέλος σύνδεσης 26">
              <a:extLst>
                <a:ext uri="{FF2B5EF4-FFF2-40B4-BE49-F238E27FC236}">
                  <a16:creationId xmlns:a16="http://schemas.microsoft.com/office/drawing/2014/main" id="{23AD5B54-F2D1-40D1-BB4F-AF5F5A874254}"/>
                </a:ext>
              </a:extLst>
            </p:cNvPr>
            <p:cNvCxnSpPr/>
            <p:nvPr/>
          </p:nvCxnSpPr>
          <p:spPr>
            <a:xfrm flipV="1">
              <a:off x="6857276" y="3866249"/>
              <a:ext cx="302368" cy="8268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24" name="Rectangle 23">
            <a:extLst>
              <a:ext uri="{FF2B5EF4-FFF2-40B4-BE49-F238E27FC236}">
                <a16:creationId xmlns:a16="http://schemas.microsoft.com/office/drawing/2014/main" id="{FCF89660-F9FD-418D-AB09-31A8F13ED9EE}"/>
              </a:ext>
            </a:extLst>
          </p:cNvPr>
          <p:cNvSpPr/>
          <p:nvPr/>
        </p:nvSpPr>
        <p:spPr>
          <a:xfrm>
            <a:off x="5656393" y="4931783"/>
            <a:ext cx="4572000" cy="1477328"/>
          </a:xfrm>
          <a:prstGeom prst="rect">
            <a:avLst/>
          </a:prstGeom>
        </p:spPr>
        <p:txBody>
          <a:bodyPr>
            <a:spAutoFit/>
          </a:bodyPr>
          <a:lstStyle/>
          <a:p>
            <a:pPr algn="ctr"/>
            <a:r>
              <a:rPr lang="en-US" dirty="0"/>
              <a:t>4 + 2 = 6 neurons (not counting inputs)</a:t>
            </a:r>
          </a:p>
          <a:p>
            <a:pPr algn="ctr"/>
            <a:r>
              <a:rPr lang="en-US" dirty="0"/>
              <a:t>[3 × 4] + [4 × 2] = 20 weights </a:t>
            </a:r>
          </a:p>
          <a:p>
            <a:pPr algn="ctr"/>
            <a:r>
              <a:rPr lang="en-US" dirty="0"/>
              <a:t>4 + 2 = 6 biases</a:t>
            </a:r>
          </a:p>
          <a:p>
            <a:pPr algn="ctr"/>
            <a:endParaRPr lang="en-US" dirty="0">
              <a:solidFill>
                <a:schemeClr val="accent2"/>
              </a:solidFill>
            </a:endParaRPr>
          </a:p>
          <a:p>
            <a:pPr algn="ctr"/>
            <a:r>
              <a:rPr lang="en-US" dirty="0">
                <a:solidFill>
                  <a:schemeClr val="accent2"/>
                </a:solidFill>
              </a:rPr>
              <a:t>26</a:t>
            </a:r>
            <a:r>
              <a:rPr lang="en-US" dirty="0"/>
              <a:t> </a:t>
            </a:r>
            <a:r>
              <a:rPr lang="en-US" dirty="0">
                <a:solidFill>
                  <a:schemeClr val="accent2"/>
                </a:solidFill>
              </a:rPr>
              <a:t>learnable parameters</a:t>
            </a:r>
          </a:p>
        </p:txBody>
      </p:sp>
      <p:sp>
        <p:nvSpPr>
          <p:cNvPr id="27" name="TextBox 26">
            <a:extLst>
              <a:ext uri="{FF2B5EF4-FFF2-40B4-BE49-F238E27FC236}">
                <a16:creationId xmlns:a16="http://schemas.microsoft.com/office/drawing/2014/main" id="{5B495612-F03F-469E-9E51-1835882A5324}"/>
              </a:ext>
            </a:extLst>
          </p:cNvPr>
          <p:cNvSpPr txBox="1"/>
          <p:nvPr/>
        </p:nvSpPr>
        <p:spPr>
          <a:xfrm>
            <a:off x="2251408" y="556433"/>
            <a:ext cx="6096000" cy="369332"/>
          </a:xfrm>
          <a:prstGeom prst="rect">
            <a:avLst/>
          </a:prstGeom>
          <a:noFill/>
        </p:spPr>
        <p:txBody>
          <a:bodyPr wrap="square">
            <a:spAutoFit/>
          </a:bodyPr>
          <a:lstStyle/>
          <a:p>
            <a:r>
              <a:rPr lang="en-US" dirty="0"/>
              <a:t>A NN with one hidden layer and one output layer</a:t>
            </a:r>
          </a:p>
        </p:txBody>
      </p:sp>
    </p:spTree>
    <p:extLst>
      <p:ext uri="{BB962C8B-B14F-4D97-AF65-F5344CB8AC3E}">
        <p14:creationId xmlns:p14="http://schemas.microsoft.com/office/powerpoint/2010/main" val="1470724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9BE73-4EB6-467A-BD03-77D9BA572672}"/>
              </a:ext>
            </a:extLst>
          </p:cNvPr>
          <p:cNvSpPr>
            <a:spLocks noGrp="1"/>
          </p:cNvSpPr>
          <p:nvPr>
            <p:ph type="title"/>
          </p:nvPr>
        </p:nvSpPr>
        <p:spPr>
          <a:xfrm>
            <a:off x="331470" y="0"/>
            <a:ext cx="10515600" cy="1325563"/>
          </a:xfrm>
        </p:spPr>
        <p:txBody>
          <a:bodyPr/>
          <a:lstStyle/>
          <a:p>
            <a:r>
              <a:rPr lang="en-IN" dirty="0"/>
              <a:t>Play with your own neural network</a:t>
            </a:r>
          </a:p>
        </p:txBody>
      </p:sp>
      <p:pic>
        <p:nvPicPr>
          <p:cNvPr id="4" name="Picture 3">
            <a:extLst>
              <a:ext uri="{FF2B5EF4-FFF2-40B4-BE49-F238E27FC236}">
                <a16:creationId xmlns:a16="http://schemas.microsoft.com/office/drawing/2014/main" id="{C82EB0E4-E9B8-4257-B687-9CAB5429693A}"/>
              </a:ext>
            </a:extLst>
          </p:cNvPr>
          <p:cNvPicPr>
            <a:picLocks noChangeAspect="1"/>
          </p:cNvPicPr>
          <p:nvPr/>
        </p:nvPicPr>
        <p:blipFill>
          <a:blip r:embed="rId2"/>
          <a:stretch>
            <a:fillRect/>
          </a:stretch>
        </p:blipFill>
        <p:spPr>
          <a:xfrm>
            <a:off x="1700328" y="1503377"/>
            <a:ext cx="7777885" cy="4852574"/>
          </a:xfrm>
          <a:prstGeom prst="rect">
            <a:avLst/>
          </a:prstGeom>
        </p:spPr>
      </p:pic>
    </p:spTree>
    <p:extLst>
      <p:ext uri="{BB962C8B-B14F-4D97-AF65-F5344CB8AC3E}">
        <p14:creationId xmlns:p14="http://schemas.microsoft.com/office/powerpoint/2010/main" val="33674979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BB1F1-23AD-4223-8DFF-572547E3D098}"/>
              </a:ext>
            </a:extLst>
          </p:cNvPr>
          <p:cNvSpPr>
            <a:spLocks noGrp="1"/>
          </p:cNvSpPr>
          <p:nvPr>
            <p:ph type="title"/>
          </p:nvPr>
        </p:nvSpPr>
        <p:spPr>
          <a:xfrm>
            <a:off x="0" y="299574"/>
            <a:ext cx="10515600" cy="1325563"/>
          </a:xfrm>
        </p:spPr>
        <p:txBody>
          <a:bodyPr/>
          <a:lstStyle/>
          <a:p>
            <a:r>
              <a:rPr lang="en-IN" dirty="0"/>
              <a:t>Deep Neural Network</a:t>
            </a:r>
          </a:p>
        </p:txBody>
      </p:sp>
      <p:grpSp>
        <p:nvGrpSpPr>
          <p:cNvPr id="78" name="Group 77">
            <a:extLst>
              <a:ext uri="{FF2B5EF4-FFF2-40B4-BE49-F238E27FC236}">
                <a16:creationId xmlns:a16="http://schemas.microsoft.com/office/drawing/2014/main" id="{0C74E9D8-D832-491F-88B7-E7DB5F9E898A}"/>
              </a:ext>
            </a:extLst>
          </p:cNvPr>
          <p:cNvGrpSpPr/>
          <p:nvPr/>
        </p:nvGrpSpPr>
        <p:grpSpPr>
          <a:xfrm>
            <a:off x="1499883" y="2357300"/>
            <a:ext cx="8126945" cy="3919363"/>
            <a:chOff x="1089065" y="3351213"/>
            <a:chExt cx="8126945" cy="3919363"/>
          </a:xfrm>
        </p:grpSpPr>
        <p:sp>
          <p:nvSpPr>
            <p:cNvPr id="4" name="文字方塊 63">
              <a:extLst>
                <a:ext uri="{FF2B5EF4-FFF2-40B4-BE49-F238E27FC236}">
                  <a16:creationId xmlns:a16="http://schemas.microsoft.com/office/drawing/2014/main" id="{00EB20CA-5B7D-4EF0-8791-67F080870A25}"/>
                </a:ext>
              </a:extLst>
            </p:cNvPr>
            <p:cNvSpPr txBox="1"/>
            <p:nvPr/>
          </p:nvSpPr>
          <p:spPr>
            <a:xfrm>
              <a:off x="7284570" y="6577993"/>
              <a:ext cx="1931440" cy="461665"/>
            </a:xfrm>
            <a:prstGeom prst="rect">
              <a:avLst/>
            </a:prstGeom>
            <a:noFill/>
          </p:spPr>
          <p:txBody>
            <a:bodyPr wrap="square" rtlCol="0">
              <a:spAutoFit/>
            </a:bodyPr>
            <a:lstStyle/>
            <a:p>
              <a:pPr algn="ctr"/>
              <a:r>
                <a:rPr lang="en-US" altLang="zh-TW" sz="2400" b="1" dirty="0"/>
                <a:t>Output Layer</a:t>
              </a:r>
              <a:endParaRPr lang="zh-TW" altLang="en-US" sz="2400" b="1" dirty="0"/>
            </a:p>
          </p:txBody>
        </p:sp>
        <p:sp>
          <p:nvSpPr>
            <p:cNvPr id="5" name="文字方塊 64">
              <a:extLst>
                <a:ext uri="{FF2B5EF4-FFF2-40B4-BE49-F238E27FC236}">
                  <a16:creationId xmlns:a16="http://schemas.microsoft.com/office/drawing/2014/main" id="{454F39B0-5AC3-4D76-AAFB-48ED54BDAAE4}"/>
                </a:ext>
              </a:extLst>
            </p:cNvPr>
            <p:cNvSpPr txBox="1"/>
            <p:nvPr/>
          </p:nvSpPr>
          <p:spPr>
            <a:xfrm>
              <a:off x="4114686" y="6808911"/>
              <a:ext cx="2066642" cy="461665"/>
            </a:xfrm>
            <a:prstGeom prst="rect">
              <a:avLst/>
            </a:prstGeom>
            <a:noFill/>
          </p:spPr>
          <p:txBody>
            <a:bodyPr wrap="square" rtlCol="0">
              <a:spAutoFit/>
            </a:bodyPr>
            <a:lstStyle/>
            <a:p>
              <a:pPr algn="ctr"/>
              <a:r>
                <a:rPr lang="en-US" altLang="zh-TW" sz="2400" b="1" dirty="0"/>
                <a:t>Hidden Layers</a:t>
              </a:r>
              <a:endParaRPr lang="zh-TW" altLang="en-US" sz="2400" b="1" dirty="0"/>
            </a:p>
          </p:txBody>
        </p:sp>
        <p:sp>
          <p:nvSpPr>
            <p:cNvPr id="6" name="右大括弧 65">
              <a:extLst>
                <a:ext uri="{FF2B5EF4-FFF2-40B4-BE49-F238E27FC236}">
                  <a16:creationId xmlns:a16="http://schemas.microsoft.com/office/drawing/2014/main" id="{BB9DF9CB-7A0F-490B-A8FA-EEA029DE2DC4}"/>
                </a:ext>
              </a:extLst>
            </p:cNvPr>
            <p:cNvSpPr/>
            <p:nvPr/>
          </p:nvSpPr>
          <p:spPr>
            <a:xfrm rot="5400000">
              <a:off x="4917109" y="4544738"/>
              <a:ext cx="374933" cy="4327216"/>
            </a:xfrm>
            <a:prstGeom prst="rightBrace">
              <a:avLst>
                <a:gd name="adj1" fmla="val 175868"/>
                <a:gd name="adj2" fmla="val 50000"/>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7" name="矩形 58">
              <a:extLst>
                <a:ext uri="{FF2B5EF4-FFF2-40B4-BE49-F238E27FC236}">
                  <a16:creationId xmlns:a16="http://schemas.microsoft.com/office/drawing/2014/main" id="{151A691E-E545-45A5-8ECE-595C8033EA37}"/>
                </a:ext>
              </a:extLst>
            </p:cNvPr>
            <p:cNvSpPr/>
            <p:nvPr/>
          </p:nvSpPr>
          <p:spPr>
            <a:xfrm>
              <a:off x="1750404" y="3832997"/>
              <a:ext cx="498951" cy="2625052"/>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8" name="文字方塊 59">
              <a:extLst>
                <a:ext uri="{FF2B5EF4-FFF2-40B4-BE49-F238E27FC236}">
                  <a16:creationId xmlns:a16="http://schemas.microsoft.com/office/drawing/2014/main" id="{8F1D6445-5D26-44D3-8408-1E9570A8C5D8}"/>
                </a:ext>
              </a:extLst>
            </p:cNvPr>
            <p:cNvSpPr txBox="1"/>
            <p:nvPr/>
          </p:nvSpPr>
          <p:spPr>
            <a:xfrm>
              <a:off x="1089065" y="6577993"/>
              <a:ext cx="1737895" cy="461665"/>
            </a:xfrm>
            <a:prstGeom prst="rect">
              <a:avLst/>
            </a:prstGeom>
            <a:noFill/>
          </p:spPr>
          <p:txBody>
            <a:bodyPr wrap="square" rtlCol="0">
              <a:spAutoFit/>
            </a:bodyPr>
            <a:lstStyle/>
            <a:p>
              <a:pPr algn="ctr"/>
              <a:r>
                <a:rPr lang="en-US" altLang="zh-TW" sz="2400" b="1" dirty="0"/>
                <a:t>Input Layer</a:t>
              </a:r>
              <a:endParaRPr lang="zh-TW" altLang="en-US" sz="2400" b="1" dirty="0"/>
            </a:p>
          </p:txBody>
        </p:sp>
        <p:sp>
          <p:nvSpPr>
            <p:cNvPr id="9" name="文字方塊 6">
              <a:extLst>
                <a:ext uri="{FF2B5EF4-FFF2-40B4-BE49-F238E27FC236}">
                  <a16:creationId xmlns:a16="http://schemas.microsoft.com/office/drawing/2014/main" id="{A4C99869-E901-4C9F-AF50-B1118EB14D01}"/>
                </a:ext>
              </a:extLst>
            </p:cNvPr>
            <p:cNvSpPr txBox="1"/>
            <p:nvPr/>
          </p:nvSpPr>
          <p:spPr>
            <a:xfrm>
              <a:off x="1422918" y="3351213"/>
              <a:ext cx="1134648" cy="461665"/>
            </a:xfrm>
            <a:prstGeom prst="rect">
              <a:avLst/>
            </a:prstGeom>
            <a:noFill/>
          </p:spPr>
          <p:txBody>
            <a:bodyPr wrap="square" rtlCol="0">
              <a:spAutoFit/>
            </a:bodyPr>
            <a:lstStyle/>
            <a:p>
              <a:pPr algn="ctr"/>
              <a:r>
                <a:rPr lang="en-US" altLang="zh-TW" sz="2400" dirty="0"/>
                <a:t>Input</a:t>
              </a:r>
            </a:p>
          </p:txBody>
        </p:sp>
        <p:sp>
          <p:nvSpPr>
            <p:cNvPr id="10" name="文字方塊 7">
              <a:extLst>
                <a:ext uri="{FF2B5EF4-FFF2-40B4-BE49-F238E27FC236}">
                  <a16:creationId xmlns:a16="http://schemas.microsoft.com/office/drawing/2014/main" id="{54F457FD-17AA-4468-9D8D-F139777E08DD}"/>
                </a:ext>
              </a:extLst>
            </p:cNvPr>
            <p:cNvSpPr txBox="1"/>
            <p:nvPr/>
          </p:nvSpPr>
          <p:spPr>
            <a:xfrm>
              <a:off x="7566960" y="3351213"/>
              <a:ext cx="1134648" cy="461665"/>
            </a:xfrm>
            <a:prstGeom prst="rect">
              <a:avLst/>
            </a:prstGeom>
            <a:noFill/>
          </p:spPr>
          <p:txBody>
            <a:bodyPr wrap="square" rtlCol="0">
              <a:spAutoFit/>
            </a:bodyPr>
            <a:lstStyle/>
            <a:p>
              <a:pPr algn="ctr"/>
              <a:r>
                <a:rPr lang="en-US" altLang="zh-TW" sz="2400" dirty="0"/>
                <a:t>Output</a:t>
              </a:r>
            </a:p>
          </p:txBody>
        </p:sp>
        <p:cxnSp>
          <p:nvCxnSpPr>
            <p:cNvPr id="11" name="直線單箭頭接點 10">
              <a:extLst>
                <a:ext uri="{FF2B5EF4-FFF2-40B4-BE49-F238E27FC236}">
                  <a16:creationId xmlns:a16="http://schemas.microsoft.com/office/drawing/2014/main" id="{F496E970-BAFA-4099-945C-724267636C3B}"/>
                </a:ext>
              </a:extLst>
            </p:cNvPr>
            <p:cNvCxnSpPr/>
            <p:nvPr/>
          </p:nvCxnSpPr>
          <p:spPr>
            <a:xfrm>
              <a:off x="6862678" y="4853776"/>
              <a:ext cx="1018599"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單箭頭接點 11">
              <a:extLst>
                <a:ext uri="{FF2B5EF4-FFF2-40B4-BE49-F238E27FC236}">
                  <a16:creationId xmlns:a16="http://schemas.microsoft.com/office/drawing/2014/main" id="{64CE01E5-B531-4888-81E9-EAC2BD074B69}"/>
                </a:ext>
              </a:extLst>
            </p:cNvPr>
            <p:cNvCxnSpPr/>
            <p:nvPr/>
          </p:nvCxnSpPr>
          <p:spPr>
            <a:xfrm>
              <a:off x="6971994" y="6099666"/>
              <a:ext cx="90574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單箭頭接點 12">
              <a:extLst>
                <a:ext uri="{FF2B5EF4-FFF2-40B4-BE49-F238E27FC236}">
                  <a16:creationId xmlns:a16="http://schemas.microsoft.com/office/drawing/2014/main" id="{2DC6DEF7-1680-4C6E-905C-7B63B6AF5A6F}"/>
                </a:ext>
              </a:extLst>
            </p:cNvPr>
            <p:cNvCxnSpPr/>
            <p:nvPr/>
          </p:nvCxnSpPr>
          <p:spPr>
            <a:xfrm>
              <a:off x="6838794" y="4074973"/>
              <a:ext cx="1050372"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14CE9791-B305-4A97-8C08-6B06CB67C73D}"/>
                </a:ext>
              </a:extLst>
            </p:cNvPr>
            <p:cNvSpPr/>
            <p:nvPr/>
          </p:nvSpPr>
          <p:spPr>
            <a:xfrm>
              <a:off x="1818792" y="4550690"/>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15" name="矩形 14">
              <a:extLst>
                <a:ext uri="{FF2B5EF4-FFF2-40B4-BE49-F238E27FC236}">
                  <a16:creationId xmlns:a16="http://schemas.microsoft.com/office/drawing/2014/main" id="{6E7E5E9E-E7E7-460A-A3CD-CF405780ECB4}"/>
                </a:ext>
              </a:extLst>
            </p:cNvPr>
            <p:cNvSpPr/>
            <p:nvPr/>
          </p:nvSpPr>
          <p:spPr>
            <a:xfrm>
              <a:off x="1824610" y="3980361"/>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graphicFrame>
          <p:nvGraphicFramePr>
            <p:cNvPr id="16" name="Object 12">
              <a:extLst>
                <a:ext uri="{FF2B5EF4-FFF2-40B4-BE49-F238E27FC236}">
                  <a16:creationId xmlns:a16="http://schemas.microsoft.com/office/drawing/2014/main" id="{3D42EC2F-3A6B-4F48-951F-6E448435A109}"/>
                </a:ext>
              </a:extLst>
            </p:cNvPr>
            <p:cNvGraphicFramePr>
              <a:graphicFrameLocks noChangeAspect="1"/>
            </p:cNvGraphicFramePr>
            <p:nvPr>
              <p:extLst>
                <p:ext uri="{D42A27DB-BD31-4B8C-83A1-F6EECF244321}">
                  <p14:modId xmlns:p14="http://schemas.microsoft.com/office/powerpoint/2010/main" val="4207849039"/>
                </p:ext>
              </p:extLst>
            </p:nvPr>
          </p:nvGraphicFramePr>
          <p:xfrm>
            <a:off x="1837309" y="3885111"/>
            <a:ext cx="325438" cy="461962"/>
          </p:xfrm>
          <a:graphic>
            <a:graphicData uri="http://schemas.openxmlformats.org/presentationml/2006/ole">
              <mc:AlternateContent xmlns:mc="http://schemas.openxmlformats.org/markup-compatibility/2006">
                <mc:Choice xmlns:v="urn:schemas-microsoft-com:vml" Requires="v">
                  <p:oleObj spid="_x0000_s4098" name="方程式" r:id="rId3" imgW="152280" imgH="215640" progId="Equation.3">
                    <p:embed/>
                  </p:oleObj>
                </mc:Choice>
                <mc:Fallback>
                  <p:oleObj name="方程式" r:id="rId3" imgW="152280" imgH="215640" progId="Equation.3">
                    <p:embed/>
                    <p:pic>
                      <p:nvPicPr>
                        <p:cNvPr id="16" name="Object 12">
                          <a:extLst>
                            <a:ext uri="{FF2B5EF4-FFF2-40B4-BE49-F238E27FC236}">
                              <a16:creationId xmlns:a16="http://schemas.microsoft.com/office/drawing/2014/main" id="{3D42EC2F-3A6B-4F48-951F-6E448435A109}"/>
                            </a:ext>
                          </a:extLst>
                        </p:cNvPr>
                        <p:cNvPicPr>
                          <a:picLocks noChangeAspect="1" noChangeArrowheads="1"/>
                        </p:cNvPicPr>
                        <p:nvPr/>
                      </p:nvPicPr>
                      <p:blipFill>
                        <a:blip r:embed="rId4"/>
                        <a:srcRect/>
                        <a:stretch>
                          <a:fillRect/>
                        </a:stretch>
                      </p:blipFill>
                      <p:spPr bwMode="auto">
                        <a:xfrm>
                          <a:off x="1837309" y="3885111"/>
                          <a:ext cx="325438" cy="461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Object 12">
              <a:extLst>
                <a:ext uri="{FF2B5EF4-FFF2-40B4-BE49-F238E27FC236}">
                  <a16:creationId xmlns:a16="http://schemas.microsoft.com/office/drawing/2014/main" id="{1DA231D2-FE65-405A-BA30-C79F5B31E256}"/>
                </a:ext>
              </a:extLst>
            </p:cNvPr>
            <p:cNvGraphicFramePr>
              <a:graphicFrameLocks noChangeAspect="1"/>
            </p:cNvGraphicFramePr>
            <p:nvPr>
              <p:extLst>
                <p:ext uri="{D42A27DB-BD31-4B8C-83A1-F6EECF244321}">
                  <p14:modId xmlns:p14="http://schemas.microsoft.com/office/powerpoint/2010/main" val="3300699993"/>
                </p:ext>
              </p:extLst>
            </p:nvPr>
          </p:nvGraphicFramePr>
          <p:xfrm>
            <a:off x="1842605" y="4467840"/>
            <a:ext cx="352425" cy="461963"/>
          </p:xfrm>
          <a:graphic>
            <a:graphicData uri="http://schemas.openxmlformats.org/presentationml/2006/ole">
              <mc:AlternateContent xmlns:mc="http://schemas.openxmlformats.org/markup-compatibility/2006">
                <mc:Choice xmlns:v="urn:schemas-microsoft-com:vml" Requires="v">
                  <p:oleObj spid="_x0000_s4099" name="方程式" r:id="rId5" imgW="164880" imgH="215640" progId="Equation.3">
                    <p:embed/>
                  </p:oleObj>
                </mc:Choice>
                <mc:Fallback>
                  <p:oleObj name="方程式" r:id="rId5" imgW="164880" imgH="215640" progId="Equation.3">
                    <p:embed/>
                    <p:pic>
                      <p:nvPicPr>
                        <p:cNvPr id="17" name="Object 12">
                          <a:extLst>
                            <a:ext uri="{FF2B5EF4-FFF2-40B4-BE49-F238E27FC236}">
                              <a16:creationId xmlns:a16="http://schemas.microsoft.com/office/drawing/2014/main" id="{1DA231D2-FE65-405A-BA30-C79F5B31E256}"/>
                            </a:ext>
                          </a:extLst>
                        </p:cNvPr>
                        <p:cNvPicPr>
                          <a:picLocks noChangeAspect="1" noChangeArrowheads="1"/>
                        </p:cNvPicPr>
                        <p:nvPr/>
                      </p:nvPicPr>
                      <p:blipFill>
                        <a:blip r:embed="rId6"/>
                        <a:srcRect/>
                        <a:stretch>
                          <a:fillRect/>
                        </a:stretch>
                      </p:blipFill>
                      <p:spPr bwMode="auto">
                        <a:xfrm>
                          <a:off x="1842605" y="4467840"/>
                          <a:ext cx="352425" cy="461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8" name="群組 77">
              <a:extLst>
                <a:ext uri="{FF2B5EF4-FFF2-40B4-BE49-F238E27FC236}">
                  <a16:creationId xmlns:a16="http://schemas.microsoft.com/office/drawing/2014/main" id="{E2DC493C-16CB-4040-B87F-EC4ACA10D2D6}"/>
                </a:ext>
              </a:extLst>
            </p:cNvPr>
            <p:cNvGrpSpPr/>
            <p:nvPr/>
          </p:nvGrpSpPr>
          <p:grpSpPr>
            <a:xfrm>
              <a:off x="2761079" y="3351213"/>
              <a:ext cx="1134648" cy="3130011"/>
              <a:chOff x="2332137" y="1770729"/>
              <a:chExt cx="1134648" cy="3130011"/>
            </a:xfrm>
          </p:grpSpPr>
          <p:sp>
            <p:nvSpPr>
              <p:cNvPr id="19" name="矩形 60">
                <a:extLst>
                  <a:ext uri="{FF2B5EF4-FFF2-40B4-BE49-F238E27FC236}">
                    <a16:creationId xmlns:a16="http://schemas.microsoft.com/office/drawing/2014/main" id="{FD315BAE-7EAA-4DFE-B5C5-0AF915DF37EF}"/>
                  </a:ext>
                </a:extLst>
              </p:cNvPr>
              <p:cNvSpPr/>
              <p:nvPr/>
            </p:nvSpPr>
            <p:spPr>
              <a:xfrm>
                <a:off x="2504565" y="2224872"/>
                <a:ext cx="746342" cy="2675868"/>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20" name="文字方塊 3">
                <a:extLst>
                  <a:ext uri="{FF2B5EF4-FFF2-40B4-BE49-F238E27FC236}">
                    <a16:creationId xmlns:a16="http://schemas.microsoft.com/office/drawing/2014/main" id="{4951EC63-38F7-4E16-BB58-3C1C92003704}"/>
                  </a:ext>
                </a:extLst>
              </p:cNvPr>
              <p:cNvSpPr txBox="1"/>
              <p:nvPr/>
            </p:nvSpPr>
            <p:spPr>
              <a:xfrm>
                <a:off x="2332137" y="1770729"/>
                <a:ext cx="1134648" cy="461665"/>
              </a:xfrm>
              <a:prstGeom prst="rect">
                <a:avLst/>
              </a:prstGeom>
              <a:noFill/>
            </p:spPr>
            <p:txBody>
              <a:bodyPr wrap="square" rtlCol="0">
                <a:spAutoFit/>
              </a:bodyPr>
              <a:lstStyle/>
              <a:p>
                <a:pPr algn="ctr"/>
                <a:r>
                  <a:rPr lang="en-US" altLang="zh-TW" sz="2400" dirty="0"/>
                  <a:t>Layer 1</a:t>
                </a:r>
                <a:endParaRPr lang="zh-TW" altLang="en-US" sz="2400" dirty="0"/>
              </a:p>
            </p:txBody>
          </p:sp>
          <p:sp>
            <p:nvSpPr>
              <p:cNvPr id="21" name="橢圓 17">
                <a:extLst>
                  <a:ext uri="{FF2B5EF4-FFF2-40B4-BE49-F238E27FC236}">
                    <a16:creationId xmlns:a16="http://schemas.microsoft.com/office/drawing/2014/main" id="{85696FCA-4FC8-4C2C-BAD4-C86F0D1B173C}"/>
                  </a:ext>
                </a:extLst>
              </p:cNvPr>
              <p:cNvSpPr/>
              <p:nvPr/>
            </p:nvSpPr>
            <p:spPr>
              <a:xfrm>
                <a:off x="2601675" y="2235874"/>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22" name="橢圓 18">
                <a:extLst>
                  <a:ext uri="{FF2B5EF4-FFF2-40B4-BE49-F238E27FC236}">
                    <a16:creationId xmlns:a16="http://schemas.microsoft.com/office/drawing/2014/main" id="{72EBF8B7-F5E5-48D1-A2D1-44EC9FEDBE4F}"/>
                  </a:ext>
                </a:extLst>
              </p:cNvPr>
              <p:cNvSpPr/>
              <p:nvPr/>
            </p:nvSpPr>
            <p:spPr>
              <a:xfrm>
                <a:off x="2604017" y="3014444"/>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23" name="橢圓 19">
                <a:extLst>
                  <a:ext uri="{FF2B5EF4-FFF2-40B4-BE49-F238E27FC236}">
                    <a16:creationId xmlns:a16="http://schemas.microsoft.com/office/drawing/2014/main" id="{C9C2DA71-2F5D-4087-9BFC-870ED0316F3E}"/>
                  </a:ext>
                </a:extLst>
              </p:cNvPr>
              <p:cNvSpPr/>
              <p:nvPr/>
            </p:nvSpPr>
            <p:spPr>
              <a:xfrm>
                <a:off x="2592384" y="4242456"/>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24" name="文字方塊 20">
                <a:extLst>
                  <a:ext uri="{FF2B5EF4-FFF2-40B4-BE49-F238E27FC236}">
                    <a16:creationId xmlns:a16="http://schemas.microsoft.com/office/drawing/2014/main" id="{C6698726-2A9B-48D9-886F-8DFEFA6B97EC}"/>
                  </a:ext>
                </a:extLst>
              </p:cNvPr>
              <p:cNvSpPr txBox="1"/>
              <p:nvPr/>
            </p:nvSpPr>
            <p:spPr>
              <a:xfrm rot="5400000">
                <a:off x="2589637" y="3664749"/>
                <a:ext cx="769257" cy="523220"/>
              </a:xfrm>
              <a:prstGeom prst="rect">
                <a:avLst/>
              </a:prstGeom>
              <a:noFill/>
            </p:spPr>
            <p:txBody>
              <a:bodyPr wrap="square" rtlCol="0">
                <a:spAutoFit/>
              </a:bodyPr>
              <a:lstStyle/>
              <a:p>
                <a:pPr algn="ctr"/>
                <a:r>
                  <a:rPr lang="en-US" altLang="zh-TW" sz="2800" dirty="0"/>
                  <a:t>……</a:t>
                </a:r>
                <a:endParaRPr lang="zh-TW" altLang="en-US" sz="2800" dirty="0"/>
              </a:p>
            </p:txBody>
          </p:sp>
        </p:grpSp>
        <p:sp>
          <p:nvSpPr>
            <p:cNvPr id="25" name="矩形 21">
              <a:extLst>
                <a:ext uri="{FF2B5EF4-FFF2-40B4-BE49-F238E27FC236}">
                  <a16:creationId xmlns:a16="http://schemas.microsoft.com/office/drawing/2014/main" id="{3A2CF50C-36D5-4D93-9C30-08E92DEFBEC2}"/>
                </a:ext>
              </a:extLst>
            </p:cNvPr>
            <p:cNvSpPr/>
            <p:nvPr/>
          </p:nvSpPr>
          <p:spPr>
            <a:xfrm>
              <a:off x="1828317" y="5948447"/>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graphicFrame>
          <p:nvGraphicFramePr>
            <p:cNvPr id="26" name="Object 12">
              <a:extLst>
                <a:ext uri="{FF2B5EF4-FFF2-40B4-BE49-F238E27FC236}">
                  <a16:creationId xmlns:a16="http://schemas.microsoft.com/office/drawing/2014/main" id="{1813FB34-DF04-448D-8C3A-830A9B429F74}"/>
                </a:ext>
              </a:extLst>
            </p:cNvPr>
            <p:cNvGraphicFramePr>
              <a:graphicFrameLocks noChangeAspect="1"/>
            </p:cNvGraphicFramePr>
            <p:nvPr>
              <p:extLst>
                <p:ext uri="{D42A27DB-BD31-4B8C-83A1-F6EECF244321}">
                  <p14:modId xmlns:p14="http://schemas.microsoft.com/office/powerpoint/2010/main" val="240351979"/>
                </p:ext>
              </p:extLst>
            </p:nvPr>
          </p:nvGraphicFramePr>
          <p:xfrm>
            <a:off x="1825201" y="5852193"/>
            <a:ext cx="407988" cy="488950"/>
          </p:xfrm>
          <a:graphic>
            <a:graphicData uri="http://schemas.openxmlformats.org/presentationml/2006/ole">
              <mc:AlternateContent xmlns:mc="http://schemas.openxmlformats.org/markup-compatibility/2006">
                <mc:Choice xmlns:v="urn:schemas-microsoft-com:vml" Requires="v">
                  <p:oleObj spid="_x0000_s4100" name="方程式" r:id="rId7" imgW="190440" imgH="228600" progId="Equation.3">
                    <p:embed/>
                  </p:oleObj>
                </mc:Choice>
                <mc:Fallback>
                  <p:oleObj name="方程式" r:id="rId7" imgW="190440" imgH="228600" progId="Equation.3">
                    <p:embed/>
                    <p:pic>
                      <p:nvPicPr>
                        <p:cNvPr id="26" name="Object 12">
                          <a:extLst>
                            <a:ext uri="{FF2B5EF4-FFF2-40B4-BE49-F238E27FC236}">
                              <a16:creationId xmlns:a16="http://schemas.microsoft.com/office/drawing/2014/main" id="{1813FB34-DF04-448D-8C3A-830A9B429F74}"/>
                            </a:ext>
                          </a:extLst>
                        </p:cNvPr>
                        <p:cNvPicPr>
                          <a:picLocks noChangeAspect="1" noChangeArrowheads="1"/>
                        </p:cNvPicPr>
                        <p:nvPr/>
                      </p:nvPicPr>
                      <p:blipFill>
                        <a:blip r:embed="rId8"/>
                        <a:srcRect/>
                        <a:stretch>
                          <a:fillRect/>
                        </a:stretch>
                      </p:blipFill>
                      <p:spPr bwMode="auto">
                        <a:xfrm>
                          <a:off x="1825201" y="5852193"/>
                          <a:ext cx="407988" cy="488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 name="文字方塊 23">
              <a:extLst>
                <a:ext uri="{FF2B5EF4-FFF2-40B4-BE49-F238E27FC236}">
                  <a16:creationId xmlns:a16="http://schemas.microsoft.com/office/drawing/2014/main" id="{B3086830-0DC4-478A-B0EF-04C01B17EC44}"/>
                </a:ext>
              </a:extLst>
            </p:cNvPr>
            <p:cNvSpPr txBox="1"/>
            <p:nvPr/>
          </p:nvSpPr>
          <p:spPr>
            <a:xfrm rot="5400000">
              <a:off x="1704249" y="5233389"/>
              <a:ext cx="769257" cy="523220"/>
            </a:xfrm>
            <a:prstGeom prst="rect">
              <a:avLst/>
            </a:prstGeom>
            <a:noFill/>
          </p:spPr>
          <p:txBody>
            <a:bodyPr wrap="square" rtlCol="0">
              <a:spAutoFit/>
            </a:bodyPr>
            <a:lstStyle/>
            <a:p>
              <a:pPr algn="ctr"/>
              <a:r>
                <a:rPr lang="en-US" altLang="zh-TW" sz="2800" dirty="0"/>
                <a:t>……</a:t>
              </a:r>
              <a:endParaRPr lang="zh-TW" altLang="en-US" sz="2800" dirty="0"/>
            </a:p>
          </p:txBody>
        </p:sp>
        <p:grpSp>
          <p:nvGrpSpPr>
            <p:cNvPr id="28" name="群組 78">
              <a:extLst>
                <a:ext uri="{FF2B5EF4-FFF2-40B4-BE49-F238E27FC236}">
                  <a16:creationId xmlns:a16="http://schemas.microsoft.com/office/drawing/2014/main" id="{2A6F30B6-88DC-4704-B09D-9E237F2CA9B4}"/>
                </a:ext>
              </a:extLst>
            </p:cNvPr>
            <p:cNvGrpSpPr/>
            <p:nvPr/>
          </p:nvGrpSpPr>
          <p:grpSpPr>
            <a:xfrm>
              <a:off x="4085977" y="3351213"/>
              <a:ext cx="1134648" cy="3113664"/>
              <a:chOff x="3657035" y="1770729"/>
              <a:chExt cx="1134648" cy="3113664"/>
            </a:xfrm>
          </p:grpSpPr>
          <p:sp>
            <p:nvSpPr>
              <p:cNvPr id="29" name="矩形 61">
                <a:extLst>
                  <a:ext uri="{FF2B5EF4-FFF2-40B4-BE49-F238E27FC236}">
                    <a16:creationId xmlns:a16="http://schemas.microsoft.com/office/drawing/2014/main" id="{2E61A646-597B-4AD7-BDF6-04D7F0951DB2}"/>
                  </a:ext>
                </a:extLst>
              </p:cNvPr>
              <p:cNvSpPr/>
              <p:nvPr/>
            </p:nvSpPr>
            <p:spPr>
              <a:xfrm>
                <a:off x="3830151" y="2208525"/>
                <a:ext cx="746342" cy="2675868"/>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30" name="文字方塊 4">
                <a:extLst>
                  <a:ext uri="{FF2B5EF4-FFF2-40B4-BE49-F238E27FC236}">
                    <a16:creationId xmlns:a16="http://schemas.microsoft.com/office/drawing/2014/main" id="{522918D5-0F00-4A7F-AA92-D1D083DA0647}"/>
                  </a:ext>
                </a:extLst>
              </p:cNvPr>
              <p:cNvSpPr txBox="1"/>
              <p:nvPr/>
            </p:nvSpPr>
            <p:spPr>
              <a:xfrm>
                <a:off x="3657035" y="1770729"/>
                <a:ext cx="1134648" cy="461665"/>
              </a:xfrm>
              <a:prstGeom prst="rect">
                <a:avLst/>
              </a:prstGeom>
              <a:noFill/>
            </p:spPr>
            <p:txBody>
              <a:bodyPr wrap="square" rtlCol="0">
                <a:spAutoFit/>
              </a:bodyPr>
              <a:lstStyle/>
              <a:p>
                <a:pPr algn="ctr"/>
                <a:r>
                  <a:rPr lang="en-US" altLang="zh-TW" sz="2400" dirty="0"/>
                  <a:t>Layer 2</a:t>
                </a:r>
                <a:endParaRPr lang="zh-TW" altLang="en-US" sz="2400" dirty="0"/>
              </a:p>
            </p:txBody>
          </p:sp>
          <p:sp>
            <p:nvSpPr>
              <p:cNvPr id="31" name="橢圓 24">
                <a:extLst>
                  <a:ext uri="{FF2B5EF4-FFF2-40B4-BE49-F238E27FC236}">
                    <a16:creationId xmlns:a16="http://schemas.microsoft.com/office/drawing/2014/main" id="{D20DC614-A725-4A7C-9A90-5B8ED5CF8F3F}"/>
                  </a:ext>
                </a:extLst>
              </p:cNvPr>
              <p:cNvSpPr/>
              <p:nvPr/>
            </p:nvSpPr>
            <p:spPr>
              <a:xfrm>
                <a:off x="3917237" y="2235874"/>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32" name="橢圓 25">
                <a:extLst>
                  <a:ext uri="{FF2B5EF4-FFF2-40B4-BE49-F238E27FC236}">
                    <a16:creationId xmlns:a16="http://schemas.microsoft.com/office/drawing/2014/main" id="{99E930B1-2941-4565-8995-621E22EF2AE0}"/>
                  </a:ext>
                </a:extLst>
              </p:cNvPr>
              <p:cNvSpPr/>
              <p:nvPr/>
            </p:nvSpPr>
            <p:spPr>
              <a:xfrm>
                <a:off x="3919579" y="3014444"/>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33" name="橢圓 26">
                <a:extLst>
                  <a:ext uri="{FF2B5EF4-FFF2-40B4-BE49-F238E27FC236}">
                    <a16:creationId xmlns:a16="http://schemas.microsoft.com/office/drawing/2014/main" id="{ED94AAD8-E356-4FB9-8C6F-476C3E160679}"/>
                  </a:ext>
                </a:extLst>
              </p:cNvPr>
              <p:cNvSpPr/>
              <p:nvPr/>
            </p:nvSpPr>
            <p:spPr>
              <a:xfrm>
                <a:off x="3907946" y="4242456"/>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34" name="文字方塊 27">
                <a:extLst>
                  <a:ext uri="{FF2B5EF4-FFF2-40B4-BE49-F238E27FC236}">
                    <a16:creationId xmlns:a16="http://schemas.microsoft.com/office/drawing/2014/main" id="{F24FCEE8-4E57-4FDE-89D8-1696362F5C41}"/>
                  </a:ext>
                </a:extLst>
              </p:cNvPr>
              <p:cNvSpPr txBox="1"/>
              <p:nvPr/>
            </p:nvSpPr>
            <p:spPr>
              <a:xfrm rot="5400000">
                <a:off x="3905199" y="3664749"/>
                <a:ext cx="769257" cy="523220"/>
              </a:xfrm>
              <a:prstGeom prst="rect">
                <a:avLst/>
              </a:prstGeom>
              <a:noFill/>
            </p:spPr>
            <p:txBody>
              <a:bodyPr wrap="square" rtlCol="0">
                <a:spAutoFit/>
              </a:bodyPr>
              <a:lstStyle/>
              <a:p>
                <a:pPr algn="ctr"/>
                <a:r>
                  <a:rPr lang="en-US" altLang="zh-TW" sz="2800" dirty="0"/>
                  <a:t>……</a:t>
                </a:r>
                <a:endParaRPr lang="zh-TW" altLang="en-US" sz="2800" dirty="0"/>
              </a:p>
            </p:txBody>
          </p:sp>
        </p:grpSp>
        <p:grpSp>
          <p:nvGrpSpPr>
            <p:cNvPr id="35" name="群組 79">
              <a:extLst>
                <a:ext uri="{FF2B5EF4-FFF2-40B4-BE49-F238E27FC236}">
                  <a16:creationId xmlns:a16="http://schemas.microsoft.com/office/drawing/2014/main" id="{10642C4D-F1D9-4674-B5F5-A818E4EDD178}"/>
                </a:ext>
              </a:extLst>
            </p:cNvPr>
            <p:cNvGrpSpPr/>
            <p:nvPr/>
          </p:nvGrpSpPr>
          <p:grpSpPr>
            <a:xfrm>
              <a:off x="6297323" y="3351213"/>
              <a:ext cx="1134648" cy="3130011"/>
              <a:chOff x="5868381" y="1770729"/>
              <a:chExt cx="1134648" cy="3130011"/>
            </a:xfrm>
          </p:grpSpPr>
          <p:sp>
            <p:nvSpPr>
              <p:cNvPr id="36" name="矩形 62">
                <a:extLst>
                  <a:ext uri="{FF2B5EF4-FFF2-40B4-BE49-F238E27FC236}">
                    <a16:creationId xmlns:a16="http://schemas.microsoft.com/office/drawing/2014/main" id="{BA2A9166-2087-4983-857A-7A15068ABC22}"/>
                  </a:ext>
                </a:extLst>
              </p:cNvPr>
              <p:cNvSpPr/>
              <p:nvPr/>
            </p:nvSpPr>
            <p:spPr>
              <a:xfrm>
                <a:off x="6046929" y="2224872"/>
                <a:ext cx="746342" cy="2675868"/>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37" name="文字方塊 5">
                <a:extLst>
                  <a:ext uri="{FF2B5EF4-FFF2-40B4-BE49-F238E27FC236}">
                    <a16:creationId xmlns:a16="http://schemas.microsoft.com/office/drawing/2014/main" id="{28197A2B-887E-49BF-A800-EA098A521B89}"/>
                  </a:ext>
                </a:extLst>
              </p:cNvPr>
              <p:cNvSpPr txBox="1"/>
              <p:nvPr/>
            </p:nvSpPr>
            <p:spPr>
              <a:xfrm>
                <a:off x="5868381" y="1770729"/>
                <a:ext cx="1134648" cy="461665"/>
              </a:xfrm>
              <a:prstGeom prst="rect">
                <a:avLst/>
              </a:prstGeom>
              <a:noFill/>
            </p:spPr>
            <p:txBody>
              <a:bodyPr wrap="square" rtlCol="0">
                <a:spAutoFit/>
              </a:bodyPr>
              <a:lstStyle/>
              <a:p>
                <a:pPr algn="ctr"/>
                <a:r>
                  <a:rPr lang="en-US" altLang="zh-TW" sz="2400" dirty="0"/>
                  <a:t>Layer L</a:t>
                </a:r>
                <a:endParaRPr lang="zh-TW" altLang="en-US" sz="2400" dirty="0"/>
              </a:p>
            </p:txBody>
          </p:sp>
          <p:sp>
            <p:nvSpPr>
              <p:cNvPr id="38" name="橢圓 28">
                <a:extLst>
                  <a:ext uri="{FF2B5EF4-FFF2-40B4-BE49-F238E27FC236}">
                    <a16:creationId xmlns:a16="http://schemas.microsoft.com/office/drawing/2014/main" id="{7D34ECB2-C39D-420C-B0A9-0FDA113AE851}"/>
                  </a:ext>
                </a:extLst>
              </p:cNvPr>
              <p:cNvSpPr/>
              <p:nvPr/>
            </p:nvSpPr>
            <p:spPr>
              <a:xfrm>
                <a:off x="6122773" y="2216766"/>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39" name="橢圓 29">
                <a:extLst>
                  <a:ext uri="{FF2B5EF4-FFF2-40B4-BE49-F238E27FC236}">
                    <a16:creationId xmlns:a16="http://schemas.microsoft.com/office/drawing/2014/main" id="{3A18F828-7909-4449-8D8D-67AB3D147311}"/>
                  </a:ext>
                </a:extLst>
              </p:cNvPr>
              <p:cNvSpPr/>
              <p:nvPr/>
            </p:nvSpPr>
            <p:spPr>
              <a:xfrm>
                <a:off x="6125115" y="2976675"/>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40" name="橢圓 30">
                <a:extLst>
                  <a:ext uri="{FF2B5EF4-FFF2-40B4-BE49-F238E27FC236}">
                    <a16:creationId xmlns:a16="http://schemas.microsoft.com/office/drawing/2014/main" id="{149ABF17-730C-4D92-B5F4-B9C4FD0F87D5}"/>
                  </a:ext>
                </a:extLst>
              </p:cNvPr>
              <p:cNvSpPr/>
              <p:nvPr/>
            </p:nvSpPr>
            <p:spPr>
              <a:xfrm>
                <a:off x="6132143" y="4223348"/>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41" name="文字方塊 31">
                <a:extLst>
                  <a:ext uri="{FF2B5EF4-FFF2-40B4-BE49-F238E27FC236}">
                    <a16:creationId xmlns:a16="http://schemas.microsoft.com/office/drawing/2014/main" id="{04A19292-BDE5-49F2-A43C-8B8A4A59A341}"/>
                  </a:ext>
                </a:extLst>
              </p:cNvPr>
              <p:cNvSpPr txBox="1"/>
              <p:nvPr/>
            </p:nvSpPr>
            <p:spPr>
              <a:xfrm rot="5400000">
                <a:off x="6129396" y="3642478"/>
                <a:ext cx="769257" cy="523220"/>
              </a:xfrm>
              <a:prstGeom prst="rect">
                <a:avLst/>
              </a:prstGeom>
              <a:noFill/>
            </p:spPr>
            <p:txBody>
              <a:bodyPr wrap="square" rtlCol="0">
                <a:spAutoFit/>
              </a:bodyPr>
              <a:lstStyle/>
              <a:p>
                <a:pPr algn="ctr"/>
                <a:r>
                  <a:rPr lang="en-US" altLang="zh-TW" sz="2800" dirty="0"/>
                  <a:t>……</a:t>
                </a:r>
                <a:endParaRPr lang="zh-TW" altLang="en-US" sz="2800" dirty="0"/>
              </a:p>
            </p:txBody>
          </p:sp>
        </p:grpSp>
        <p:sp>
          <p:nvSpPr>
            <p:cNvPr id="42" name="文字方塊 32">
              <a:extLst>
                <a:ext uri="{FF2B5EF4-FFF2-40B4-BE49-F238E27FC236}">
                  <a16:creationId xmlns:a16="http://schemas.microsoft.com/office/drawing/2014/main" id="{C169483D-4BDE-46A4-A3CB-527B2CF833B0}"/>
                </a:ext>
              </a:extLst>
            </p:cNvPr>
            <p:cNvSpPr txBox="1"/>
            <p:nvPr/>
          </p:nvSpPr>
          <p:spPr>
            <a:xfrm>
              <a:off x="5029065" y="3772346"/>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43" name="文字方塊 33">
              <a:extLst>
                <a:ext uri="{FF2B5EF4-FFF2-40B4-BE49-F238E27FC236}">
                  <a16:creationId xmlns:a16="http://schemas.microsoft.com/office/drawing/2014/main" id="{FFD51B34-2B72-47A5-831B-77DFE471DCEC}"/>
                </a:ext>
              </a:extLst>
            </p:cNvPr>
            <p:cNvSpPr txBox="1"/>
            <p:nvPr/>
          </p:nvSpPr>
          <p:spPr>
            <a:xfrm>
              <a:off x="5036014" y="4533333"/>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44" name="文字方塊 34">
              <a:extLst>
                <a:ext uri="{FF2B5EF4-FFF2-40B4-BE49-F238E27FC236}">
                  <a16:creationId xmlns:a16="http://schemas.microsoft.com/office/drawing/2014/main" id="{D62ED752-40F2-4A5C-926A-0D8F670E2028}"/>
                </a:ext>
              </a:extLst>
            </p:cNvPr>
            <p:cNvSpPr txBox="1"/>
            <p:nvPr/>
          </p:nvSpPr>
          <p:spPr>
            <a:xfrm>
              <a:off x="5065030" y="5748668"/>
              <a:ext cx="769257" cy="523220"/>
            </a:xfrm>
            <a:prstGeom prst="rect">
              <a:avLst/>
            </a:prstGeom>
            <a:noFill/>
          </p:spPr>
          <p:txBody>
            <a:bodyPr wrap="square" rtlCol="0">
              <a:spAutoFit/>
            </a:bodyPr>
            <a:lstStyle/>
            <a:p>
              <a:pPr algn="ctr"/>
              <a:r>
                <a:rPr lang="en-US" altLang="zh-TW" sz="2800" dirty="0"/>
                <a:t>……</a:t>
              </a:r>
              <a:endParaRPr lang="zh-TW" altLang="en-US" sz="2800" dirty="0"/>
            </a:p>
          </p:txBody>
        </p:sp>
        <p:grpSp>
          <p:nvGrpSpPr>
            <p:cNvPr id="45" name="群組 80">
              <a:extLst>
                <a:ext uri="{FF2B5EF4-FFF2-40B4-BE49-F238E27FC236}">
                  <a16:creationId xmlns:a16="http://schemas.microsoft.com/office/drawing/2014/main" id="{ACB9B5C7-5F10-402D-8B01-0EE6DDDD6E2D}"/>
                </a:ext>
              </a:extLst>
            </p:cNvPr>
            <p:cNvGrpSpPr/>
            <p:nvPr/>
          </p:nvGrpSpPr>
          <p:grpSpPr>
            <a:xfrm>
              <a:off x="3595484" y="4103437"/>
              <a:ext cx="753037" cy="2259362"/>
              <a:chOff x="3166542" y="2277312"/>
              <a:chExt cx="753037" cy="2259362"/>
            </a:xfrm>
          </p:grpSpPr>
          <p:cxnSp>
            <p:nvCxnSpPr>
              <p:cNvPr id="46" name="直線單箭頭接點 35">
                <a:extLst>
                  <a:ext uri="{FF2B5EF4-FFF2-40B4-BE49-F238E27FC236}">
                    <a16:creationId xmlns:a16="http://schemas.microsoft.com/office/drawing/2014/main" id="{AD10611E-91DE-407C-A326-E710B18BAD15}"/>
                  </a:ext>
                </a:extLst>
              </p:cNvPr>
              <p:cNvCxnSpPr>
                <a:stCxn id="21" idx="6"/>
                <a:endCxn id="31" idx="2"/>
              </p:cNvCxnSpPr>
              <p:nvPr/>
            </p:nvCxnSpPr>
            <p:spPr>
              <a:xfrm>
                <a:off x="3175833" y="2277312"/>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線單箭頭接點 36">
                <a:extLst>
                  <a:ext uri="{FF2B5EF4-FFF2-40B4-BE49-F238E27FC236}">
                    <a16:creationId xmlns:a16="http://schemas.microsoft.com/office/drawing/2014/main" id="{5DD095E1-5AB6-4655-A69A-A1F5DB67660F}"/>
                  </a:ext>
                </a:extLst>
              </p:cNvPr>
              <p:cNvCxnSpPr/>
              <p:nvPr/>
            </p:nvCxnSpPr>
            <p:spPr>
              <a:xfrm>
                <a:off x="3175833" y="3314705"/>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線單箭頭接點 37">
                <a:extLst>
                  <a:ext uri="{FF2B5EF4-FFF2-40B4-BE49-F238E27FC236}">
                    <a16:creationId xmlns:a16="http://schemas.microsoft.com/office/drawing/2014/main" id="{A83DC7F7-E7B6-4BD1-9133-D548273EC0CD}"/>
                  </a:ext>
                </a:extLst>
              </p:cNvPr>
              <p:cNvCxnSpPr/>
              <p:nvPr/>
            </p:nvCxnSpPr>
            <p:spPr>
              <a:xfrm>
                <a:off x="3166542" y="4536674"/>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線單箭頭接點 38">
                <a:extLst>
                  <a:ext uri="{FF2B5EF4-FFF2-40B4-BE49-F238E27FC236}">
                    <a16:creationId xmlns:a16="http://schemas.microsoft.com/office/drawing/2014/main" id="{F2C0B304-2EE8-4236-9BC6-4C5230236911}"/>
                  </a:ext>
                </a:extLst>
              </p:cNvPr>
              <p:cNvCxnSpPr>
                <a:stCxn id="22" idx="6"/>
                <a:endCxn id="31" idx="2"/>
              </p:cNvCxnSpPr>
              <p:nvPr/>
            </p:nvCxnSpPr>
            <p:spPr>
              <a:xfrm flipV="1">
                <a:off x="3178175" y="2277312"/>
                <a:ext cx="739062"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線單箭頭接點 39">
                <a:extLst>
                  <a:ext uri="{FF2B5EF4-FFF2-40B4-BE49-F238E27FC236}">
                    <a16:creationId xmlns:a16="http://schemas.microsoft.com/office/drawing/2014/main" id="{1545EF7E-3569-4E54-AC04-F0517B5AAADC}"/>
                  </a:ext>
                </a:extLst>
              </p:cNvPr>
              <p:cNvCxnSpPr>
                <a:stCxn id="21" idx="6"/>
                <a:endCxn id="32" idx="2"/>
              </p:cNvCxnSpPr>
              <p:nvPr/>
            </p:nvCxnSpPr>
            <p:spPr>
              <a:xfrm>
                <a:off x="3175833" y="2277312"/>
                <a:ext cx="743746"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線單箭頭接點 40">
                <a:extLst>
                  <a:ext uri="{FF2B5EF4-FFF2-40B4-BE49-F238E27FC236}">
                    <a16:creationId xmlns:a16="http://schemas.microsoft.com/office/drawing/2014/main" id="{A38300CC-145B-4467-8B76-80F43DF006E8}"/>
                  </a:ext>
                </a:extLst>
              </p:cNvPr>
              <p:cNvCxnSpPr>
                <a:stCxn id="21" idx="6"/>
                <a:endCxn id="33" idx="2"/>
              </p:cNvCxnSpPr>
              <p:nvPr/>
            </p:nvCxnSpPr>
            <p:spPr>
              <a:xfrm>
                <a:off x="3175833" y="2277312"/>
                <a:ext cx="732113"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線單箭頭接點 41">
                <a:extLst>
                  <a:ext uri="{FF2B5EF4-FFF2-40B4-BE49-F238E27FC236}">
                    <a16:creationId xmlns:a16="http://schemas.microsoft.com/office/drawing/2014/main" id="{A18F62D8-8EC9-4D5B-B595-F1DF9A0B77C6}"/>
                  </a:ext>
                </a:extLst>
              </p:cNvPr>
              <p:cNvCxnSpPr>
                <a:stCxn id="22" idx="6"/>
                <a:endCxn id="33" idx="2"/>
              </p:cNvCxnSpPr>
              <p:nvPr/>
            </p:nvCxnSpPr>
            <p:spPr>
              <a:xfrm>
                <a:off x="3178175" y="3055882"/>
                <a:ext cx="729771"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直線單箭頭接點 42">
                <a:extLst>
                  <a:ext uri="{FF2B5EF4-FFF2-40B4-BE49-F238E27FC236}">
                    <a16:creationId xmlns:a16="http://schemas.microsoft.com/office/drawing/2014/main" id="{828B13E9-D386-434D-B444-F074C9C725C1}"/>
                  </a:ext>
                </a:extLst>
              </p:cNvPr>
              <p:cNvCxnSpPr>
                <a:stCxn id="23" idx="6"/>
                <a:endCxn id="31" idx="2"/>
              </p:cNvCxnSpPr>
              <p:nvPr/>
            </p:nvCxnSpPr>
            <p:spPr>
              <a:xfrm flipV="1">
                <a:off x="3166542" y="2277312"/>
                <a:ext cx="750695"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線單箭頭接點 43">
                <a:extLst>
                  <a:ext uri="{FF2B5EF4-FFF2-40B4-BE49-F238E27FC236}">
                    <a16:creationId xmlns:a16="http://schemas.microsoft.com/office/drawing/2014/main" id="{03B1A388-EB03-4E2E-BF3C-055324A2EE9C}"/>
                  </a:ext>
                </a:extLst>
              </p:cNvPr>
              <p:cNvCxnSpPr>
                <a:stCxn id="23" idx="6"/>
                <a:endCxn id="32" idx="2"/>
              </p:cNvCxnSpPr>
              <p:nvPr/>
            </p:nvCxnSpPr>
            <p:spPr>
              <a:xfrm flipV="1">
                <a:off x="3166542" y="3055882"/>
                <a:ext cx="753037"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cxnSp>
          <p:nvCxnSpPr>
            <p:cNvPr id="55" name="直線單箭頭接點 44">
              <a:extLst>
                <a:ext uri="{FF2B5EF4-FFF2-40B4-BE49-F238E27FC236}">
                  <a16:creationId xmlns:a16="http://schemas.microsoft.com/office/drawing/2014/main" id="{9693858C-6899-4CE5-A427-E612EB12B9DE}"/>
                </a:ext>
              </a:extLst>
            </p:cNvPr>
            <p:cNvCxnSpPr>
              <a:endCxn id="21" idx="2"/>
            </p:cNvCxnSpPr>
            <p:nvPr/>
          </p:nvCxnSpPr>
          <p:spPr>
            <a:xfrm flipV="1">
              <a:off x="2171217" y="4103437"/>
              <a:ext cx="859400" cy="2999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直線單箭頭接點 45">
              <a:extLst>
                <a:ext uri="{FF2B5EF4-FFF2-40B4-BE49-F238E27FC236}">
                  <a16:creationId xmlns:a16="http://schemas.microsoft.com/office/drawing/2014/main" id="{35E834D1-4E2C-4351-8BEB-799D4A0E4033}"/>
                </a:ext>
              </a:extLst>
            </p:cNvPr>
            <p:cNvCxnSpPr>
              <a:stCxn id="15" idx="3"/>
              <a:endCxn id="22" idx="2"/>
            </p:cNvCxnSpPr>
            <p:nvPr/>
          </p:nvCxnSpPr>
          <p:spPr>
            <a:xfrm>
              <a:off x="2167510" y="4151811"/>
              <a:ext cx="865449" cy="73019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線單箭頭接點 46">
              <a:extLst>
                <a:ext uri="{FF2B5EF4-FFF2-40B4-BE49-F238E27FC236}">
                  <a16:creationId xmlns:a16="http://schemas.microsoft.com/office/drawing/2014/main" id="{37FF722A-97F7-4DC2-847D-C2E1F3048EC0}"/>
                </a:ext>
              </a:extLst>
            </p:cNvPr>
            <p:cNvCxnSpPr>
              <a:stCxn id="15" idx="3"/>
              <a:endCxn id="23" idx="2"/>
            </p:cNvCxnSpPr>
            <p:nvPr/>
          </p:nvCxnSpPr>
          <p:spPr>
            <a:xfrm>
              <a:off x="2167510" y="4151811"/>
              <a:ext cx="853816" cy="195820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線單箭頭接點 47">
              <a:extLst>
                <a:ext uri="{FF2B5EF4-FFF2-40B4-BE49-F238E27FC236}">
                  <a16:creationId xmlns:a16="http://schemas.microsoft.com/office/drawing/2014/main" id="{BC482D5C-20F2-4DED-B703-A0930941AB59}"/>
                </a:ext>
              </a:extLst>
            </p:cNvPr>
            <p:cNvCxnSpPr>
              <a:stCxn id="17" idx="3"/>
              <a:endCxn id="21" idx="2"/>
            </p:cNvCxnSpPr>
            <p:nvPr/>
          </p:nvCxnSpPr>
          <p:spPr>
            <a:xfrm flipV="1">
              <a:off x="2195030" y="4103437"/>
              <a:ext cx="835587" cy="59538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線單箭頭接點 48">
              <a:extLst>
                <a:ext uri="{FF2B5EF4-FFF2-40B4-BE49-F238E27FC236}">
                  <a16:creationId xmlns:a16="http://schemas.microsoft.com/office/drawing/2014/main" id="{1544D324-D1C7-4BC1-9EDB-2C24FB40EE61}"/>
                </a:ext>
              </a:extLst>
            </p:cNvPr>
            <p:cNvCxnSpPr>
              <a:stCxn id="14" idx="3"/>
              <a:endCxn id="22" idx="2"/>
            </p:cNvCxnSpPr>
            <p:nvPr/>
          </p:nvCxnSpPr>
          <p:spPr>
            <a:xfrm>
              <a:off x="2161692" y="4722140"/>
              <a:ext cx="871267" cy="15986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直線單箭頭接點 49">
              <a:extLst>
                <a:ext uri="{FF2B5EF4-FFF2-40B4-BE49-F238E27FC236}">
                  <a16:creationId xmlns:a16="http://schemas.microsoft.com/office/drawing/2014/main" id="{1A89BD65-5D49-44B7-A9B1-81A659D56FBE}"/>
                </a:ext>
              </a:extLst>
            </p:cNvPr>
            <p:cNvCxnSpPr>
              <a:stCxn id="14" idx="3"/>
              <a:endCxn id="23" idx="2"/>
            </p:cNvCxnSpPr>
            <p:nvPr/>
          </p:nvCxnSpPr>
          <p:spPr>
            <a:xfrm>
              <a:off x="2161692" y="4722140"/>
              <a:ext cx="859634" cy="138787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直線單箭頭接點 50">
              <a:extLst>
                <a:ext uri="{FF2B5EF4-FFF2-40B4-BE49-F238E27FC236}">
                  <a16:creationId xmlns:a16="http://schemas.microsoft.com/office/drawing/2014/main" id="{15E8CECB-9DA7-415A-921A-72D898BB5E36}"/>
                </a:ext>
              </a:extLst>
            </p:cNvPr>
            <p:cNvCxnSpPr>
              <a:stCxn id="26" idx="3"/>
              <a:endCxn id="21" idx="2"/>
            </p:cNvCxnSpPr>
            <p:nvPr/>
          </p:nvCxnSpPr>
          <p:spPr>
            <a:xfrm flipV="1">
              <a:off x="2233189" y="4103437"/>
              <a:ext cx="797428" cy="199323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直線單箭頭接點 51">
              <a:extLst>
                <a:ext uri="{FF2B5EF4-FFF2-40B4-BE49-F238E27FC236}">
                  <a16:creationId xmlns:a16="http://schemas.microsoft.com/office/drawing/2014/main" id="{86857CC6-A9E6-4915-BBA6-0F5D3E647E7F}"/>
                </a:ext>
              </a:extLst>
            </p:cNvPr>
            <p:cNvCxnSpPr>
              <a:stCxn id="26" idx="3"/>
              <a:endCxn id="22" idx="2"/>
            </p:cNvCxnSpPr>
            <p:nvPr/>
          </p:nvCxnSpPr>
          <p:spPr>
            <a:xfrm flipV="1">
              <a:off x="2206820" y="4882007"/>
              <a:ext cx="826139" cy="121460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直線單箭頭接點 52">
              <a:extLst>
                <a:ext uri="{FF2B5EF4-FFF2-40B4-BE49-F238E27FC236}">
                  <a16:creationId xmlns:a16="http://schemas.microsoft.com/office/drawing/2014/main" id="{FEF243B1-B0C8-4A0C-8789-502CEC730EE8}"/>
                </a:ext>
              </a:extLst>
            </p:cNvPr>
            <p:cNvCxnSpPr>
              <a:stCxn id="26" idx="3"/>
              <a:endCxn id="23" idx="2"/>
            </p:cNvCxnSpPr>
            <p:nvPr/>
          </p:nvCxnSpPr>
          <p:spPr>
            <a:xfrm>
              <a:off x="2206820" y="6096613"/>
              <a:ext cx="814506" cy="1340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4" name="文字方塊 53">
              <a:extLst>
                <a:ext uri="{FF2B5EF4-FFF2-40B4-BE49-F238E27FC236}">
                  <a16:creationId xmlns:a16="http://schemas.microsoft.com/office/drawing/2014/main" id="{CAAD1F8D-9631-4C2B-BE9F-993E5E6983A3}"/>
                </a:ext>
              </a:extLst>
            </p:cNvPr>
            <p:cNvSpPr txBox="1"/>
            <p:nvPr/>
          </p:nvSpPr>
          <p:spPr>
            <a:xfrm rot="5400000">
              <a:off x="7831356" y="5253934"/>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65" name="文字方塊 54">
              <a:extLst>
                <a:ext uri="{FF2B5EF4-FFF2-40B4-BE49-F238E27FC236}">
                  <a16:creationId xmlns:a16="http://schemas.microsoft.com/office/drawing/2014/main" id="{D4F342EC-AFCC-492A-A456-BD589FDD59D9}"/>
                </a:ext>
              </a:extLst>
            </p:cNvPr>
            <p:cNvSpPr txBox="1"/>
            <p:nvPr/>
          </p:nvSpPr>
          <p:spPr>
            <a:xfrm>
              <a:off x="7900449" y="3735113"/>
              <a:ext cx="631069" cy="523220"/>
            </a:xfrm>
            <a:prstGeom prst="rect">
              <a:avLst/>
            </a:prstGeom>
            <a:noFill/>
          </p:spPr>
          <p:txBody>
            <a:bodyPr wrap="square" rtlCol="0">
              <a:spAutoFit/>
            </a:bodyPr>
            <a:lstStyle/>
            <a:p>
              <a:r>
                <a:rPr lang="en-US" altLang="zh-TW" sz="2800" i="1" dirty="0"/>
                <a:t>y</a:t>
              </a:r>
              <a:r>
                <a:rPr lang="en-US" altLang="zh-TW" sz="2800" baseline="-25000" dirty="0"/>
                <a:t>1</a:t>
              </a:r>
              <a:endParaRPr lang="zh-TW" altLang="en-US" sz="2800" baseline="-25000" dirty="0"/>
            </a:p>
          </p:txBody>
        </p:sp>
        <p:sp>
          <p:nvSpPr>
            <p:cNvPr id="66" name="文字方塊 55">
              <a:extLst>
                <a:ext uri="{FF2B5EF4-FFF2-40B4-BE49-F238E27FC236}">
                  <a16:creationId xmlns:a16="http://schemas.microsoft.com/office/drawing/2014/main" id="{CE6EEA06-5FBD-4B5B-9420-629D35DAC392}"/>
                </a:ext>
              </a:extLst>
            </p:cNvPr>
            <p:cNvSpPr txBox="1"/>
            <p:nvPr/>
          </p:nvSpPr>
          <p:spPr>
            <a:xfrm>
              <a:off x="7889166" y="4533333"/>
              <a:ext cx="631069" cy="523220"/>
            </a:xfrm>
            <a:prstGeom prst="rect">
              <a:avLst/>
            </a:prstGeom>
            <a:noFill/>
          </p:spPr>
          <p:txBody>
            <a:bodyPr wrap="square" rtlCol="0">
              <a:spAutoFit/>
            </a:bodyPr>
            <a:lstStyle/>
            <a:p>
              <a:r>
                <a:rPr lang="en-US" altLang="zh-TW" sz="2800" i="1" dirty="0"/>
                <a:t>y</a:t>
              </a:r>
              <a:r>
                <a:rPr lang="en-US" altLang="zh-TW" sz="2800" baseline="-25000" dirty="0"/>
                <a:t>2</a:t>
              </a:r>
              <a:endParaRPr lang="zh-TW" altLang="en-US" sz="2800" baseline="-25000" dirty="0"/>
            </a:p>
          </p:txBody>
        </p:sp>
        <p:sp>
          <p:nvSpPr>
            <p:cNvPr id="67" name="文字方塊 56">
              <a:extLst>
                <a:ext uri="{FF2B5EF4-FFF2-40B4-BE49-F238E27FC236}">
                  <a16:creationId xmlns:a16="http://schemas.microsoft.com/office/drawing/2014/main" id="{BF4A626A-2B60-4C04-B554-9EA47479DEFA}"/>
                </a:ext>
              </a:extLst>
            </p:cNvPr>
            <p:cNvSpPr txBox="1"/>
            <p:nvPr/>
          </p:nvSpPr>
          <p:spPr>
            <a:xfrm>
              <a:off x="7889166" y="5799565"/>
              <a:ext cx="631069" cy="523220"/>
            </a:xfrm>
            <a:prstGeom prst="rect">
              <a:avLst/>
            </a:prstGeom>
            <a:noFill/>
          </p:spPr>
          <p:txBody>
            <a:bodyPr wrap="square" rtlCol="0">
              <a:spAutoFit/>
            </a:bodyPr>
            <a:lstStyle/>
            <a:p>
              <a:r>
                <a:rPr lang="en-US" altLang="zh-TW" sz="2800" i="1" dirty="0" err="1"/>
                <a:t>y</a:t>
              </a:r>
              <a:r>
                <a:rPr lang="en-US" altLang="zh-TW" sz="2800" baseline="-25000" dirty="0" err="1"/>
                <a:t>M</a:t>
              </a:r>
              <a:endParaRPr lang="zh-TW" altLang="en-US" sz="2800" baseline="-25000" dirty="0"/>
            </a:p>
          </p:txBody>
        </p:sp>
        <p:grpSp>
          <p:nvGrpSpPr>
            <p:cNvPr id="68" name="群組 81">
              <a:extLst>
                <a:ext uri="{FF2B5EF4-FFF2-40B4-BE49-F238E27FC236}">
                  <a16:creationId xmlns:a16="http://schemas.microsoft.com/office/drawing/2014/main" id="{CB146F01-1B1A-4FFA-ABC3-93D0DC28A5ED}"/>
                </a:ext>
              </a:extLst>
            </p:cNvPr>
            <p:cNvGrpSpPr/>
            <p:nvPr/>
          </p:nvGrpSpPr>
          <p:grpSpPr>
            <a:xfrm>
              <a:off x="5786036" y="4096298"/>
              <a:ext cx="753037" cy="2013721"/>
              <a:chOff x="5357094" y="2515814"/>
              <a:chExt cx="753037" cy="2013721"/>
            </a:xfrm>
          </p:grpSpPr>
          <p:cxnSp>
            <p:nvCxnSpPr>
              <p:cNvPr id="69" name="直線單箭頭接點 66">
                <a:extLst>
                  <a:ext uri="{FF2B5EF4-FFF2-40B4-BE49-F238E27FC236}">
                    <a16:creationId xmlns:a16="http://schemas.microsoft.com/office/drawing/2014/main" id="{B0C70126-26C1-41CF-A8F0-F0C2F60D7DE3}"/>
                  </a:ext>
                </a:extLst>
              </p:cNvPr>
              <p:cNvCxnSpPr/>
              <p:nvPr/>
            </p:nvCxnSpPr>
            <p:spPr>
              <a:xfrm>
                <a:off x="5366385" y="2515814"/>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直線單箭頭接點 69">
                <a:extLst>
                  <a:ext uri="{FF2B5EF4-FFF2-40B4-BE49-F238E27FC236}">
                    <a16:creationId xmlns:a16="http://schemas.microsoft.com/office/drawing/2014/main" id="{6FE262C6-5187-4541-8318-28DAE6D77972}"/>
                  </a:ext>
                </a:extLst>
              </p:cNvPr>
              <p:cNvCxnSpPr/>
              <p:nvPr/>
            </p:nvCxnSpPr>
            <p:spPr>
              <a:xfrm>
                <a:off x="5366385" y="3307566"/>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線單箭頭接點 70">
                <a:extLst>
                  <a:ext uri="{FF2B5EF4-FFF2-40B4-BE49-F238E27FC236}">
                    <a16:creationId xmlns:a16="http://schemas.microsoft.com/office/drawing/2014/main" id="{92467CC8-7F30-4FE5-90F3-84AEA325E231}"/>
                  </a:ext>
                </a:extLst>
              </p:cNvPr>
              <p:cNvCxnSpPr/>
              <p:nvPr/>
            </p:nvCxnSpPr>
            <p:spPr>
              <a:xfrm>
                <a:off x="5357094" y="4529535"/>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直線單箭頭接點 71">
                <a:extLst>
                  <a:ext uri="{FF2B5EF4-FFF2-40B4-BE49-F238E27FC236}">
                    <a16:creationId xmlns:a16="http://schemas.microsoft.com/office/drawing/2014/main" id="{CE2F6861-921F-4448-A7E3-00AF4EA82EA6}"/>
                  </a:ext>
                </a:extLst>
              </p:cNvPr>
              <p:cNvCxnSpPr/>
              <p:nvPr/>
            </p:nvCxnSpPr>
            <p:spPr>
              <a:xfrm flipV="1">
                <a:off x="5368727" y="2515814"/>
                <a:ext cx="739062"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3" name="直線單箭頭接點 72">
                <a:extLst>
                  <a:ext uri="{FF2B5EF4-FFF2-40B4-BE49-F238E27FC236}">
                    <a16:creationId xmlns:a16="http://schemas.microsoft.com/office/drawing/2014/main" id="{497B7535-5B69-45D5-B897-2C23A6BEFA49}"/>
                  </a:ext>
                </a:extLst>
              </p:cNvPr>
              <p:cNvCxnSpPr/>
              <p:nvPr/>
            </p:nvCxnSpPr>
            <p:spPr>
              <a:xfrm>
                <a:off x="5366385" y="2515814"/>
                <a:ext cx="743746"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4" name="直線單箭頭接點 73">
                <a:extLst>
                  <a:ext uri="{FF2B5EF4-FFF2-40B4-BE49-F238E27FC236}">
                    <a16:creationId xmlns:a16="http://schemas.microsoft.com/office/drawing/2014/main" id="{D5A62433-80EE-4C0F-B51A-9B446D4C5A80}"/>
                  </a:ext>
                </a:extLst>
              </p:cNvPr>
              <p:cNvCxnSpPr/>
              <p:nvPr/>
            </p:nvCxnSpPr>
            <p:spPr>
              <a:xfrm>
                <a:off x="5366385" y="2515814"/>
                <a:ext cx="732113"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直線單箭頭接點 74">
                <a:extLst>
                  <a:ext uri="{FF2B5EF4-FFF2-40B4-BE49-F238E27FC236}">
                    <a16:creationId xmlns:a16="http://schemas.microsoft.com/office/drawing/2014/main" id="{0174EF6E-4FFE-430B-888B-8F2CCAA97485}"/>
                  </a:ext>
                </a:extLst>
              </p:cNvPr>
              <p:cNvCxnSpPr/>
              <p:nvPr/>
            </p:nvCxnSpPr>
            <p:spPr>
              <a:xfrm>
                <a:off x="5368727" y="3294384"/>
                <a:ext cx="729771"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直線單箭頭接點 75">
                <a:extLst>
                  <a:ext uri="{FF2B5EF4-FFF2-40B4-BE49-F238E27FC236}">
                    <a16:creationId xmlns:a16="http://schemas.microsoft.com/office/drawing/2014/main" id="{84CFD1D4-2F78-4570-B07C-A6A4BDF177F4}"/>
                  </a:ext>
                </a:extLst>
              </p:cNvPr>
              <p:cNvCxnSpPr/>
              <p:nvPr/>
            </p:nvCxnSpPr>
            <p:spPr>
              <a:xfrm flipV="1">
                <a:off x="5357094" y="2515814"/>
                <a:ext cx="750695"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線單箭頭接點 76">
                <a:extLst>
                  <a:ext uri="{FF2B5EF4-FFF2-40B4-BE49-F238E27FC236}">
                    <a16:creationId xmlns:a16="http://schemas.microsoft.com/office/drawing/2014/main" id="{2DBBA760-2F59-47AF-8251-7BCCF1D2D665}"/>
                  </a:ext>
                </a:extLst>
              </p:cNvPr>
              <p:cNvCxnSpPr/>
              <p:nvPr/>
            </p:nvCxnSpPr>
            <p:spPr>
              <a:xfrm flipV="1">
                <a:off x="5357094" y="3294384"/>
                <a:ext cx="753037"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sp>
        <p:nvSpPr>
          <p:cNvPr id="80" name="TextBox 79">
            <a:extLst>
              <a:ext uri="{FF2B5EF4-FFF2-40B4-BE49-F238E27FC236}">
                <a16:creationId xmlns:a16="http://schemas.microsoft.com/office/drawing/2014/main" id="{50FE4C4A-D7BF-448C-B6AD-1BCB358EAE9B}"/>
              </a:ext>
            </a:extLst>
          </p:cNvPr>
          <p:cNvSpPr txBox="1"/>
          <p:nvPr/>
        </p:nvSpPr>
        <p:spPr>
          <a:xfrm>
            <a:off x="6230213" y="610874"/>
            <a:ext cx="6096000" cy="1477328"/>
          </a:xfrm>
          <a:prstGeom prst="rect">
            <a:avLst/>
          </a:prstGeom>
          <a:noFill/>
        </p:spPr>
        <p:txBody>
          <a:bodyPr wrap="square">
            <a:spAutoFit/>
          </a:bodyPr>
          <a:lstStyle/>
          <a:p>
            <a:r>
              <a:rPr lang="en-US" dirty="0"/>
              <a:t>Deep NNs have many hidden layers</a:t>
            </a:r>
          </a:p>
          <a:p>
            <a:pPr lvl="1"/>
            <a:r>
              <a:rPr lang="en-US" dirty="0">
                <a:solidFill>
                  <a:srgbClr val="FF0000"/>
                </a:solidFill>
              </a:rPr>
              <a:t>Fully-connected</a:t>
            </a:r>
            <a:r>
              <a:rPr lang="en-US" dirty="0"/>
              <a:t> (</a:t>
            </a:r>
            <a:r>
              <a:rPr lang="en-US" dirty="0">
                <a:solidFill>
                  <a:srgbClr val="FF0000"/>
                </a:solidFill>
              </a:rPr>
              <a:t>dense</a:t>
            </a:r>
            <a:r>
              <a:rPr lang="en-US" dirty="0"/>
              <a:t>) layers (a.k.a. </a:t>
            </a:r>
            <a:r>
              <a:rPr lang="en-US" dirty="0">
                <a:solidFill>
                  <a:srgbClr val="FF0000"/>
                </a:solidFill>
              </a:rPr>
              <a:t>Multi-Layer Perceptron </a:t>
            </a:r>
            <a:r>
              <a:rPr lang="en-US" dirty="0"/>
              <a:t>or MLP)</a:t>
            </a:r>
          </a:p>
          <a:p>
            <a:pPr lvl="1"/>
            <a:r>
              <a:rPr lang="en-US" dirty="0"/>
              <a:t>Each neuron is connected to all neurons in the succeeding layer</a:t>
            </a:r>
          </a:p>
        </p:txBody>
      </p:sp>
    </p:spTree>
    <p:extLst>
      <p:ext uri="{BB962C8B-B14F-4D97-AF65-F5344CB8AC3E}">
        <p14:creationId xmlns:p14="http://schemas.microsoft.com/office/powerpoint/2010/main" val="9777477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D92EB-1A66-429D-997F-866CE18119E5}"/>
              </a:ext>
            </a:extLst>
          </p:cNvPr>
          <p:cNvSpPr>
            <a:spLocks noGrp="1"/>
          </p:cNvSpPr>
          <p:nvPr>
            <p:ph type="title"/>
          </p:nvPr>
        </p:nvSpPr>
        <p:spPr/>
        <p:txBody>
          <a:bodyPr/>
          <a:lstStyle/>
          <a:p>
            <a:r>
              <a:rPr lang="en-IN" dirty="0"/>
              <a:t>Simple Example</a:t>
            </a:r>
          </a:p>
        </p:txBody>
      </p:sp>
      <p:grpSp>
        <p:nvGrpSpPr>
          <p:cNvPr id="46" name="Group 45">
            <a:extLst>
              <a:ext uri="{FF2B5EF4-FFF2-40B4-BE49-F238E27FC236}">
                <a16:creationId xmlns:a16="http://schemas.microsoft.com/office/drawing/2014/main" id="{B7814329-C57B-43FE-891A-2DE47320B7FF}"/>
              </a:ext>
            </a:extLst>
          </p:cNvPr>
          <p:cNvGrpSpPr/>
          <p:nvPr/>
        </p:nvGrpSpPr>
        <p:grpSpPr>
          <a:xfrm>
            <a:off x="2033966" y="2005203"/>
            <a:ext cx="9072980" cy="4608512"/>
            <a:chOff x="708748" y="2734072"/>
            <a:chExt cx="9072980" cy="4608512"/>
          </a:xfrm>
        </p:grpSpPr>
        <p:sp>
          <p:nvSpPr>
            <p:cNvPr id="6" name="矩形 16">
              <a:extLst>
                <a:ext uri="{FF2B5EF4-FFF2-40B4-BE49-F238E27FC236}">
                  <a16:creationId xmlns:a16="http://schemas.microsoft.com/office/drawing/2014/main" id="{01562442-461B-48BC-8A01-EFB7B4F3FB62}"/>
                </a:ext>
              </a:extLst>
            </p:cNvPr>
            <p:cNvSpPr/>
            <p:nvPr/>
          </p:nvSpPr>
          <p:spPr>
            <a:xfrm>
              <a:off x="2051006" y="3854625"/>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7" name="矩形 15">
              <a:extLst>
                <a:ext uri="{FF2B5EF4-FFF2-40B4-BE49-F238E27FC236}">
                  <a16:creationId xmlns:a16="http://schemas.microsoft.com/office/drawing/2014/main" id="{E440CEB4-01FD-493C-AEF1-5BFDF3E64EB0}"/>
                </a:ext>
              </a:extLst>
            </p:cNvPr>
            <p:cNvSpPr/>
            <p:nvPr/>
          </p:nvSpPr>
          <p:spPr>
            <a:xfrm>
              <a:off x="2019763" y="5496398"/>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8" name="橢圓 19">
              <a:extLst>
                <a:ext uri="{FF2B5EF4-FFF2-40B4-BE49-F238E27FC236}">
                  <a16:creationId xmlns:a16="http://schemas.microsoft.com/office/drawing/2014/main" id="{ABE69289-F219-4303-BF55-A4387FFBDD35}"/>
                </a:ext>
              </a:extLst>
            </p:cNvPr>
            <p:cNvSpPr/>
            <p:nvPr/>
          </p:nvSpPr>
          <p:spPr>
            <a:xfrm>
              <a:off x="4027317" y="3759375"/>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9" name="橢圓 20">
              <a:extLst>
                <a:ext uri="{FF2B5EF4-FFF2-40B4-BE49-F238E27FC236}">
                  <a16:creationId xmlns:a16="http://schemas.microsoft.com/office/drawing/2014/main" id="{DB474606-3224-4A80-8069-1D668956A6FE}"/>
                </a:ext>
              </a:extLst>
            </p:cNvPr>
            <p:cNvSpPr/>
            <p:nvPr/>
          </p:nvSpPr>
          <p:spPr>
            <a:xfrm>
              <a:off x="4016034" y="5307070"/>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grpSp>
          <p:nvGrpSpPr>
            <p:cNvPr id="10" name="群組 83">
              <a:extLst>
                <a:ext uri="{FF2B5EF4-FFF2-40B4-BE49-F238E27FC236}">
                  <a16:creationId xmlns:a16="http://schemas.microsoft.com/office/drawing/2014/main" id="{3AE1ADA1-363E-4F6D-AEA1-CB5752F1F4E1}"/>
                </a:ext>
              </a:extLst>
            </p:cNvPr>
            <p:cNvGrpSpPr/>
            <p:nvPr/>
          </p:nvGrpSpPr>
          <p:grpSpPr>
            <a:xfrm>
              <a:off x="2411112" y="4035603"/>
              <a:ext cx="1588876" cy="1638300"/>
              <a:chOff x="1013669" y="3459098"/>
              <a:chExt cx="1588876" cy="1638300"/>
            </a:xfrm>
          </p:grpSpPr>
          <p:cxnSp>
            <p:nvCxnSpPr>
              <p:cNvPr id="11" name="直線單箭頭接點 49">
                <a:extLst>
                  <a:ext uri="{FF2B5EF4-FFF2-40B4-BE49-F238E27FC236}">
                    <a16:creationId xmlns:a16="http://schemas.microsoft.com/office/drawing/2014/main" id="{08507AAD-8830-40E0-AB50-1B01F19D522A}"/>
                  </a:ext>
                </a:extLst>
              </p:cNvPr>
              <p:cNvCxnSpPr/>
              <p:nvPr/>
            </p:nvCxnSpPr>
            <p:spPr>
              <a:xfrm flipV="1">
                <a:off x="1013669" y="3507292"/>
                <a:ext cx="1574937" cy="158516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2" name="群組 82">
                <a:extLst>
                  <a:ext uri="{FF2B5EF4-FFF2-40B4-BE49-F238E27FC236}">
                    <a16:creationId xmlns:a16="http://schemas.microsoft.com/office/drawing/2014/main" id="{6B6CF891-D91E-4C40-9C69-0DBE9BB0C836}"/>
                  </a:ext>
                </a:extLst>
              </p:cNvPr>
              <p:cNvGrpSpPr/>
              <p:nvPr/>
            </p:nvGrpSpPr>
            <p:grpSpPr>
              <a:xfrm>
                <a:off x="1025705" y="3459098"/>
                <a:ext cx="1576840" cy="1638300"/>
                <a:chOff x="1025705" y="3459098"/>
                <a:chExt cx="1576840" cy="1638300"/>
              </a:xfrm>
            </p:grpSpPr>
            <p:cxnSp>
              <p:nvCxnSpPr>
                <p:cNvPr id="13" name="直線單箭頭接點 47">
                  <a:extLst>
                    <a:ext uri="{FF2B5EF4-FFF2-40B4-BE49-F238E27FC236}">
                      <a16:creationId xmlns:a16="http://schemas.microsoft.com/office/drawing/2014/main" id="{63918DBE-77E7-416B-ABC6-D64304AF5192}"/>
                    </a:ext>
                  </a:extLst>
                </p:cNvPr>
                <p:cNvCxnSpPr/>
                <p:nvPr/>
              </p:nvCxnSpPr>
              <p:spPr>
                <a:xfrm>
                  <a:off x="1048081" y="3459098"/>
                  <a:ext cx="1548874" cy="160892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單箭頭接點 50">
                  <a:extLst>
                    <a:ext uri="{FF2B5EF4-FFF2-40B4-BE49-F238E27FC236}">
                      <a16:creationId xmlns:a16="http://schemas.microsoft.com/office/drawing/2014/main" id="{BBF0E4E9-5E9C-4E30-8853-8EC2FA41A1E0}"/>
                    </a:ext>
                  </a:extLst>
                </p:cNvPr>
                <p:cNvCxnSpPr/>
                <p:nvPr/>
              </p:nvCxnSpPr>
              <p:spPr>
                <a:xfrm flipV="1">
                  <a:off x="1025705" y="50973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線單箭頭接點 79">
                  <a:extLst>
                    <a:ext uri="{FF2B5EF4-FFF2-40B4-BE49-F238E27FC236}">
                      <a16:creationId xmlns:a16="http://schemas.microsoft.com/office/drawing/2014/main" id="{DFDCFB48-655A-4C4B-81B4-44ACB48225F6}"/>
                    </a:ext>
                  </a:extLst>
                </p:cNvPr>
                <p:cNvCxnSpPr/>
                <p:nvPr/>
              </p:nvCxnSpPr>
              <p:spPr>
                <a:xfrm flipV="1">
                  <a:off x="1025705" y="34590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16" name="群組 2">
              <a:extLst>
                <a:ext uri="{FF2B5EF4-FFF2-40B4-BE49-F238E27FC236}">
                  <a16:creationId xmlns:a16="http://schemas.microsoft.com/office/drawing/2014/main" id="{5D361539-9865-4F22-8C2B-0160D6B51F2C}"/>
                </a:ext>
              </a:extLst>
            </p:cNvPr>
            <p:cNvGrpSpPr/>
            <p:nvPr/>
          </p:nvGrpSpPr>
          <p:grpSpPr>
            <a:xfrm>
              <a:off x="6066603" y="3348264"/>
              <a:ext cx="3715125" cy="2924768"/>
              <a:chOff x="3243633" y="2586455"/>
              <a:chExt cx="5010018" cy="3980059"/>
            </a:xfrm>
          </p:grpSpPr>
          <p:sp>
            <p:nvSpPr>
              <p:cNvPr id="17" name="圓角矩形圖說文字 136">
                <a:extLst>
                  <a:ext uri="{FF2B5EF4-FFF2-40B4-BE49-F238E27FC236}">
                    <a16:creationId xmlns:a16="http://schemas.microsoft.com/office/drawing/2014/main" id="{C6A08676-88B0-422F-885E-9EAB55CD49A5}"/>
                  </a:ext>
                </a:extLst>
              </p:cNvPr>
              <p:cNvSpPr/>
              <p:nvPr/>
            </p:nvSpPr>
            <p:spPr>
              <a:xfrm>
                <a:off x="3243633" y="3787090"/>
                <a:ext cx="4802430" cy="2779424"/>
              </a:xfrm>
              <a:prstGeom prst="wedgeRoundRectCallout">
                <a:avLst>
                  <a:gd name="adj1" fmla="val -91877"/>
                  <a:gd name="adj2" fmla="val -52167"/>
                  <a:gd name="adj3" fmla="val 16667"/>
                </a:avLst>
              </a:prstGeom>
              <a:solidFill>
                <a:schemeClr val="bg1"/>
              </a:solid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18" name="群組 3">
                <a:extLst>
                  <a:ext uri="{FF2B5EF4-FFF2-40B4-BE49-F238E27FC236}">
                    <a16:creationId xmlns:a16="http://schemas.microsoft.com/office/drawing/2014/main" id="{71DFF916-7F85-4585-85D2-609C11987352}"/>
                  </a:ext>
                </a:extLst>
              </p:cNvPr>
              <p:cNvGrpSpPr/>
              <p:nvPr/>
            </p:nvGrpSpPr>
            <p:grpSpPr>
              <a:xfrm>
                <a:off x="4469208" y="4868160"/>
                <a:ext cx="2403948" cy="1542918"/>
                <a:chOff x="2621906" y="4793796"/>
                <a:chExt cx="2403948" cy="1542918"/>
              </a:xfrm>
            </p:grpSpPr>
            <p:pic>
              <p:nvPicPr>
                <p:cNvPr id="21" name="圖片 4">
                  <a:extLst>
                    <a:ext uri="{FF2B5EF4-FFF2-40B4-BE49-F238E27FC236}">
                      <a16:creationId xmlns:a16="http://schemas.microsoft.com/office/drawing/2014/main" id="{20299891-C127-44C9-8ED5-C18224E3D297}"/>
                    </a:ext>
                  </a:extLst>
                </p:cNvPr>
                <p:cNvPicPr>
                  <a:picLocks noChangeAspect="1"/>
                </p:cNvPicPr>
                <p:nvPr/>
              </p:nvPicPr>
              <p:blipFill>
                <a:blip r:embed="rId3"/>
                <a:stretch>
                  <a:fillRect/>
                </a:stretch>
              </p:blipFill>
              <p:spPr>
                <a:xfrm>
                  <a:off x="2621906" y="4826698"/>
                  <a:ext cx="2112458" cy="1510016"/>
                </a:xfrm>
                <a:prstGeom prst="rect">
                  <a:avLst/>
                </a:prstGeom>
              </p:spPr>
            </p:pic>
            <mc:AlternateContent xmlns:mc="http://schemas.openxmlformats.org/markup-compatibility/2006" xmlns:a14="http://schemas.microsoft.com/office/drawing/2010/main">
              <mc:Choice Requires="a14">
                <p:graphicFrame>
                  <p:nvGraphicFramePr>
                    <p:cNvPr id="22" name="Object 12">
                      <a:extLst>
                        <a:ext uri="{FF2B5EF4-FFF2-40B4-BE49-F238E27FC236}">
                          <a16:creationId xmlns:a16="http://schemas.microsoft.com/office/drawing/2014/main" id="{DC7448FC-C9F2-4DB4-9AAE-B1FE01765088}"/>
                        </a:ext>
                      </a:extLst>
                    </p:cNvPr>
                    <p:cNvGraphicFramePr>
                      <a:graphicFrameLocks noChangeAspect="1"/>
                    </p:cNvGraphicFramePr>
                    <p:nvPr>
                      <p:extLst>
                        <p:ext uri="{D42A27DB-BD31-4B8C-83A1-F6EECF244321}">
                          <p14:modId xmlns:p14="http://schemas.microsoft.com/office/powerpoint/2010/main" val="3163050913"/>
                        </p:ext>
                      </p:extLst>
                    </p:nvPr>
                  </p:nvGraphicFramePr>
                  <p:xfrm>
                    <a:off x="2820635" y="4793796"/>
                    <a:ext cx="624114" cy="426253"/>
                  </p:xfrm>
                  <a:graphic>
                    <a:graphicData uri="http://schemas.openxmlformats.org/presentationml/2006/ole">
                      <mc:AlternateContent>
                        <mc:Choice xmlns:v="urn:schemas-microsoft-com:vml" Requires="v">
                          <p:oleObj spid="_x0000_s5122" name="方程式" r:id="rId4" imgW="317160" imgH="215640" progId="Equation.3">
                            <p:embed/>
                          </p:oleObj>
                        </mc:Choice>
                        <mc:Fallback>
                          <p:oleObj name="方程式" r:id="rId4" imgW="317160" imgH="215640" progId="Equation.3">
                            <p:embed/>
                            <p:pic>
                              <p:nvPicPr>
                                <p:cNvPr id="22" name="Object 12">
                                  <a:extLst>
                                    <a:ext uri="{FF2B5EF4-FFF2-40B4-BE49-F238E27FC236}">
                                      <a16:creationId xmlns:a16="http://schemas.microsoft.com/office/drawing/2014/main" id="{DC7448FC-C9F2-4DB4-9AAE-B1FE01765088}"/>
                                    </a:ext>
                                  </a:extLst>
                                </p:cNvPr>
                                <p:cNvPicPr>
                                  <a:picLocks noChangeAspect="1" noChangeArrowheads="1"/>
                                </p:cNvPicPr>
                                <p:nvPr/>
                              </p:nvPicPr>
                              <p:blipFill>
                                <a:blip r:embed="rId5"/>
                                <a:srcRect/>
                                <a:stretch>
                                  <a:fillRect/>
                                </a:stretch>
                              </p:blipFill>
                              <p:spPr bwMode="auto">
                                <a:xfrm>
                                  <a:off x="2820635" y="4793796"/>
                                  <a:ext cx="624114" cy="426253"/>
                                </a:xfrm>
                                <a:prstGeom prst="rect">
                                  <a:avLst/>
                                </a:prstGeom>
                                <a:noFill/>
                              </p:spPr>
                            </p:pic>
                          </p:oleObj>
                        </mc:Fallback>
                      </mc:AlternateContent>
                    </a:graphicData>
                  </a:graphic>
                </p:graphicFrame>
              </mc:Choice>
              <mc:Fallback xmlns="">
                <p:graphicFrame>
                  <p:nvGraphicFramePr>
                    <p:cNvPr id="22" name="Object 12">
                      <a:extLst>
                        <a:ext uri="{FF2B5EF4-FFF2-40B4-BE49-F238E27FC236}">
                          <a16:creationId xmlns:a16="http://schemas.microsoft.com/office/drawing/2014/main" id="{DC7448FC-C9F2-4DB4-9AAE-B1FE01765088}"/>
                        </a:ext>
                      </a:extLst>
                    </p:cNvPr>
                    <p:cNvGraphicFramePr>
                      <a:graphicFrameLocks noChangeAspect="1"/>
                    </p:cNvGraphicFramePr>
                    <p:nvPr>
                      <p:extLst>
                        <p:ext uri="{D42A27DB-BD31-4B8C-83A1-F6EECF244321}">
                          <p14:modId xmlns:p14="http://schemas.microsoft.com/office/powerpoint/2010/main" val="3163050913"/>
                        </p:ext>
                      </p:extLst>
                    </p:nvPr>
                  </p:nvGraphicFramePr>
                  <p:xfrm>
                    <a:off x="2820635" y="4793796"/>
                    <a:ext cx="624114" cy="426253"/>
                  </p:xfrm>
                  <a:graphic>
                    <a:graphicData uri="http://schemas.openxmlformats.org/presentationml/2006/ole">
                      <mc:AlternateContent>
                        <mc:Choice xmlns:v="urn:schemas-microsoft-com:vml" Requires="v">
                          <p:oleObj name="方程式" r:id="rId6" imgW="317160" imgH="215640" progId="Equation.3">
                            <p:embed/>
                          </p:oleObj>
                        </mc:Choice>
                        <mc:Fallback>
                          <p:oleObj name="方程式" r:id="rId6" imgW="317160" imgH="215640" progId="Equation.3">
                            <p:embed/>
                            <p:pic>
                              <p:nvPicPr>
                                <p:cNvPr id="22" name="Object 12">
                                  <a:extLst>
                                    <a:ext uri="{FF2B5EF4-FFF2-40B4-BE49-F238E27FC236}">
                                      <a16:creationId xmlns:a16="http://schemas.microsoft.com/office/drawing/2014/main" id="{DC7448FC-C9F2-4DB4-9AAE-B1FE01765088}"/>
                                    </a:ext>
                                  </a:extLst>
                                </p:cNvPr>
                                <p:cNvPicPr>
                                  <a:picLocks noChangeAspect="1" noChangeArrowheads="1"/>
                                </p:cNvPicPr>
                                <p:nvPr/>
                              </p:nvPicPr>
                              <p:blipFill>
                                <a:blip r:embed="rId7"/>
                                <a:srcRect/>
                                <a:stretch>
                                  <a:fillRect/>
                                </a:stretch>
                              </p:blipFill>
                              <p:spPr bwMode="auto">
                                <a:xfrm>
                                  <a:off x="2820635" y="4793796"/>
                                  <a:ext cx="624114" cy="426253"/>
                                </a:xfrm>
                                <a:prstGeom prst="rect">
                                  <a:avLst/>
                                </a:prstGeom>
                                <a:noFill/>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23" name="Object 12">
                      <a:extLst>
                        <a:ext uri="{FF2B5EF4-FFF2-40B4-BE49-F238E27FC236}">
                          <a16:creationId xmlns:a16="http://schemas.microsoft.com/office/drawing/2014/main" id="{DE4DDAF3-F868-4D32-BCED-587A4116ADC3}"/>
                        </a:ext>
                      </a:extLst>
                    </p:cNvPr>
                    <p:cNvGraphicFramePr>
                      <a:graphicFrameLocks noChangeAspect="1"/>
                    </p:cNvGraphicFramePr>
                    <p:nvPr>
                      <p:extLst>
                        <p:ext uri="{D42A27DB-BD31-4B8C-83A1-F6EECF244321}">
                          <p14:modId xmlns:p14="http://schemas.microsoft.com/office/powerpoint/2010/main" val="1923966176"/>
                        </p:ext>
                      </p:extLst>
                    </p:nvPr>
                  </p:nvGraphicFramePr>
                  <p:xfrm>
                    <a:off x="4698720" y="6005691"/>
                    <a:ext cx="327134" cy="325661"/>
                  </p:xfrm>
                  <a:graphic>
                    <a:graphicData uri="http://schemas.openxmlformats.org/presentationml/2006/ole">
                      <mc:AlternateContent>
                        <mc:Choice xmlns:v="urn:schemas-microsoft-com:vml" Requires="v">
                          <p:oleObj spid="_x0000_s5123" name="方程式" r:id="rId8" imgW="126720" imgH="126720" progId="Equation.3">
                            <p:embed/>
                          </p:oleObj>
                        </mc:Choice>
                        <mc:Fallback>
                          <p:oleObj name="方程式" r:id="rId8" imgW="126720" imgH="126720" progId="Equation.3">
                            <p:embed/>
                            <p:pic>
                              <p:nvPicPr>
                                <p:cNvPr id="23" name="Object 12">
                                  <a:extLst>
                                    <a:ext uri="{FF2B5EF4-FFF2-40B4-BE49-F238E27FC236}">
                                      <a16:creationId xmlns:a16="http://schemas.microsoft.com/office/drawing/2014/main" id="{DE4DDAF3-F868-4D32-BCED-587A4116ADC3}"/>
                                    </a:ext>
                                  </a:extLst>
                                </p:cNvPr>
                                <p:cNvPicPr>
                                  <a:picLocks noChangeAspect="1" noChangeArrowheads="1"/>
                                </p:cNvPicPr>
                                <p:nvPr/>
                              </p:nvPicPr>
                              <p:blipFill>
                                <a:blip r:embed="rId9"/>
                                <a:srcRect/>
                                <a:stretch>
                                  <a:fillRect/>
                                </a:stretch>
                              </p:blipFill>
                              <p:spPr bwMode="auto">
                                <a:xfrm>
                                  <a:off x="4698720" y="6005691"/>
                                  <a:ext cx="327134" cy="325661"/>
                                </a:xfrm>
                                <a:prstGeom prst="rect">
                                  <a:avLst/>
                                </a:prstGeom>
                                <a:noFill/>
                              </p:spPr>
                            </p:pic>
                          </p:oleObj>
                        </mc:Fallback>
                      </mc:AlternateContent>
                    </a:graphicData>
                  </a:graphic>
                </p:graphicFrame>
              </mc:Choice>
              <mc:Fallback xmlns="">
                <p:graphicFrame>
                  <p:nvGraphicFramePr>
                    <p:cNvPr id="23" name="Object 12">
                      <a:extLst>
                        <a:ext uri="{FF2B5EF4-FFF2-40B4-BE49-F238E27FC236}">
                          <a16:creationId xmlns:a16="http://schemas.microsoft.com/office/drawing/2014/main" id="{DE4DDAF3-F868-4D32-BCED-587A4116ADC3}"/>
                        </a:ext>
                      </a:extLst>
                    </p:cNvPr>
                    <p:cNvGraphicFramePr>
                      <a:graphicFrameLocks noChangeAspect="1"/>
                    </p:cNvGraphicFramePr>
                    <p:nvPr>
                      <p:extLst>
                        <p:ext uri="{D42A27DB-BD31-4B8C-83A1-F6EECF244321}">
                          <p14:modId xmlns:p14="http://schemas.microsoft.com/office/powerpoint/2010/main" val="1923966176"/>
                        </p:ext>
                      </p:extLst>
                    </p:nvPr>
                  </p:nvGraphicFramePr>
                  <p:xfrm>
                    <a:off x="4698720" y="6005691"/>
                    <a:ext cx="327134" cy="325661"/>
                  </p:xfrm>
                  <a:graphic>
                    <a:graphicData uri="http://schemas.openxmlformats.org/presentationml/2006/ole">
                      <mc:AlternateContent>
                        <mc:Choice xmlns:v="urn:schemas-microsoft-com:vml" Requires="v">
                          <p:oleObj name="方程式" r:id="rId10" imgW="126720" imgH="126720" progId="Equation.3">
                            <p:embed/>
                          </p:oleObj>
                        </mc:Choice>
                        <mc:Fallback>
                          <p:oleObj name="方程式" r:id="rId10" imgW="126720" imgH="126720" progId="Equation.3">
                            <p:embed/>
                            <p:pic>
                              <p:nvPicPr>
                                <p:cNvPr id="23" name="Object 12">
                                  <a:extLst>
                                    <a:ext uri="{FF2B5EF4-FFF2-40B4-BE49-F238E27FC236}">
                                      <a16:creationId xmlns:a16="http://schemas.microsoft.com/office/drawing/2014/main" id="{DE4DDAF3-F868-4D32-BCED-587A4116ADC3}"/>
                                    </a:ext>
                                  </a:extLst>
                                </p:cNvPr>
                                <p:cNvPicPr>
                                  <a:picLocks noChangeAspect="1" noChangeArrowheads="1"/>
                                </p:cNvPicPr>
                                <p:nvPr/>
                              </p:nvPicPr>
                              <p:blipFill>
                                <a:blip r:embed="rId11"/>
                                <a:srcRect/>
                                <a:stretch>
                                  <a:fillRect/>
                                </a:stretch>
                              </p:blipFill>
                              <p:spPr bwMode="auto">
                                <a:xfrm>
                                  <a:off x="4698720" y="6005691"/>
                                  <a:ext cx="327134" cy="325661"/>
                                </a:xfrm>
                                <a:prstGeom prst="rect">
                                  <a:avLst/>
                                </a:prstGeom>
                                <a:noFill/>
                              </p:spPr>
                            </p:pic>
                          </p:oleObj>
                        </mc:Fallback>
                      </mc:AlternateContent>
                    </a:graphicData>
                  </a:graphic>
                </p:graphicFrame>
              </mc:Fallback>
            </mc:AlternateContent>
          </p:grpSp>
          <mc:AlternateContent xmlns:mc="http://schemas.openxmlformats.org/markup-compatibility/2006" xmlns:a14="http://schemas.microsoft.com/office/drawing/2010/main">
            <mc:Choice Requires="a14">
              <p:graphicFrame>
                <p:nvGraphicFramePr>
                  <p:cNvPr id="19" name="Object 12">
                    <a:extLst>
                      <a:ext uri="{FF2B5EF4-FFF2-40B4-BE49-F238E27FC236}">
                        <a16:creationId xmlns:a16="http://schemas.microsoft.com/office/drawing/2014/main" id="{2B403479-389D-4156-8F9C-657A060AFD6F}"/>
                      </a:ext>
                    </a:extLst>
                  </p:cNvPr>
                  <p:cNvGraphicFramePr>
                    <a:graphicFrameLocks noChangeAspect="1"/>
                  </p:cNvGraphicFramePr>
                  <p:nvPr>
                    <p:extLst>
                      <p:ext uri="{D42A27DB-BD31-4B8C-83A1-F6EECF244321}">
                        <p14:modId xmlns:p14="http://schemas.microsoft.com/office/powerpoint/2010/main" val="1025831088"/>
                      </p:ext>
                    </p:extLst>
                  </p:nvPr>
                </p:nvGraphicFramePr>
                <p:xfrm>
                  <a:off x="4832852" y="3927924"/>
                  <a:ext cx="1748816" cy="794094"/>
                </p:xfrm>
                <a:graphic>
                  <a:graphicData uri="http://schemas.openxmlformats.org/presentationml/2006/ole">
                    <mc:AlternateContent>
                      <mc:Choice xmlns:v="urn:schemas-microsoft-com:vml" Requires="v">
                        <p:oleObj spid="_x0000_s5124" name="方程式" r:id="rId12" imgW="863280" imgH="393480" progId="Equation.3">
                          <p:embed/>
                        </p:oleObj>
                      </mc:Choice>
                      <mc:Fallback>
                        <p:oleObj name="方程式" r:id="rId12" imgW="863280" imgH="393480" progId="Equation.3">
                          <p:embed/>
                          <p:pic>
                            <p:nvPicPr>
                              <p:cNvPr id="19" name="Object 12">
                                <a:extLst>
                                  <a:ext uri="{FF2B5EF4-FFF2-40B4-BE49-F238E27FC236}">
                                    <a16:creationId xmlns:a16="http://schemas.microsoft.com/office/drawing/2014/main" id="{2B403479-389D-4156-8F9C-657A060AFD6F}"/>
                                  </a:ext>
                                </a:extLst>
                              </p:cNvPr>
                              <p:cNvPicPr>
                                <a:picLocks noChangeAspect="1" noChangeArrowheads="1"/>
                              </p:cNvPicPr>
                              <p:nvPr/>
                            </p:nvPicPr>
                            <p:blipFill>
                              <a:blip r:embed="rId13"/>
                              <a:srcRect/>
                              <a:stretch>
                                <a:fillRect/>
                              </a:stretch>
                            </p:blipFill>
                            <p:spPr bwMode="auto">
                              <a:xfrm>
                                <a:off x="4832852" y="3927924"/>
                                <a:ext cx="1748816" cy="794094"/>
                              </a:xfrm>
                              <a:prstGeom prst="rect">
                                <a:avLst/>
                              </a:prstGeom>
                              <a:noFill/>
                            </p:spPr>
                          </p:pic>
                        </p:oleObj>
                      </mc:Fallback>
                    </mc:AlternateContent>
                  </a:graphicData>
                </a:graphic>
              </p:graphicFrame>
            </mc:Choice>
            <mc:Fallback xmlns="">
              <p:graphicFrame>
                <p:nvGraphicFramePr>
                  <p:cNvPr id="19" name="Object 12">
                    <a:extLst>
                      <a:ext uri="{FF2B5EF4-FFF2-40B4-BE49-F238E27FC236}">
                        <a16:creationId xmlns:a16="http://schemas.microsoft.com/office/drawing/2014/main" id="{2B403479-389D-4156-8F9C-657A060AFD6F}"/>
                      </a:ext>
                    </a:extLst>
                  </p:cNvPr>
                  <p:cNvGraphicFramePr>
                    <a:graphicFrameLocks noChangeAspect="1"/>
                  </p:cNvGraphicFramePr>
                  <p:nvPr>
                    <p:extLst>
                      <p:ext uri="{D42A27DB-BD31-4B8C-83A1-F6EECF244321}">
                        <p14:modId xmlns:p14="http://schemas.microsoft.com/office/powerpoint/2010/main" val="1025831088"/>
                      </p:ext>
                    </p:extLst>
                  </p:nvPr>
                </p:nvGraphicFramePr>
                <p:xfrm>
                  <a:off x="4832852" y="3927924"/>
                  <a:ext cx="1748816" cy="794094"/>
                </p:xfrm>
                <a:graphic>
                  <a:graphicData uri="http://schemas.openxmlformats.org/presentationml/2006/ole">
                    <mc:AlternateContent>
                      <mc:Choice xmlns:v="urn:schemas-microsoft-com:vml" Requires="v">
                        <p:oleObj name="方程式" r:id="rId14" imgW="863280" imgH="393480" progId="Equation.3">
                          <p:embed/>
                        </p:oleObj>
                      </mc:Choice>
                      <mc:Fallback>
                        <p:oleObj name="方程式" r:id="rId14" imgW="863280" imgH="393480" progId="Equation.3">
                          <p:embed/>
                          <p:pic>
                            <p:nvPicPr>
                              <p:cNvPr id="19" name="Object 12">
                                <a:extLst>
                                  <a:ext uri="{FF2B5EF4-FFF2-40B4-BE49-F238E27FC236}">
                                    <a16:creationId xmlns:a16="http://schemas.microsoft.com/office/drawing/2014/main" id="{2B403479-389D-4156-8F9C-657A060AFD6F}"/>
                                  </a:ext>
                                </a:extLst>
                              </p:cNvPr>
                              <p:cNvPicPr>
                                <a:picLocks noChangeAspect="1" noChangeArrowheads="1"/>
                              </p:cNvPicPr>
                              <p:nvPr/>
                            </p:nvPicPr>
                            <p:blipFill>
                              <a:blip r:embed="rId15"/>
                              <a:srcRect/>
                              <a:stretch>
                                <a:fillRect/>
                              </a:stretch>
                            </p:blipFill>
                            <p:spPr bwMode="auto">
                              <a:xfrm>
                                <a:off x="4832852" y="3927924"/>
                                <a:ext cx="1748816" cy="794094"/>
                              </a:xfrm>
                              <a:prstGeom prst="rect">
                                <a:avLst/>
                              </a:prstGeom>
                              <a:noFill/>
                            </p:spPr>
                          </p:pic>
                        </p:oleObj>
                      </mc:Fallback>
                    </mc:AlternateContent>
                  </a:graphicData>
                </a:graphic>
              </p:graphicFrame>
            </mc:Fallback>
          </mc:AlternateContent>
          <p:sp>
            <p:nvSpPr>
              <p:cNvPr id="20" name="文字方塊 102">
                <a:extLst>
                  <a:ext uri="{FF2B5EF4-FFF2-40B4-BE49-F238E27FC236}">
                    <a16:creationId xmlns:a16="http://schemas.microsoft.com/office/drawing/2014/main" id="{EFC02AFB-A1F4-434C-B797-CD0050558DC3}"/>
                  </a:ext>
                </a:extLst>
              </p:cNvPr>
              <p:cNvSpPr txBox="1"/>
              <p:nvPr/>
            </p:nvSpPr>
            <p:spPr>
              <a:xfrm>
                <a:off x="3804044" y="2586455"/>
                <a:ext cx="4449607" cy="628239"/>
              </a:xfrm>
              <a:prstGeom prst="rect">
                <a:avLst/>
              </a:prstGeom>
              <a:noFill/>
            </p:spPr>
            <p:txBody>
              <a:bodyPr wrap="square" rtlCol="0">
                <a:spAutoFit/>
              </a:bodyPr>
              <a:lstStyle/>
              <a:p>
                <a:r>
                  <a:rPr lang="en-US" altLang="zh-TW" sz="2400" dirty="0"/>
                  <a:t>Sigmoid Function</a:t>
                </a:r>
                <a:endParaRPr lang="zh-TW" altLang="en-US" sz="2400" dirty="0"/>
              </a:p>
            </p:txBody>
          </p:sp>
        </p:grpSp>
        <p:sp>
          <p:nvSpPr>
            <p:cNvPr id="24" name="手繪多邊形 103">
              <a:extLst>
                <a:ext uri="{FF2B5EF4-FFF2-40B4-BE49-F238E27FC236}">
                  <a16:creationId xmlns:a16="http://schemas.microsoft.com/office/drawing/2014/main" id="{72D13912-FFF5-4538-A4C8-826AF4A2CFD9}"/>
                </a:ext>
              </a:extLst>
            </p:cNvPr>
            <p:cNvSpPr/>
            <p:nvPr/>
          </p:nvSpPr>
          <p:spPr>
            <a:xfrm>
              <a:off x="4082350" y="5432883"/>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5" name="手繪多邊形 105">
              <a:extLst>
                <a:ext uri="{FF2B5EF4-FFF2-40B4-BE49-F238E27FC236}">
                  <a16:creationId xmlns:a16="http://schemas.microsoft.com/office/drawing/2014/main" id="{BF052E47-046D-4E3F-8D15-2BDCB1E02B5F}"/>
                </a:ext>
              </a:extLst>
            </p:cNvPr>
            <p:cNvSpPr/>
            <p:nvPr/>
          </p:nvSpPr>
          <p:spPr>
            <a:xfrm>
              <a:off x="4063740" y="3843442"/>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文字方塊 110">
              <a:extLst>
                <a:ext uri="{FF2B5EF4-FFF2-40B4-BE49-F238E27FC236}">
                  <a16:creationId xmlns:a16="http://schemas.microsoft.com/office/drawing/2014/main" id="{A6887DA0-E350-43D3-8DD1-FBAA344BA626}"/>
                </a:ext>
              </a:extLst>
            </p:cNvPr>
            <p:cNvSpPr txBox="1"/>
            <p:nvPr/>
          </p:nvSpPr>
          <p:spPr>
            <a:xfrm>
              <a:off x="2063174" y="3841170"/>
              <a:ext cx="342900" cy="461665"/>
            </a:xfrm>
            <a:prstGeom prst="rect">
              <a:avLst/>
            </a:prstGeom>
            <a:noFill/>
          </p:spPr>
          <p:txBody>
            <a:bodyPr wrap="square" rtlCol="0">
              <a:spAutoFit/>
            </a:bodyPr>
            <a:lstStyle/>
            <a:p>
              <a:pPr algn="ctr"/>
              <a:r>
                <a:rPr lang="en-US" altLang="zh-TW" sz="2400" dirty="0">
                  <a:solidFill>
                    <a:srgbClr val="0000FF"/>
                  </a:solidFill>
                </a:rPr>
                <a:t>1</a:t>
              </a:r>
              <a:endParaRPr lang="zh-TW" altLang="en-US" sz="2400" dirty="0">
                <a:solidFill>
                  <a:srgbClr val="0000FF"/>
                </a:solidFill>
              </a:endParaRPr>
            </a:p>
          </p:txBody>
        </p:sp>
        <p:sp>
          <p:nvSpPr>
            <p:cNvPr id="27" name="文字方塊 111">
              <a:extLst>
                <a:ext uri="{FF2B5EF4-FFF2-40B4-BE49-F238E27FC236}">
                  <a16:creationId xmlns:a16="http://schemas.microsoft.com/office/drawing/2014/main" id="{8EFC18D2-2477-43CE-9A52-11F015838B06}"/>
                </a:ext>
              </a:extLst>
            </p:cNvPr>
            <p:cNvSpPr txBox="1"/>
            <p:nvPr/>
          </p:nvSpPr>
          <p:spPr>
            <a:xfrm>
              <a:off x="1957390" y="5440601"/>
              <a:ext cx="488741" cy="461665"/>
            </a:xfrm>
            <a:prstGeom prst="rect">
              <a:avLst/>
            </a:prstGeom>
            <a:noFill/>
          </p:spPr>
          <p:txBody>
            <a:bodyPr wrap="square" rtlCol="0">
              <a:spAutoFit/>
            </a:bodyPr>
            <a:lstStyle/>
            <a:p>
              <a:pPr algn="ctr"/>
              <a:r>
                <a:rPr lang="en-US" altLang="zh-TW" sz="2400" dirty="0">
                  <a:solidFill>
                    <a:srgbClr val="0000FF"/>
                  </a:solidFill>
                </a:rPr>
                <a:t>-1</a:t>
              </a:r>
              <a:endParaRPr lang="zh-TW" altLang="en-US" sz="2400" dirty="0">
                <a:solidFill>
                  <a:srgbClr val="0000FF"/>
                </a:solidFill>
              </a:endParaRPr>
            </a:p>
          </p:txBody>
        </p:sp>
        <p:sp>
          <p:nvSpPr>
            <p:cNvPr id="28" name="文字方塊 112">
              <a:extLst>
                <a:ext uri="{FF2B5EF4-FFF2-40B4-BE49-F238E27FC236}">
                  <a16:creationId xmlns:a16="http://schemas.microsoft.com/office/drawing/2014/main" id="{BE06A56D-CA7E-426B-AF65-DBE54B0B5BD9}"/>
                </a:ext>
              </a:extLst>
            </p:cNvPr>
            <p:cNvSpPr txBox="1"/>
            <p:nvPr/>
          </p:nvSpPr>
          <p:spPr>
            <a:xfrm>
              <a:off x="3010042" y="3556241"/>
              <a:ext cx="342900" cy="461665"/>
            </a:xfrm>
            <a:prstGeom prst="rect">
              <a:avLst/>
            </a:prstGeom>
            <a:noFill/>
          </p:spPr>
          <p:txBody>
            <a:bodyPr wrap="square" rtlCol="0">
              <a:spAutoFit/>
            </a:bodyPr>
            <a:lstStyle/>
            <a:p>
              <a:pPr algn="ctr"/>
              <a:r>
                <a:rPr lang="en-US" altLang="zh-TW" sz="2400" dirty="0"/>
                <a:t>1</a:t>
              </a:r>
              <a:endParaRPr lang="zh-TW" altLang="en-US" sz="2400" dirty="0"/>
            </a:p>
          </p:txBody>
        </p:sp>
        <p:sp>
          <p:nvSpPr>
            <p:cNvPr id="29" name="文字方塊 113">
              <a:extLst>
                <a:ext uri="{FF2B5EF4-FFF2-40B4-BE49-F238E27FC236}">
                  <a16:creationId xmlns:a16="http://schemas.microsoft.com/office/drawing/2014/main" id="{478CB543-187B-41FD-B518-6D91A738ED6E}"/>
                </a:ext>
              </a:extLst>
            </p:cNvPr>
            <p:cNvSpPr txBox="1"/>
            <p:nvPr/>
          </p:nvSpPr>
          <p:spPr>
            <a:xfrm>
              <a:off x="3177133" y="4144558"/>
              <a:ext cx="441679" cy="461665"/>
            </a:xfrm>
            <a:prstGeom prst="rect">
              <a:avLst/>
            </a:prstGeom>
            <a:noFill/>
          </p:spPr>
          <p:txBody>
            <a:bodyPr wrap="square" rtlCol="0">
              <a:spAutoFit/>
            </a:bodyPr>
            <a:lstStyle/>
            <a:p>
              <a:pPr algn="ctr"/>
              <a:r>
                <a:rPr lang="en-US" altLang="zh-TW" sz="2400" dirty="0"/>
                <a:t>-2</a:t>
              </a:r>
              <a:endParaRPr lang="zh-TW" altLang="en-US" sz="2400" dirty="0"/>
            </a:p>
          </p:txBody>
        </p:sp>
        <p:sp>
          <p:nvSpPr>
            <p:cNvPr id="30" name="文字方塊 114">
              <a:extLst>
                <a:ext uri="{FF2B5EF4-FFF2-40B4-BE49-F238E27FC236}">
                  <a16:creationId xmlns:a16="http://schemas.microsoft.com/office/drawing/2014/main" id="{ACC3AC14-C0B9-48C7-B548-3DBDF06267AE}"/>
                </a:ext>
              </a:extLst>
            </p:cNvPr>
            <p:cNvSpPr txBox="1"/>
            <p:nvPr/>
          </p:nvSpPr>
          <p:spPr>
            <a:xfrm>
              <a:off x="2874837" y="5661688"/>
              <a:ext cx="715437" cy="461665"/>
            </a:xfrm>
            <a:prstGeom prst="rect">
              <a:avLst/>
            </a:prstGeom>
            <a:noFill/>
          </p:spPr>
          <p:txBody>
            <a:bodyPr wrap="square" rtlCol="0">
              <a:spAutoFit/>
            </a:bodyPr>
            <a:lstStyle/>
            <a:p>
              <a:pPr algn="ctr"/>
              <a:r>
                <a:rPr lang="en-US" altLang="zh-TW" sz="2400" dirty="0"/>
                <a:t>1</a:t>
              </a:r>
              <a:endParaRPr lang="zh-TW" altLang="en-US" sz="2400" dirty="0"/>
            </a:p>
          </p:txBody>
        </p:sp>
        <p:sp>
          <p:nvSpPr>
            <p:cNvPr id="31" name="文字方塊 115">
              <a:extLst>
                <a:ext uri="{FF2B5EF4-FFF2-40B4-BE49-F238E27FC236}">
                  <a16:creationId xmlns:a16="http://schemas.microsoft.com/office/drawing/2014/main" id="{92999E7C-38B5-4728-9174-1762BC2DA423}"/>
                </a:ext>
              </a:extLst>
            </p:cNvPr>
            <p:cNvSpPr txBox="1"/>
            <p:nvPr/>
          </p:nvSpPr>
          <p:spPr>
            <a:xfrm>
              <a:off x="3027116" y="5091376"/>
              <a:ext cx="715437" cy="461665"/>
            </a:xfrm>
            <a:prstGeom prst="rect">
              <a:avLst/>
            </a:prstGeom>
            <a:noFill/>
          </p:spPr>
          <p:txBody>
            <a:bodyPr wrap="square" rtlCol="0">
              <a:spAutoFit/>
            </a:bodyPr>
            <a:lstStyle/>
            <a:p>
              <a:pPr algn="ctr"/>
              <a:r>
                <a:rPr lang="en-US" altLang="zh-TW" sz="2400" dirty="0"/>
                <a:t>-1</a:t>
              </a:r>
              <a:endParaRPr lang="zh-TW" altLang="en-US" sz="2400" dirty="0"/>
            </a:p>
          </p:txBody>
        </p:sp>
        <p:sp>
          <p:nvSpPr>
            <p:cNvPr id="32" name="矩形 116">
              <a:extLst>
                <a:ext uri="{FF2B5EF4-FFF2-40B4-BE49-F238E27FC236}">
                  <a16:creationId xmlns:a16="http://schemas.microsoft.com/office/drawing/2014/main" id="{3F487CE2-7BC6-4F47-B9AF-02B00C93EF67}"/>
                </a:ext>
              </a:extLst>
            </p:cNvPr>
            <p:cNvSpPr/>
            <p:nvPr/>
          </p:nvSpPr>
          <p:spPr>
            <a:xfrm>
              <a:off x="3773364" y="4520611"/>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33" name="直線單箭頭接點 118">
              <a:extLst>
                <a:ext uri="{FF2B5EF4-FFF2-40B4-BE49-F238E27FC236}">
                  <a16:creationId xmlns:a16="http://schemas.microsoft.com/office/drawing/2014/main" id="{00D881A9-645E-4BE4-9F69-864E02051633}"/>
                </a:ext>
              </a:extLst>
            </p:cNvPr>
            <p:cNvCxnSpPr/>
            <p:nvPr/>
          </p:nvCxnSpPr>
          <p:spPr>
            <a:xfrm flipV="1">
              <a:off x="4000266" y="4137411"/>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文字方塊 119">
              <a:extLst>
                <a:ext uri="{FF2B5EF4-FFF2-40B4-BE49-F238E27FC236}">
                  <a16:creationId xmlns:a16="http://schemas.microsoft.com/office/drawing/2014/main" id="{0E471E3A-EA40-4C79-95F4-5E5062DD26D1}"/>
                </a:ext>
              </a:extLst>
            </p:cNvPr>
            <p:cNvSpPr txBox="1"/>
            <p:nvPr/>
          </p:nvSpPr>
          <p:spPr>
            <a:xfrm>
              <a:off x="3796211" y="4507693"/>
              <a:ext cx="441679" cy="461665"/>
            </a:xfrm>
            <a:prstGeom prst="rect">
              <a:avLst/>
            </a:prstGeom>
            <a:noFill/>
          </p:spPr>
          <p:txBody>
            <a:bodyPr wrap="square" rtlCol="0">
              <a:spAutoFit/>
            </a:bodyPr>
            <a:lstStyle/>
            <a:p>
              <a:pPr algn="ctr"/>
              <a:r>
                <a:rPr lang="en-US" altLang="zh-TW" sz="2400" dirty="0"/>
                <a:t>1</a:t>
              </a:r>
              <a:endParaRPr lang="zh-TW" altLang="en-US" sz="2400" dirty="0"/>
            </a:p>
          </p:txBody>
        </p:sp>
        <p:sp>
          <p:nvSpPr>
            <p:cNvPr id="35" name="矩形 131">
              <a:extLst>
                <a:ext uri="{FF2B5EF4-FFF2-40B4-BE49-F238E27FC236}">
                  <a16:creationId xmlns:a16="http://schemas.microsoft.com/office/drawing/2014/main" id="{E998B60E-928D-4AB6-9501-7BF726F9212C}"/>
                </a:ext>
              </a:extLst>
            </p:cNvPr>
            <p:cNvSpPr/>
            <p:nvPr/>
          </p:nvSpPr>
          <p:spPr>
            <a:xfrm>
              <a:off x="3782889" y="6069950"/>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36" name="直線單箭頭接點 132">
              <a:extLst>
                <a:ext uri="{FF2B5EF4-FFF2-40B4-BE49-F238E27FC236}">
                  <a16:creationId xmlns:a16="http://schemas.microsoft.com/office/drawing/2014/main" id="{8DCAECAC-E917-4F43-B687-C4D237517ACA}"/>
                </a:ext>
              </a:extLst>
            </p:cNvPr>
            <p:cNvCxnSpPr/>
            <p:nvPr/>
          </p:nvCxnSpPr>
          <p:spPr>
            <a:xfrm flipV="1">
              <a:off x="4009791" y="5686750"/>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7" name="文字方塊 133">
              <a:extLst>
                <a:ext uri="{FF2B5EF4-FFF2-40B4-BE49-F238E27FC236}">
                  <a16:creationId xmlns:a16="http://schemas.microsoft.com/office/drawing/2014/main" id="{D54D1B94-5FAE-48C1-BD28-37BAC418A3C5}"/>
                </a:ext>
              </a:extLst>
            </p:cNvPr>
            <p:cNvSpPr txBox="1"/>
            <p:nvPr/>
          </p:nvSpPr>
          <p:spPr>
            <a:xfrm>
              <a:off x="3799497" y="6063490"/>
              <a:ext cx="441679" cy="461665"/>
            </a:xfrm>
            <a:prstGeom prst="rect">
              <a:avLst/>
            </a:prstGeom>
            <a:noFill/>
          </p:spPr>
          <p:txBody>
            <a:bodyPr wrap="square" rtlCol="0">
              <a:spAutoFit/>
            </a:bodyPr>
            <a:lstStyle/>
            <a:p>
              <a:pPr algn="ctr"/>
              <a:r>
                <a:rPr lang="en-US" altLang="zh-TW" sz="2400" dirty="0"/>
                <a:t>0</a:t>
              </a:r>
              <a:endParaRPr lang="zh-TW" altLang="en-US" sz="2400" dirty="0"/>
            </a:p>
          </p:txBody>
        </p:sp>
        <p:sp>
          <p:nvSpPr>
            <p:cNvPr id="38" name="文字方塊 134">
              <a:extLst>
                <a:ext uri="{FF2B5EF4-FFF2-40B4-BE49-F238E27FC236}">
                  <a16:creationId xmlns:a16="http://schemas.microsoft.com/office/drawing/2014/main" id="{A6DB33A7-9788-4B10-B7A1-1F863A28A9AE}"/>
                </a:ext>
              </a:extLst>
            </p:cNvPr>
            <p:cNvSpPr txBox="1"/>
            <p:nvPr/>
          </p:nvSpPr>
          <p:spPr>
            <a:xfrm>
              <a:off x="3712647" y="3503921"/>
              <a:ext cx="430062" cy="461665"/>
            </a:xfrm>
            <a:prstGeom prst="rect">
              <a:avLst/>
            </a:prstGeom>
            <a:noFill/>
          </p:spPr>
          <p:txBody>
            <a:bodyPr wrap="square" rtlCol="0">
              <a:spAutoFit/>
            </a:bodyPr>
            <a:lstStyle/>
            <a:p>
              <a:pPr algn="ctr"/>
              <a:r>
                <a:rPr lang="en-US" altLang="zh-TW" sz="2400" dirty="0">
                  <a:solidFill>
                    <a:srgbClr val="FF0000"/>
                  </a:solidFill>
                </a:rPr>
                <a:t>4</a:t>
              </a:r>
              <a:endParaRPr lang="zh-TW" altLang="en-US" sz="2400" dirty="0">
                <a:solidFill>
                  <a:srgbClr val="FF0000"/>
                </a:solidFill>
              </a:endParaRPr>
            </a:p>
          </p:txBody>
        </p:sp>
        <p:sp>
          <p:nvSpPr>
            <p:cNvPr id="39" name="文字方塊 135">
              <a:extLst>
                <a:ext uri="{FF2B5EF4-FFF2-40B4-BE49-F238E27FC236}">
                  <a16:creationId xmlns:a16="http://schemas.microsoft.com/office/drawing/2014/main" id="{B241BA1C-F52F-4468-954C-A135B36D71AA}"/>
                </a:ext>
              </a:extLst>
            </p:cNvPr>
            <p:cNvSpPr txBox="1"/>
            <p:nvPr/>
          </p:nvSpPr>
          <p:spPr>
            <a:xfrm>
              <a:off x="3598609" y="5107788"/>
              <a:ext cx="682714" cy="461665"/>
            </a:xfrm>
            <a:prstGeom prst="rect">
              <a:avLst/>
            </a:prstGeom>
            <a:noFill/>
          </p:spPr>
          <p:txBody>
            <a:bodyPr wrap="square" rtlCol="0">
              <a:spAutoFit/>
            </a:bodyPr>
            <a:lstStyle/>
            <a:p>
              <a:pPr algn="ctr"/>
              <a:r>
                <a:rPr lang="en-US" altLang="zh-TW" sz="2400" dirty="0">
                  <a:solidFill>
                    <a:srgbClr val="FF0000"/>
                  </a:solidFill>
                </a:rPr>
                <a:t>-2</a:t>
              </a:r>
              <a:endParaRPr lang="zh-TW" altLang="en-US" sz="2400" dirty="0">
                <a:solidFill>
                  <a:srgbClr val="FF0000"/>
                </a:solidFill>
              </a:endParaRPr>
            </a:p>
          </p:txBody>
        </p:sp>
        <p:sp>
          <p:nvSpPr>
            <p:cNvPr id="40" name="文字方塊 137">
              <a:extLst>
                <a:ext uri="{FF2B5EF4-FFF2-40B4-BE49-F238E27FC236}">
                  <a16:creationId xmlns:a16="http://schemas.microsoft.com/office/drawing/2014/main" id="{623174C6-C957-4C40-8213-54B86D3CA7FE}"/>
                </a:ext>
              </a:extLst>
            </p:cNvPr>
            <p:cNvSpPr txBox="1"/>
            <p:nvPr/>
          </p:nvSpPr>
          <p:spPr>
            <a:xfrm>
              <a:off x="4411263" y="3464989"/>
              <a:ext cx="811642" cy="461665"/>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en-US" altLang="zh-TW" sz="2400" dirty="0">
                  <a:solidFill>
                    <a:srgbClr val="0000FF"/>
                  </a:solidFill>
                </a:rPr>
                <a:t>0.98</a:t>
              </a:r>
              <a:endParaRPr lang="zh-TW" altLang="en-US" sz="2400" dirty="0">
                <a:solidFill>
                  <a:srgbClr val="0000FF"/>
                </a:solidFill>
              </a:endParaRPr>
            </a:p>
          </p:txBody>
        </p:sp>
        <p:sp>
          <p:nvSpPr>
            <p:cNvPr id="41" name="文字方塊 138">
              <a:extLst>
                <a:ext uri="{FF2B5EF4-FFF2-40B4-BE49-F238E27FC236}">
                  <a16:creationId xmlns:a16="http://schemas.microsoft.com/office/drawing/2014/main" id="{A7A3C66A-619F-4267-BB4C-8FE18001B8F6}"/>
                </a:ext>
              </a:extLst>
            </p:cNvPr>
            <p:cNvSpPr txBox="1"/>
            <p:nvPr/>
          </p:nvSpPr>
          <p:spPr>
            <a:xfrm>
              <a:off x="4433582" y="5070520"/>
              <a:ext cx="811642" cy="461665"/>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en-US" altLang="zh-TW" sz="2400" dirty="0">
                  <a:solidFill>
                    <a:srgbClr val="0000FF"/>
                  </a:solidFill>
                </a:rPr>
                <a:t>0.12</a:t>
              </a:r>
              <a:endParaRPr lang="zh-TW" altLang="en-US" sz="2400" dirty="0">
                <a:solidFill>
                  <a:srgbClr val="0000FF"/>
                </a:solidFill>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EC17EE08-C762-433A-AED1-20650208B814}"/>
                    </a:ext>
                  </a:extLst>
                </p:cNvPr>
                <p:cNvSpPr txBox="1"/>
                <p:nvPr/>
              </p:nvSpPr>
              <p:spPr>
                <a:xfrm>
                  <a:off x="708748" y="2734072"/>
                  <a:ext cx="3260251" cy="308674"/>
                </a:xfrm>
                <a:prstGeom prst="rect">
                  <a:avLst/>
                </a:prstGeom>
                <a:noFill/>
                <a:ln>
                  <a:solidFill>
                    <a:schemeClr val="tx1"/>
                  </a:solid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ctrlPr>
                              <a:rPr lang="en-US" i="1" smtClean="0">
                                <a:latin typeface="Cambria Math" panose="02040503050406030204" pitchFamily="18" charset="0"/>
                              </a:rPr>
                            </m:ctrlPr>
                          </m:dPr>
                          <m:e>
                            <m:r>
                              <a:rPr lang="en-US" b="0" i="1" smtClean="0">
                                <a:latin typeface="Cambria Math" panose="02040503050406030204" pitchFamily="18" charset="0"/>
                              </a:rPr>
                              <m:t>1</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m:t>
                            </m:r>
                          </m:e>
                        </m:d>
                        <m:r>
                          <a:rPr lang="en-US" b="0" i="1" smtClean="0">
                            <a:latin typeface="Cambria Math" panose="02040503050406030204" pitchFamily="18" charset="0"/>
                            <a:ea typeface="Cambria Math" panose="02040503050406030204" pitchFamily="18" charset="0"/>
                          </a:rPr>
                          <m:t>∙</m:t>
                        </m:r>
                        <m:d>
                          <m:dPr>
                            <m:ctrlPr>
                              <a:rPr lang="en-US" i="1">
                                <a:latin typeface="Cambria Math" panose="02040503050406030204" pitchFamily="18" charset="0"/>
                              </a:rPr>
                            </m:ctrlPr>
                          </m:dPr>
                          <m:e>
                            <m:r>
                              <a:rPr lang="en-US" i="1">
                                <a:latin typeface="Cambria Math" panose="02040503050406030204" pitchFamily="18" charset="0"/>
                              </a:rPr>
                              <m:t>−</m:t>
                            </m:r>
                            <m:r>
                              <a:rPr lang="en-US" b="0" i="1" smtClean="0">
                                <a:latin typeface="Cambria Math" panose="02040503050406030204" pitchFamily="18" charset="0"/>
                              </a:rPr>
                              <m:t>2</m:t>
                            </m:r>
                          </m:e>
                        </m:d>
                        <m:r>
                          <a:rPr lang="en-US" b="0" i="1" smtClean="0">
                            <a:latin typeface="Cambria Math" panose="02040503050406030204" pitchFamily="18" charset="0"/>
                          </a:rPr>
                          <m:t>+1=4</m:t>
                        </m:r>
                      </m:oMath>
                    </m:oMathPara>
                  </a14:m>
                  <a:endParaRPr lang="en-US" dirty="0"/>
                </a:p>
              </p:txBody>
            </p:sp>
          </mc:Choice>
          <mc:Fallback xmlns="">
            <p:sp>
              <p:nvSpPr>
                <p:cNvPr id="42" name="TextBox 41">
                  <a:extLst>
                    <a:ext uri="{FF2B5EF4-FFF2-40B4-BE49-F238E27FC236}">
                      <a16:creationId xmlns:a16="http://schemas.microsoft.com/office/drawing/2014/main" id="{EC17EE08-C762-433A-AED1-20650208B814}"/>
                    </a:ext>
                  </a:extLst>
                </p:cNvPr>
                <p:cNvSpPr txBox="1">
                  <a:spLocks noRot="1" noChangeAspect="1" noMove="1" noResize="1" noEditPoints="1" noAdjustHandles="1" noChangeArrowheads="1" noChangeShapeType="1" noTextEdit="1"/>
                </p:cNvSpPr>
                <p:nvPr/>
              </p:nvSpPr>
              <p:spPr>
                <a:xfrm>
                  <a:off x="708748" y="2734072"/>
                  <a:ext cx="3260251" cy="308674"/>
                </a:xfrm>
                <a:prstGeom prst="rect">
                  <a:avLst/>
                </a:prstGeom>
                <a:blipFill>
                  <a:blip r:embed="rId16"/>
                  <a:stretch>
                    <a:fillRect/>
                  </a:stretch>
                </a:blipFill>
                <a:ln>
                  <a:solidFill>
                    <a:schemeClr val="tx1"/>
                  </a:solidFill>
                </a:ln>
              </p:spPr>
              <p:txBody>
                <a:bodyPr/>
                <a:lstStyle/>
                <a:p>
                  <a:r>
                    <a:rPr lang="en-IN">
                      <a:noFill/>
                    </a:rPr>
                    <a:t> </a:t>
                  </a:r>
                </a:p>
              </p:txBody>
            </p:sp>
          </mc:Fallback>
        </mc:AlternateContent>
        <p:cxnSp>
          <p:nvCxnSpPr>
            <p:cNvPr id="43" name="Straight Arrow Connector 42">
              <a:extLst>
                <a:ext uri="{FF2B5EF4-FFF2-40B4-BE49-F238E27FC236}">
                  <a16:creationId xmlns:a16="http://schemas.microsoft.com/office/drawing/2014/main" id="{D6BB422B-8C03-4187-947F-FBB79710A4FF}"/>
                </a:ext>
              </a:extLst>
            </p:cNvPr>
            <p:cNvCxnSpPr/>
            <p:nvPr/>
          </p:nvCxnSpPr>
          <p:spPr>
            <a:xfrm flipH="1">
              <a:off x="3963029" y="2996665"/>
              <a:ext cx="5970" cy="3963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E607A008-27C5-4560-AF64-03F64AEDDB68}"/>
                </a:ext>
              </a:extLst>
            </p:cNvPr>
            <p:cNvCxnSpPr/>
            <p:nvPr/>
          </p:nvCxnSpPr>
          <p:spPr>
            <a:xfrm flipV="1">
              <a:off x="4016772" y="6698598"/>
              <a:ext cx="0" cy="3559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B0126C5F-F587-497E-A018-76039ABB089E}"/>
                    </a:ext>
                  </a:extLst>
                </p:cNvPr>
                <p:cNvSpPr txBox="1"/>
                <p:nvPr/>
              </p:nvSpPr>
              <p:spPr>
                <a:xfrm>
                  <a:off x="1000142" y="7033910"/>
                  <a:ext cx="3027175" cy="308674"/>
                </a:xfrm>
                <a:prstGeom prst="rect">
                  <a:avLst/>
                </a:prstGeom>
                <a:noFill/>
                <a:ln>
                  <a:solidFill>
                    <a:schemeClr val="tx1"/>
                  </a:solidFill>
                </a:ln>
              </p:spPr>
              <p:txBody>
                <a:bodyPr wrap="none" lIns="0" tIns="0" rIns="0" bIns="0" rtlCol="0">
                  <a:spAutoFit/>
                </a:bodyPr>
                <a:lstStyle/>
                <a:p>
                  <a:r>
                    <a:rPr lang="en-US" dirty="0"/>
                    <a:t>1</a:t>
                  </a:r>
                  <a:r>
                    <a:rPr lang="en-US" dirty="0">
                      <a:ea typeface="Cambria Math" panose="02040503050406030204" pitchFamily="18" charset="0"/>
                    </a:rPr>
                    <a:t> </a:t>
                  </a:r>
                  <a14:m>
                    <m:oMath xmlns:m="http://schemas.openxmlformats.org/officeDocument/2006/math">
                      <m:r>
                        <a:rPr lang="en-US" i="1">
                          <a:latin typeface="Cambria Math" panose="02040503050406030204" pitchFamily="18" charset="0"/>
                          <a:ea typeface="Cambria Math" panose="02040503050406030204" pitchFamily="18" charset="0"/>
                        </a:rPr>
                        <m:t>∙ </m:t>
                      </m:r>
                      <m:d>
                        <m:dPr>
                          <m:ctrlPr>
                            <a:rPr lang="en-US" i="1" smtClean="0">
                              <a:latin typeface="Cambria Math" panose="02040503050406030204" pitchFamily="18" charset="0"/>
                            </a:rPr>
                          </m:ctrlPr>
                        </m:dPr>
                        <m:e>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1</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m:t>
                          </m:r>
                        </m:e>
                      </m:d>
                      <m:r>
                        <a:rPr lang="en-US" b="0" i="1" smtClean="0">
                          <a:latin typeface="Cambria Math" panose="02040503050406030204" pitchFamily="18" charset="0"/>
                          <a:ea typeface="Cambria Math" panose="02040503050406030204" pitchFamily="18" charset="0"/>
                        </a:rPr>
                        <m:t>∙1+0</m:t>
                      </m:r>
                      <m:r>
                        <a:rPr lang="en-US" b="0" i="1" smtClean="0">
                          <a:latin typeface="Cambria Math" panose="02040503050406030204" pitchFamily="18" charset="0"/>
                        </a:rPr>
                        <m:t>=</m:t>
                      </m:r>
                    </m:oMath>
                  </a14:m>
                  <a:r>
                    <a:rPr lang="en-US" dirty="0"/>
                    <a:t>-2</a:t>
                  </a:r>
                </a:p>
              </p:txBody>
            </p:sp>
          </mc:Choice>
          <mc:Fallback xmlns="">
            <p:sp>
              <p:nvSpPr>
                <p:cNvPr id="45" name="TextBox 44">
                  <a:extLst>
                    <a:ext uri="{FF2B5EF4-FFF2-40B4-BE49-F238E27FC236}">
                      <a16:creationId xmlns:a16="http://schemas.microsoft.com/office/drawing/2014/main" id="{B0126C5F-F587-497E-A018-76039ABB089E}"/>
                    </a:ext>
                  </a:extLst>
                </p:cNvPr>
                <p:cNvSpPr txBox="1">
                  <a:spLocks noRot="1" noChangeAspect="1" noMove="1" noResize="1" noEditPoints="1" noAdjustHandles="1" noChangeArrowheads="1" noChangeShapeType="1" noTextEdit="1"/>
                </p:cNvSpPr>
                <p:nvPr/>
              </p:nvSpPr>
              <p:spPr>
                <a:xfrm>
                  <a:off x="1000142" y="7033910"/>
                  <a:ext cx="3027175" cy="308674"/>
                </a:xfrm>
                <a:prstGeom prst="rect">
                  <a:avLst/>
                </a:prstGeom>
                <a:blipFill>
                  <a:blip r:embed="rId17"/>
                  <a:stretch>
                    <a:fillRect l="-4409" t="-22642" b="-32075"/>
                  </a:stretch>
                </a:blipFill>
                <a:ln>
                  <a:solidFill>
                    <a:schemeClr val="tx1"/>
                  </a:solidFill>
                </a:ln>
              </p:spPr>
              <p:txBody>
                <a:bodyPr/>
                <a:lstStyle/>
                <a:p>
                  <a:r>
                    <a:rPr lang="en-IN">
                      <a:noFill/>
                    </a:rPr>
                    <a:t> </a:t>
                  </a:r>
                </a:p>
              </p:txBody>
            </p:sp>
          </mc:Fallback>
        </mc:AlternateContent>
      </p:grpSp>
    </p:spTree>
    <p:extLst>
      <p:ext uri="{BB962C8B-B14F-4D97-AF65-F5344CB8AC3E}">
        <p14:creationId xmlns:p14="http://schemas.microsoft.com/office/powerpoint/2010/main" val="25067166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D92EB-1A66-429D-997F-866CE18119E5}"/>
              </a:ext>
            </a:extLst>
          </p:cNvPr>
          <p:cNvSpPr>
            <a:spLocks noGrp="1"/>
          </p:cNvSpPr>
          <p:nvPr>
            <p:ph type="title"/>
          </p:nvPr>
        </p:nvSpPr>
        <p:spPr/>
        <p:txBody>
          <a:bodyPr/>
          <a:lstStyle/>
          <a:p>
            <a:r>
              <a:rPr lang="en-IN" dirty="0"/>
              <a:t>Simple Example Continued</a:t>
            </a:r>
          </a:p>
        </p:txBody>
      </p:sp>
      <p:grpSp>
        <p:nvGrpSpPr>
          <p:cNvPr id="157" name="Group 156">
            <a:extLst>
              <a:ext uri="{FF2B5EF4-FFF2-40B4-BE49-F238E27FC236}">
                <a16:creationId xmlns:a16="http://schemas.microsoft.com/office/drawing/2014/main" id="{3A3AB54E-8319-447B-9A7A-CA0A3AA3BADC}"/>
              </a:ext>
            </a:extLst>
          </p:cNvPr>
          <p:cNvGrpSpPr/>
          <p:nvPr/>
        </p:nvGrpSpPr>
        <p:grpSpPr>
          <a:xfrm>
            <a:off x="1870938" y="2086947"/>
            <a:ext cx="7684556" cy="4138672"/>
            <a:chOff x="1089060" y="3094112"/>
            <a:chExt cx="7684556" cy="4138672"/>
          </a:xfrm>
        </p:grpSpPr>
        <p:cxnSp>
          <p:nvCxnSpPr>
            <p:cNvPr id="75" name="直線單箭頭接點 12">
              <a:extLst>
                <a:ext uri="{FF2B5EF4-FFF2-40B4-BE49-F238E27FC236}">
                  <a16:creationId xmlns:a16="http://schemas.microsoft.com/office/drawing/2014/main" id="{E05BFC72-97F5-4C5A-B382-937C98253B02}"/>
                </a:ext>
              </a:extLst>
            </p:cNvPr>
            <p:cNvCxnSpPr/>
            <p:nvPr/>
          </p:nvCxnSpPr>
          <p:spPr>
            <a:xfrm>
              <a:off x="8055344" y="5258966"/>
              <a:ext cx="65565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6" name="直線單箭頭接點 14">
              <a:extLst>
                <a:ext uri="{FF2B5EF4-FFF2-40B4-BE49-F238E27FC236}">
                  <a16:creationId xmlns:a16="http://schemas.microsoft.com/office/drawing/2014/main" id="{D39A7994-82F0-4B8F-8589-BCE0A287AE36}"/>
                </a:ext>
              </a:extLst>
            </p:cNvPr>
            <p:cNvCxnSpPr/>
            <p:nvPr/>
          </p:nvCxnSpPr>
          <p:spPr>
            <a:xfrm>
              <a:off x="8055344" y="3599370"/>
              <a:ext cx="64900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7" name="橢圓 19">
              <a:extLst>
                <a:ext uri="{FF2B5EF4-FFF2-40B4-BE49-F238E27FC236}">
                  <a16:creationId xmlns:a16="http://schemas.microsoft.com/office/drawing/2014/main" id="{2AB562A5-2E2C-4CDF-968C-5D5AB0197B5A}"/>
                </a:ext>
              </a:extLst>
            </p:cNvPr>
            <p:cNvSpPr/>
            <p:nvPr/>
          </p:nvSpPr>
          <p:spPr>
            <a:xfrm>
              <a:off x="3158987" y="3388498"/>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78" name="橢圓 20">
              <a:extLst>
                <a:ext uri="{FF2B5EF4-FFF2-40B4-BE49-F238E27FC236}">
                  <a16:creationId xmlns:a16="http://schemas.microsoft.com/office/drawing/2014/main" id="{F3F18E33-3EDB-40AF-9845-216DDD9472F3}"/>
                </a:ext>
              </a:extLst>
            </p:cNvPr>
            <p:cNvSpPr/>
            <p:nvPr/>
          </p:nvSpPr>
          <p:spPr>
            <a:xfrm>
              <a:off x="3147704" y="4936193"/>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79" name="橢圓 26">
              <a:extLst>
                <a:ext uri="{FF2B5EF4-FFF2-40B4-BE49-F238E27FC236}">
                  <a16:creationId xmlns:a16="http://schemas.microsoft.com/office/drawing/2014/main" id="{24BDC3EC-46A8-47BD-9600-A31877C0D428}"/>
                </a:ext>
              </a:extLst>
            </p:cNvPr>
            <p:cNvSpPr/>
            <p:nvPr/>
          </p:nvSpPr>
          <p:spPr>
            <a:xfrm>
              <a:off x="5362409" y="3357800"/>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80" name="橢圓 27">
              <a:extLst>
                <a:ext uri="{FF2B5EF4-FFF2-40B4-BE49-F238E27FC236}">
                  <a16:creationId xmlns:a16="http://schemas.microsoft.com/office/drawing/2014/main" id="{99D8CB77-EC6D-4B41-9D4F-461BF37A41B3}"/>
                </a:ext>
              </a:extLst>
            </p:cNvPr>
            <p:cNvSpPr/>
            <p:nvPr/>
          </p:nvSpPr>
          <p:spPr>
            <a:xfrm>
              <a:off x="5381331" y="4930476"/>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81" name="橢圓 30">
              <a:extLst>
                <a:ext uri="{FF2B5EF4-FFF2-40B4-BE49-F238E27FC236}">
                  <a16:creationId xmlns:a16="http://schemas.microsoft.com/office/drawing/2014/main" id="{A8EE4FDC-BE93-4CF1-907B-AB354DEBF98F}"/>
                </a:ext>
              </a:extLst>
            </p:cNvPr>
            <p:cNvSpPr/>
            <p:nvPr/>
          </p:nvSpPr>
          <p:spPr>
            <a:xfrm>
              <a:off x="7516102" y="3330569"/>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82" name="橢圓 31">
              <a:extLst>
                <a:ext uri="{FF2B5EF4-FFF2-40B4-BE49-F238E27FC236}">
                  <a16:creationId xmlns:a16="http://schemas.microsoft.com/office/drawing/2014/main" id="{87807D48-9423-4D4B-B5EB-AE5FDDAA9F6A}"/>
                </a:ext>
              </a:extLst>
            </p:cNvPr>
            <p:cNvSpPr/>
            <p:nvPr/>
          </p:nvSpPr>
          <p:spPr>
            <a:xfrm>
              <a:off x="7557792" y="4930476"/>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grpSp>
          <p:nvGrpSpPr>
            <p:cNvPr id="83" name="群組 83">
              <a:extLst>
                <a:ext uri="{FF2B5EF4-FFF2-40B4-BE49-F238E27FC236}">
                  <a16:creationId xmlns:a16="http://schemas.microsoft.com/office/drawing/2014/main" id="{49DDDEFB-E037-4238-A2D7-FFF55E15EEBE}"/>
                </a:ext>
              </a:extLst>
            </p:cNvPr>
            <p:cNvGrpSpPr/>
            <p:nvPr/>
          </p:nvGrpSpPr>
          <p:grpSpPr>
            <a:xfrm>
              <a:off x="1542782" y="3664726"/>
              <a:ext cx="1588876" cy="1638300"/>
              <a:chOff x="1013669" y="3459098"/>
              <a:chExt cx="1588876" cy="1638300"/>
            </a:xfrm>
          </p:grpSpPr>
          <p:cxnSp>
            <p:nvCxnSpPr>
              <p:cNvPr id="84" name="直線單箭頭接點 49">
                <a:extLst>
                  <a:ext uri="{FF2B5EF4-FFF2-40B4-BE49-F238E27FC236}">
                    <a16:creationId xmlns:a16="http://schemas.microsoft.com/office/drawing/2014/main" id="{84D75421-A967-4897-BB80-ACFF4EA51A06}"/>
                  </a:ext>
                </a:extLst>
              </p:cNvPr>
              <p:cNvCxnSpPr/>
              <p:nvPr/>
            </p:nvCxnSpPr>
            <p:spPr>
              <a:xfrm flipV="1">
                <a:off x="1013669" y="3507292"/>
                <a:ext cx="1574937" cy="158516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85" name="群組 82">
                <a:extLst>
                  <a:ext uri="{FF2B5EF4-FFF2-40B4-BE49-F238E27FC236}">
                    <a16:creationId xmlns:a16="http://schemas.microsoft.com/office/drawing/2014/main" id="{FF837FDE-27D6-441E-9A0A-6138C1630E6D}"/>
                  </a:ext>
                </a:extLst>
              </p:cNvPr>
              <p:cNvGrpSpPr/>
              <p:nvPr/>
            </p:nvGrpSpPr>
            <p:grpSpPr>
              <a:xfrm>
                <a:off x="1025705" y="3459098"/>
                <a:ext cx="1576840" cy="1638300"/>
                <a:chOff x="1025705" y="3459098"/>
                <a:chExt cx="1576840" cy="1638300"/>
              </a:xfrm>
            </p:grpSpPr>
            <p:cxnSp>
              <p:nvCxnSpPr>
                <p:cNvPr id="86" name="直線單箭頭接點 47">
                  <a:extLst>
                    <a:ext uri="{FF2B5EF4-FFF2-40B4-BE49-F238E27FC236}">
                      <a16:creationId xmlns:a16="http://schemas.microsoft.com/office/drawing/2014/main" id="{9423418C-2E00-46B4-A942-0774D052FEDE}"/>
                    </a:ext>
                  </a:extLst>
                </p:cNvPr>
                <p:cNvCxnSpPr/>
                <p:nvPr/>
              </p:nvCxnSpPr>
              <p:spPr>
                <a:xfrm>
                  <a:off x="1048081" y="3459098"/>
                  <a:ext cx="1548874" cy="160892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直線單箭頭接點 50">
                  <a:extLst>
                    <a:ext uri="{FF2B5EF4-FFF2-40B4-BE49-F238E27FC236}">
                      <a16:creationId xmlns:a16="http://schemas.microsoft.com/office/drawing/2014/main" id="{75DB525B-3440-4A25-9C6A-02CFBBE689DB}"/>
                    </a:ext>
                  </a:extLst>
                </p:cNvPr>
                <p:cNvCxnSpPr/>
                <p:nvPr/>
              </p:nvCxnSpPr>
              <p:spPr>
                <a:xfrm flipV="1">
                  <a:off x="1025705" y="50973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8" name="直線單箭頭接點 79">
                  <a:extLst>
                    <a:ext uri="{FF2B5EF4-FFF2-40B4-BE49-F238E27FC236}">
                      <a16:creationId xmlns:a16="http://schemas.microsoft.com/office/drawing/2014/main" id="{1343E737-90DC-41D1-8495-5FF358941F8C}"/>
                    </a:ext>
                  </a:extLst>
                </p:cNvPr>
                <p:cNvCxnSpPr/>
                <p:nvPr/>
              </p:nvCxnSpPr>
              <p:spPr>
                <a:xfrm flipV="1">
                  <a:off x="1025705" y="34590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89" name="群組 84">
              <a:extLst>
                <a:ext uri="{FF2B5EF4-FFF2-40B4-BE49-F238E27FC236}">
                  <a16:creationId xmlns:a16="http://schemas.microsoft.com/office/drawing/2014/main" id="{6754DF7B-537A-44A5-8A65-921D5EB64B91}"/>
                </a:ext>
              </a:extLst>
            </p:cNvPr>
            <p:cNvGrpSpPr/>
            <p:nvPr/>
          </p:nvGrpSpPr>
          <p:grpSpPr>
            <a:xfrm>
              <a:off x="3761089" y="3650039"/>
              <a:ext cx="1588876" cy="1638300"/>
              <a:chOff x="1013669" y="3459098"/>
              <a:chExt cx="1588876" cy="1638300"/>
            </a:xfrm>
          </p:grpSpPr>
          <p:cxnSp>
            <p:nvCxnSpPr>
              <p:cNvPr id="90" name="直線單箭頭接點 85">
                <a:extLst>
                  <a:ext uri="{FF2B5EF4-FFF2-40B4-BE49-F238E27FC236}">
                    <a16:creationId xmlns:a16="http://schemas.microsoft.com/office/drawing/2014/main" id="{F92360D3-E70C-461F-BA0A-66EB0E996680}"/>
                  </a:ext>
                </a:extLst>
              </p:cNvPr>
              <p:cNvCxnSpPr/>
              <p:nvPr/>
            </p:nvCxnSpPr>
            <p:spPr>
              <a:xfrm flipV="1">
                <a:off x="1013669" y="3507292"/>
                <a:ext cx="1574937" cy="158516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91" name="群組 86">
                <a:extLst>
                  <a:ext uri="{FF2B5EF4-FFF2-40B4-BE49-F238E27FC236}">
                    <a16:creationId xmlns:a16="http://schemas.microsoft.com/office/drawing/2014/main" id="{8A083EBE-F168-4A97-B3DE-9280404601B0}"/>
                  </a:ext>
                </a:extLst>
              </p:cNvPr>
              <p:cNvGrpSpPr/>
              <p:nvPr/>
            </p:nvGrpSpPr>
            <p:grpSpPr>
              <a:xfrm>
                <a:off x="1025705" y="3459098"/>
                <a:ext cx="1576840" cy="1638300"/>
                <a:chOff x="1025705" y="3459098"/>
                <a:chExt cx="1576840" cy="1638300"/>
              </a:xfrm>
            </p:grpSpPr>
            <p:cxnSp>
              <p:nvCxnSpPr>
                <p:cNvPr id="92" name="直線單箭頭接點 87">
                  <a:extLst>
                    <a:ext uri="{FF2B5EF4-FFF2-40B4-BE49-F238E27FC236}">
                      <a16:creationId xmlns:a16="http://schemas.microsoft.com/office/drawing/2014/main" id="{F12872AE-8576-4418-9698-4EE63F342489}"/>
                    </a:ext>
                  </a:extLst>
                </p:cNvPr>
                <p:cNvCxnSpPr/>
                <p:nvPr/>
              </p:nvCxnSpPr>
              <p:spPr>
                <a:xfrm>
                  <a:off x="1048081" y="3459098"/>
                  <a:ext cx="1548874" cy="160892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3" name="直線單箭頭接點 88">
                  <a:extLst>
                    <a:ext uri="{FF2B5EF4-FFF2-40B4-BE49-F238E27FC236}">
                      <a16:creationId xmlns:a16="http://schemas.microsoft.com/office/drawing/2014/main" id="{E0B54EA0-DB53-447D-A5C4-6CD0335D0143}"/>
                    </a:ext>
                  </a:extLst>
                </p:cNvPr>
                <p:cNvCxnSpPr/>
                <p:nvPr/>
              </p:nvCxnSpPr>
              <p:spPr>
                <a:xfrm flipV="1">
                  <a:off x="1025705" y="50973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4" name="直線單箭頭接點 89">
                  <a:extLst>
                    <a:ext uri="{FF2B5EF4-FFF2-40B4-BE49-F238E27FC236}">
                      <a16:creationId xmlns:a16="http://schemas.microsoft.com/office/drawing/2014/main" id="{8B70D879-11AF-4388-B716-C0986A5BAC45}"/>
                    </a:ext>
                  </a:extLst>
                </p:cNvPr>
                <p:cNvCxnSpPr/>
                <p:nvPr/>
              </p:nvCxnSpPr>
              <p:spPr>
                <a:xfrm flipV="1">
                  <a:off x="1025705" y="34590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grpSp>
          <p:nvGrpSpPr>
            <p:cNvPr id="95" name="群組 90">
              <a:extLst>
                <a:ext uri="{FF2B5EF4-FFF2-40B4-BE49-F238E27FC236}">
                  <a16:creationId xmlns:a16="http://schemas.microsoft.com/office/drawing/2014/main" id="{79CA3750-07DB-45E8-8BE8-B583E12B6F35}"/>
                </a:ext>
              </a:extLst>
            </p:cNvPr>
            <p:cNvGrpSpPr/>
            <p:nvPr/>
          </p:nvGrpSpPr>
          <p:grpSpPr>
            <a:xfrm>
              <a:off x="5961027" y="3630121"/>
              <a:ext cx="1588876" cy="1638300"/>
              <a:chOff x="1013669" y="3459098"/>
              <a:chExt cx="1588876" cy="1638300"/>
            </a:xfrm>
          </p:grpSpPr>
          <p:cxnSp>
            <p:nvCxnSpPr>
              <p:cNvPr id="96" name="直線單箭頭接點 91">
                <a:extLst>
                  <a:ext uri="{FF2B5EF4-FFF2-40B4-BE49-F238E27FC236}">
                    <a16:creationId xmlns:a16="http://schemas.microsoft.com/office/drawing/2014/main" id="{6F6D5520-0282-4ED6-813B-ADB0511E65D5}"/>
                  </a:ext>
                </a:extLst>
              </p:cNvPr>
              <p:cNvCxnSpPr/>
              <p:nvPr/>
            </p:nvCxnSpPr>
            <p:spPr>
              <a:xfrm flipV="1">
                <a:off x="1013669" y="3507292"/>
                <a:ext cx="1574937" cy="158516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97" name="群組 92">
                <a:extLst>
                  <a:ext uri="{FF2B5EF4-FFF2-40B4-BE49-F238E27FC236}">
                    <a16:creationId xmlns:a16="http://schemas.microsoft.com/office/drawing/2014/main" id="{3A0C891C-28B3-4558-95AF-C48377250C94}"/>
                  </a:ext>
                </a:extLst>
              </p:cNvPr>
              <p:cNvGrpSpPr/>
              <p:nvPr/>
            </p:nvGrpSpPr>
            <p:grpSpPr>
              <a:xfrm>
                <a:off x="1025705" y="3459098"/>
                <a:ext cx="1576840" cy="1638300"/>
                <a:chOff x="1025705" y="3459098"/>
                <a:chExt cx="1576840" cy="1638300"/>
              </a:xfrm>
            </p:grpSpPr>
            <p:cxnSp>
              <p:nvCxnSpPr>
                <p:cNvPr id="98" name="直線單箭頭接點 93">
                  <a:extLst>
                    <a:ext uri="{FF2B5EF4-FFF2-40B4-BE49-F238E27FC236}">
                      <a16:creationId xmlns:a16="http://schemas.microsoft.com/office/drawing/2014/main" id="{1B1E5320-CAD1-4505-A660-7236B039F1AE}"/>
                    </a:ext>
                  </a:extLst>
                </p:cNvPr>
                <p:cNvCxnSpPr/>
                <p:nvPr/>
              </p:nvCxnSpPr>
              <p:spPr>
                <a:xfrm>
                  <a:off x="1048081" y="3459098"/>
                  <a:ext cx="1548874" cy="160892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9" name="直線單箭頭接點 94">
                  <a:extLst>
                    <a:ext uri="{FF2B5EF4-FFF2-40B4-BE49-F238E27FC236}">
                      <a16:creationId xmlns:a16="http://schemas.microsoft.com/office/drawing/2014/main" id="{F84BF675-E9FD-40E3-BCE9-4223D52B00A9}"/>
                    </a:ext>
                  </a:extLst>
                </p:cNvPr>
                <p:cNvCxnSpPr/>
                <p:nvPr/>
              </p:nvCxnSpPr>
              <p:spPr>
                <a:xfrm flipV="1">
                  <a:off x="1025705" y="50973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直線單箭頭接點 95">
                  <a:extLst>
                    <a:ext uri="{FF2B5EF4-FFF2-40B4-BE49-F238E27FC236}">
                      <a16:creationId xmlns:a16="http://schemas.microsoft.com/office/drawing/2014/main" id="{845AD941-BBBB-4C11-924A-47BCC9BB565E}"/>
                    </a:ext>
                  </a:extLst>
                </p:cNvPr>
                <p:cNvCxnSpPr/>
                <p:nvPr/>
              </p:nvCxnSpPr>
              <p:spPr>
                <a:xfrm flipV="1">
                  <a:off x="1025705" y="34590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sp>
          <p:nvSpPr>
            <p:cNvPr id="101" name="手繪多邊形 103">
              <a:extLst>
                <a:ext uri="{FF2B5EF4-FFF2-40B4-BE49-F238E27FC236}">
                  <a16:creationId xmlns:a16="http://schemas.microsoft.com/office/drawing/2014/main" id="{4F096EE6-247D-4906-89F6-78E2D8ED05BF}"/>
                </a:ext>
              </a:extLst>
            </p:cNvPr>
            <p:cNvSpPr/>
            <p:nvPr/>
          </p:nvSpPr>
          <p:spPr>
            <a:xfrm>
              <a:off x="3214020" y="5062006"/>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2" name="手繪多邊形 105">
              <a:extLst>
                <a:ext uri="{FF2B5EF4-FFF2-40B4-BE49-F238E27FC236}">
                  <a16:creationId xmlns:a16="http://schemas.microsoft.com/office/drawing/2014/main" id="{92696D84-C572-4960-BC64-168189502CCA}"/>
                </a:ext>
              </a:extLst>
            </p:cNvPr>
            <p:cNvSpPr/>
            <p:nvPr/>
          </p:nvSpPr>
          <p:spPr>
            <a:xfrm>
              <a:off x="3195410" y="3472565"/>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3" name="手繪多邊形 106">
              <a:extLst>
                <a:ext uri="{FF2B5EF4-FFF2-40B4-BE49-F238E27FC236}">
                  <a16:creationId xmlns:a16="http://schemas.microsoft.com/office/drawing/2014/main" id="{7D7F25C0-25F9-4268-B97A-834A14720237}"/>
                </a:ext>
              </a:extLst>
            </p:cNvPr>
            <p:cNvSpPr/>
            <p:nvPr/>
          </p:nvSpPr>
          <p:spPr>
            <a:xfrm>
              <a:off x="5424332" y="3483748"/>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4" name="手繪多邊形 107">
              <a:extLst>
                <a:ext uri="{FF2B5EF4-FFF2-40B4-BE49-F238E27FC236}">
                  <a16:creationId xmlns:a16="http://schemas.microsoft.com/office/drawing/2014/main" id="{18524B4A-2130-4706-B70F-15F7AD25791B}"/>
                </a:ext>
              </a:extLst>
            </p:cNvPr>
            <p:cNvSpPr/>
            <p:nvPr/>
          </p:nvSpPr>
          <p:spPr>
            <a:xfrm>
              <a:off x="5440676" y="5007077"/>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5" name="手繪多邊形 108">
              <a:extLst>
                <a:ext uri="{FF2B5EF4-FFF2-40B4-BE49-F238E27FC236}">
                  <a16:creationId xmlns:a16="http://schemas.microsoft.com/office/drawing/2014/main" id="{1FF69C6B-8DBF-495C-A064-A79271FDB798}"/>
                </a:ext>
              </a:extLst>
            </p:cNvPr>
            <p:cNvSpPr/>
            <p:nvPr/>
          </p:nvSpPr>
          <p:spPr>
            <a:xfrm>
              <a:off x="7573273" y="3422328"/>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6" name="手繪多邊形 109">
              <a:extLst>
                <a:ext uri="{FF2B5EF4-FFF2-40B4-BE49-F238E27FC236}">
                  <a16:creationId xmlns:a16="http://schemas.microsoft.com/office/drawing/2014/main" id="{8C4C938E-D3E5-4467-8799-A86C50C38FE6}"/>
                </a:ext>
              </a:extLst>
            </p:cNvPr>
            <p:cNvSpPr/>
            <p:nvPr/>
          </p:nvSpPr>
          <p:spPr>
            <a:xfrm>
              <a:off x="7620360" y="5040512"/>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7" name="文字方塊 112">
              <a:extLst>
                <a:ext uri="{FF2B5EF4-FFF2-40B4-BE49-F238E27FC236}">
                  <a16:creationId xmlns:a16="http://schemas.microsoft.com/office/drawing/2014/main" id="{438310A6-95B4-4A9F-B502-3DA9A9E97F8D}"/>
                </a:ext>
              </a:extLst>
            </p:cNvPr>
            <p:cNvSpPr txBox="1"/>
            <p:nvPr/>
          </p:nvSpPr>
          <p:spPr>
            <a:xfrm>
              <a:off x="2141712" y="3185364"/>
              <a:ext cx="342900" cy="461665"/>
            </a:xfrm>
            <a:prstGeom prst="rect">
              <a:avLst/>
            </a:prstGeom>
            <a:noFill/>
          </p:spPr>
          <p:txBody>
            <a:bodyPr wrap="square" rtlCol="0">
              <a:spAutoFit/>
            </a:bodyPr>
            <a:lstStyle/>
            <a:p>
              <a:pPr algn="ctr"/>
              <a:r>
                <a:rPr lang="en-US" altLang="zh-TW" sz="2400" dirty="0"/>
                <a:t>1</a:t>
              </a:r>
              <a:endParaRPr lang="zh-TW" altLang="en-US" sz="2400" dirty="0"/>
            </a:p>
          </p:txBody>
        </p:sp>
        <p:sp>
          <p:nvSpPr>
            <p:cNvPr id="108" name="文字方塊 113">
              <a:extLst>
                <a:ext uri="{FF2B5EF4-FFF2-40B4-BE49-F238E27FC236}">
                  <a16:creationId xmlns:a16="http://schemas.microsoft.com/office/drawing/2014/main" id="{82E3E063-A5DC-45B6-8819-763217F20139}"/>
                </a:ext>
              </a:extLst>
            </p:cNvPr>
            <p:cNvSpPr txBox="1"/>
            <p:nvPr/>
          </p:nvSpPr>
          <p:spPr>
            <a:xfrm>
              <a:off x="2308803" y="3773681"/>
              <a:ext cx="441679" cy="461665"/>
            </a:xfrm>
            <a:prstGeom prst="rect">
              <a:avLst/>
            </a:prstGeom>
            <a:noFill/>
          </p:spPr>
          <p:txBody>
            <a:bodyPr wrap="square" rtlCol="0">
              <a:spAutoFit/>
            </a:bodyPr>
            <a:lstStyle/>
            <a:p>
              <a:pPr algn="ctr"/>
              <a:r>
                <a:rPr lang="en-US" altLang="zh-TW" sz="2400" dirty="0"/>
                <a:t>-2</a:t>
              </a:r>
              <a:endParaRPr lang="zh-TW" altLang="en-US" sz="2400" dirty="0"/>
            </a:p>
          </p:txBody>
        </p:sp>
        <p:sp>
          <p:nvSpPr>
            <p:cNvPr id="109" name="文字方塊 114">
              <a:extLst>
                <a:ext uri="{FF2B5EF4-FFF2-40B4-BE49-F238E27FC236}">
                  <a16:creationId xmlns:a16="http://schemas.microsoft.com/office/drawing/2014/main" id="{EDE187C8-A8E9-4C55-99C6-1879608265F1}"/>
                </a:ext>
              </a:extLst>
            </p:cNvPr>
            <p:cNvSpPr txBox="1"/>
            <p:nvPr/>
          </p:nvSpPr>
          <p:spPr>
            <a:xfrm>
              <a:off x="2006507" y="5290811"/>
              <a:ext cx="715437" cy="461665"/>
            </a:xfrm>
            <a:prstGeom prst="rect">
              <a:avLst/>
            </a:prstGeom>
            <a:noFill/>
          </p:spPr>
          <p:txBody>
            <a:bodyPr wrap="square" rtlCol="0">
              <a:spAutoFit/>
            </a:bodyPr>
            <a:lstStyle/>
            <a:p>
              <a:pPr algn="ctr"/>
              <a:r>
                <a:rPr lang="en-US" altLang="zh-TW" sz="2400" dirty="0"/>
                <a:t>1</a:t>
              </a:r>
              <a:endParaRPr lang="zh-TW" altLang="en-US" sz="2400" dirty="0"/>
            </a:p>
          </p:txBody>
        </p:sp>
        <p:sp>
          <p:nvSpPr>
            <p:cNvPr id="110" name="文字方塊 115">
              <a:extLst>
                <a:ext uri="{FF2B5EF4-FFF2-40B4-BE49-F238E27FC236}">
                  <a16:creationId xmlns:a16="http://schemas.microsoft.com/office/drawing/2014/main" id="{C5B61117-894A-4C25-89C6-76CD224624C8}"/>
                </a:ext>
              </a:extLst>
            </p:cNvPr>
            <p:cNvSpPr txBox="1"/>
            <p:nvPr/>
          </p:nvSpPr>
          <p:spPr>
            <a:xfrm>
              <a:off x="2158786" y="4720499"/>
              <a:ext cx="715437" cy="461665"/>
            </a:xfrm>
            <a:prstGeom prst="rect">
              <a:avLst/>
            </a:prstGeom>
            <a:noFill/>
          </p:spPr>
          <p:txBody>
            <a:bodyPr wrap="square" rtlCol="0">
              <a:spAutoFit/>
            </a:bodyPr>
            <a:lstStyle/>
            <a:p>
              <a:pPr algn="ctr"/>
              <a:r>
                <a:rPr lang="en-US" altLang="zh-TW" sz="2400" dirty="0"/>
                <a:t>-1</a:t>
              </a:r>
              <a:endParaRPr lang="zh-TW" altLang="en-US" sz="2400" dirty="0"/>
            </a:p>
          </p:txBody>
        </p:sp>
        <p:grpSp>
          <p:nvGrpSpPr>
            <p:cNvPr id="111" name="群組 122">
              <a:extLst>
                <a:ext uri="{FF2B5EF4-FFF2-40B4-BE49-F238E27FC236}">
                  <a16:creationId xmlns:a16="http://schemas.microsoft.com/office/drawing/2014/main" id="{301C4A0D-422E-47A1-97D9-8DB83A662832}"/>
                </a:ext>
              </a:extLst>
            </p:cNvPr>
            <p:cNvGrpSpPr/>
            <p:nvPr/>
          </p:nvGrpSpPr>
          <p:grpSpPr>
            <a:xfrm>
              <a:off x="2905034" y="3766534"/>
              <a:ext cx="458287" cy="838405"/>
              <a:chOff x="10102194" y="1939763"/>
              <a:chExt cx="458287" cy="838405"/>
            </a:xfrm>
          </p:grpSpPr>
          <p:sp>
            <p:nvSpPr>
              <p:cNvPr id="112" name="矩形 116">
                <a:extLst>
                  <a:ext uri="{FF2B5EF4-FFF2-40B4-BE49-F238E27FC236}">
                    <a16:creationId xmlns:a16="http://schemas.microsoft.com/office/drawing/2014/main" id="{E5CD5B51-C1D3-4ED4-9711-5AFB3CDFC599}"/>
                  </a:ext>
                </a:extLst>
              </p:cNvPr>
              <p:cNvSpPr/>
              <p:nvPr/>
            </p:nvSpPr>
            <p:spPr>
              <a:xfrm>
                <a:off x="10102194" y="2322963"/>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113" name="直線單箭頭接點 118">
                <a:extLst>
                  <a:ext uri="{FF2B5EF4-FFF2-40B4-BE49-F238E27FC236}">
                    <a16:creationId xmlns:a16="http://schemas.microsoft.com/office/drawing/2014/main" id="{C8775B31-E0AB-422A-AE3A-D271DF507002}"/>
                  </a:ext>
                </a:extLst>
              </p:cNvPr>
              <p:cNvCxnSpPr/>
              <p:nvPr/>
            </p:nvCxnSpPr>
            <p:spPr>
              <a:xfrm flipV="1">
                <a:off x="10329096" y="1939763"/>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4" name="文字方塊 119">
                <a:extLst>
                  <a:ext uri="{FF2B5EF4-FFF2-40B4-BE49-F238E27FC236}">
                    <a16:creationId xmlns:a16="http://schemas.microsoft.com/office/drawing/2014/main" id="{F256DE09-9886-453D-8028-C4F6E3D29515}"/>
                  </a:ext>
                </a:extLst>
              </p:cNvPr>
              <p:cNvSpPr txBox="1"/>
              <p:nvPr/>
            </p:nvSpPr>
            <p:spPr>
              <a:xfrm>
                <a:off x="10118802" y="2316503"/>
                <a:ext cx="441679" cy="461665"/>
              </a:xfrm>
              <a:prstGeom prst="rect">
                <a:avLst/>
              </a:prstGeom>
              <a:noFill/>
            </p:spPr>
            <p:txBody>
              <a:bodyPr wrap="square" rtlCol="0">
                <a:spAutoFit/>
              </a:bodyPr>
              <a:lstStyle/>
              <a:p>
                <a:pPr algn="ctr"/>
                <a:r>
                  <a:rPr lang="en-US" altLang="zh-TW" sz="2400" dirty="0"/>
                  <a:t>1</a:t>
                </a:r>
                <a:endParaRPr lang="zh-TW" altLang="en-US" sz="2400" dirty="0"/>
              </a:p>
            </p:txBody>
          </p:sp>
        </p:grpSp>
        <p:grpSp>
          <p:nvGrpSpPr>
            <p:cNvPr id="115" name="群組 130">
              <a:extLst>
                <a:ext uri="{FF2B5EF4-FFF2-40B4-BE49-F238E27FC236}">
                  <a16:creationId xmlns:a16="http://schemas.microsoft.com/office/drawing/2014/main" id="{8C29E40B-C12E-4994-A2B0-EA162ED1D73C}"/>
                </a:ext>
              </a:extLst>
            </p:cNvPr>
            <p:cNvGrpSpPr/>
            <p:nvPr/>
          </p:nvGrpSpPr>
          <p:grpSpPr>
            <a:xfrm>
              <a:off x="2914559" y="5315873"/>
              <a:ext cx="458287" cy="838405"/>
              <a:chOff x="10102194" y="1939763"/>
              <a:chExt cx="458287" cy="838405"/>
            </a:xfrm>
          </p:grpSpPr>
          <p:sp>
            <p:nvSpPr>
              <p:cNvPr id="116" name="矩形 131">
                <a:extLst>
                  <a:ext uri="{FF2B5EF4-FFF2-40B4-BE49-F238E27FC236}">
                    <a16:creationId xmlns:a16="http://schemas.microsoft.com/office/drawing/2014/main" id="{AFE7AB60-0B4F-4ECF-B309-6D481D0CBE0E}"/>
                  </a:ext>
                </a:extLst>
              </p:cNvPr>
              <p:cNvSpPr/>
              <p:nvPr/>
            </p:nvSpPr>
            <p:spPr>
              <a:xfrm>
                <a:off x="10102194" y="2322963"/>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117" name="直線單箭頭接點 132">
                <a:extLst>
                  <a:ext uri="{FF2B5EF4-FFF2-40B4-BE49-F238E27FC236}">
                    <a16:creationId xmlns:a16="http://schemas.microsoft.com/office/drawing/2014/main" id="{AC8724C8-421D-4782-8397-603108CE454A}"/>
                  </a:ext>
                </a:extLst>
              </p:cNvPr>
              <p:cNvCxnSpPr/>
              <p:nvPr/>
            </p:nvCxnSpPr>
            <p:spPr>
              <a:xfrm flipV="1">
                <a:off x="10329096" y="1939763"/>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8" name="文字方塊 133">
                <a:extLst>
                  <a:ext uri="{FF2B5EF4-FFF2-40B4-BE49-F238E27FC236}">
                    <a16:creationId xmlns:a16="http://schemas.microsoft.com/office/drawing/2014/main" id="{B4F02ACF-3977-4C5E-9FDF-E08E9FF98A16}"/>
                  </a:ext>
                </a:extLst>
              </p:cNvPr>
              <p:cNvSpPr txBox="1"/>
              <p:nvPr/>
            </p:nvSpPr>
            <p:spPr>
              <a:xfrm>
                <a:off x="10118802" y="2316503"/>
                <a:ext cx="441679" cy="461665"/>
              </a:xfrm>
              <a:prstGeom prst="rect">
                <a:avLst/>
              </a:prstGeom>
              <a:noFill/>
            </p:spPr>
            <p:txBody>
              <a:bodyPr wrap="square" rtlCol="0">
                <a:spAutoFit/>
              </a:bodyPr>
              <a:lstStyle/>
              <a:p>
                <a:pPr algn="ctr"/>
                <a:r>
                  <a:rPr lang="en-US" altLang="zh-TW" sz="2400" dirty="0"/>
                  <a:t>0</a:t>
                </a:r>
                <a:endParaRPr lang="zh-TW" altLang="en-US" sz="2400" dirty="0"/>
              </a:p>
            </p:txBody>
          </p:sp>
        </p:grpSp>
        <p:sp>
          <p:nvSpPr>
            <p:cNvPr id="119" name="文字方塊 134">
              <a:extLst>
                <a:ext uri="{FF2B5EF4-FFF2-40B4-BE49-F238E27FC236}">
                  <a16:creationId xmlns:a16="http://schemas.microsoft.com/office/drawing/2014/main" id="{2B6679DC-02FA-4BAE-81FD-6BAFC9273949}"/>
                </a:ext>
              </a:extLst>
            </p:cNvPr>
            <p:cNvSpPr txBox="1"/>
            <p:nvPr/>
          </p:nvSpPr>
          <p:spPr>
            <a:xfrm>
              <a:off x="2844317" y="3133044"/>
              <a:ext cx="430062" cy="461665"/>
            </a:xfrm>
            <a:prstGeom prst="rect">
              <a:avLst/>
            </a:prstGeom>
            <a:noFill/>
          </p:spPr>
          <p:txBody>
            <a:bodyPr wrap="square" rtlCol="0">
              <a:spAutoFit/>
            </a:bodyPr>
            <a:lstStyle/>
            <a:p>
              <a:pPr algn="ctr"/>
              <a:r>
                <a:rPr lang="en-US" altLang="zh-TW" sz="2400" dirty="0">
                  <a:solidFill>
                    <a:srgbClr val="FF0000"/>
                  </a:solidFill>
                </a:rPr>
                <a:t>4</a:t>
              </a:r>
              <a:endParaRPr lang="zh-TW" altLang="en-US" sz="2400" dirty="0">
                <a:solidFill>
                  <a:srgbClr val="FF0000"/>
                </a:solidFill>
              </a:endParaRPr>
            </a:p>
          </p:txBody>
        </p:sp>
        <p:sp>
          <p:nvSpPr>
            <p:cNvPr id="120" name="文字方塊 135">
              <a:extLst>
                <a:ext uri="{FF2B5EF4-FFF2-40B4-BE49-F238E27FC236}">
                  <a16:creationId xmlns:a16="http://schemas.microsoft.com/office/drawing/2014/main" id="{D32E19E1-E145-4A3E-80EC-B845AC458A92}"/>
                </a:ext>
              </a:extLst>
            </p:cNvPr>
            <p:cNvSpPr txBox="1"/>
            <p:nvPr/>
          </p:nvSpPr>
          <p:spPr>
            <a:xfrm>
              <a:off x="2730279" y="4736911"/>
              <a:ext cx="682714" cy="461665"/>
            </a:xfrm>
            <a:prstGeom prst="rect">
              <a:avLst/>
            </a:prstGeom>
            <a:noFill/>
          </p:spPr>
          <p:txBody>
            <a:bodyPr wrap="square" rtlCol="0">
              <a:spAutoFit/>
            </a:bodyPr>
            <a:lstStyle/>
            <a:p>
              <a:pPr algn="ctr"/>
              <a:r>
                <a:rPr lang="en-US" altLang="zh-TW" sz="2400" dirty="0">
                  <a:solidFill>
                    <a:srgbClr val="FF0000"/>
                  </a:solidFill>
                </a:rPr>
                <a:t>-2</a:t>
              </a:r>
              <a:endParaRPr lang="zh-TW" altLang="en-US" sz="2400" dirty="0">
                <a:solidFill>
                  <a:srgbClr val="FF0000"/>
                </a:solidFill>
              </a:endParaRPr>
            </a:p>
          </p:txBody>
        </p:sp>
        <p:sp>
          <p:nvSpPr>
            <p:cNvPr id="121" name="文字方塊 137">
              <a:extLst>
                <a:ext uri="{FF2B5EF4-FFF2-40B4-BE49-F238E27FC236}">
                  <a16:creationId xmlns:a16="http://schemas.microsoft.com/office/drawing/2014/main" id="{69A2258F-AF32-4945-8A9F-B0EF4B89F4C5}"/>
                </a:ext>
              </a:extLst>
            </p:cNvPr>
            <p:cNvSpPr txBox="1"/>
            <p:nvPr/>
          </p:nvSpPr>
          <p:spPr>
            <a:xfrm>
              <a:off x="3542933" y="3094112"/>
              <a:ext cx="811642" cy="461665"/>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en-US" altLang="zh-TW" sz="2400" dirty="0">
                  <a:solidFill>
                    <a:srgbClr val="0000FF"/>
                  </a:solidFill>
                </a:rPr>
                <a:t>0.98</a:t>
              </a:r>
              <a:endParaRPr lang="zh-TW" altLang="en-US" sz="2400" dirty="0">
                <a:solidFill>
                  <a:srgbClr val="0000FF"/>
                </a:solidFill>
              </a:endParaRPr>
            </a:p>
          </p:txBody>
        </p:sp>
        <p:sp>
          <p:nvSpPr>
            <p:cNvPr id="122" name="文字方塊 138">
              <a:extLst>
                <a:ext uri="{FF2B5EF4-FFF2-40B4-BE49-F238E27FC236}">
                  <a16:creationId xmlns:a16="http://schemas.microsoft.com/office/drawing/2014/main" id="{6BD8D590-AC56-4DC4-A960-B2D4D3F208C9}"/>
                </a:ext>
              </a:extLst>
            </p:cNvPr>
            <p:cNvSpPr txBox="1"/>
            <p:nvPr/>
          </p:nvSpPr>
          <p:spPr>
            <a:xfrm>
              <a:off x="3565252" y="4699643"/>
              <a:ext cx="811642" cy="461665"/>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en-US" altLang="zh-TW" sz="2400" dirty="0">
                  <a:solidFill>
                    <a:srgbClr val="0000FF"/>
                  </a:solidFill>
                </a:rPr>
                <a:t>0.12</a:t>
              </a:r>
              <a:endParaRPr lang="zh-TW" altLang="en-US" sz="2400" dirty="0">
                <a:solidFill>
                  <a:srgbClr val="0000FF"/>
                </a:solidFill>
              </a:endParaRPr>
            </a:p>
          </p:txBody>
        </p:sp>
        <p:sp>
          <p:nvSpPr>
            <p:cNvPr id="123" name="文字方塊 139">
              <a:extLst>
                <a:ext uri="{FF2B5EF4-FFF2-40B4-BE49-F238E27FC236}">
                  <a16:creationId xmlns:a16="http://schemas.microsoft.com/office/drawing/2014/main" id="{30BC9AE6-1FCA-4E97-89B4-5968F478C766}"/>
                </a:ext>
              </a:extLst>
            </p:cNvPr>
            <p:cNvSpPr txBox="1"/>
            <p:nvPr/>
          </p:nvSpPr>
          <p:spPr>
            <a:xfrm>
              <a:off x="4387120" y="3164508"/>
              <a:ext cx="342900" cy="461665"/>
            </a:xfrm>
            <a:prstGeom prst="rect">
              <a:avLst/>
            </a:prstGeom>
            <a:noFill/>
          </p:spPr>
          <p:txBody>
            <a:bodyPr wrap="square" rtlCol="0">
              <a:spAutoFit/>
            </a:bodyPr>
            <a:lstStyle/>
            <a:p>
              <a:pPr algn="ctr"/>
              <a:r>
                <a:rPr lang="en-US" altLang="zh-TW" sz="2400" dirty="0"/>
                <a:t>2</a:t>
              </a:r>
              <a:endParaRPr lang="zh-TW" altLang="en-US" sz="2400" dirty="0"/>
            </a:p>
          </p:txBody>
        </p:sp>
        <p:sp>
          <p:nvSpPr>
            <p:cNvPr id="124" name="文字方塊 140">
              <a:extLst>
                <a:ext uri="{FF2B5EF4-FFF2-40B4-BE49-F238E27FC236}">
                  <a16:creationId xmlns:a16="http://schemas.microsoft.com/office/drawing/2014/main" id="{8A8740D7-B1C7-44A6-A590-5B7DBAA782D8}"/>
                </a:ext>
              </a:extLst>
            </p:cNvPr>
            <p:cNvSpPr txBox="1"/>
            <p:nvPr/>
          </p:nvSpPr>
          <p:spPr>
            <a:xfrm>
              <a:off x="4554211" y="3752825"/>
              <a:ext cx="441679" cy="461665"/>
            </a:xfrm>
            <a:prstGeom prst="rect">
              <a:avLst/>
            </a:prstGeom>
            <a:noFill/>
          </p:spPr>
          <p:txBody>
            <a:bodyPr wrap="square" rtlCol="0">
              <a:spAutoFit/>
            </a:bodyPr>
            <a:lstStyle/>
            <a:p>
              <a:pPr algn="ctr"/>
              <a:r>
                <a:rPr lang="en-US" altLang="zh-TW" sz="2400" dirty="0"/>
                <a:t>-1</a:t>
              </a:r>
              <a:endParaRPr lang="zh-TW" altLang="en-US" sz="2400" dirty="0"/>
            </a:p>
          </p:txBody>
        </p:sp>
        <p:sp>
          <p:nvSpPr>
            <p:cNvPr id="125" name="文字方塊 141">
              <a:extLst>
                <a:ext uri="{FF2B5EF4-FFF2-40B4-BE49-F238E27FC236}">
                  <a16:creationId xmlns:a16="http://schemas.microsoft.com/office/drawing/2014/main" id="{41A6161C-E10F-4D2A-A76D-E629B6FB79C1}"/>
                </a:ext>
              </a:extLst>
            </p:cNvPr>
            <p:cNvSpPr txBox="1"/>
            <p:nvPr/>
          </p:nvSpPr>
          <p:spPr>
            <a:xfrm>
              <a:off x="4251915" y="5269955"/>
              <a:ext cx="715437" cy="461665"/>
            </a:xfrm>
            <a:prstGeom prst="rect">
              <a:avLst/>
            </a:prstGeom>
            <a:noFill/>
          </p:spPr>
          <p:txBody>
            <a:bodyPr wrap="square" rtlCol="0">
              <a:spAutoFit/>
            </a:bodyPr>
            <a:lstStyle/>
            <a:p>
              <a:pPr algn="ctr"/>
              <a:r>
                <a:rPr lang="en-US" altLang="zh-TW" sz="2400" dirty="0"/>
                <a:t>-1</a:t>
              </a:r>
              <a:endParaRPr lang="zh-TW" altLang="en-US" sz="2400" dirty="0"/>
            </a:p>
          </p:txBody>
        </p:sp>
        <p:sp>
          <p:nvSpPr>
            <p:cNvPr id="126" name="文字方塊 142">
              <a:extLst>
                <a:ext uri="{FF2B5EF4-FFF2-40B4-BE49-F238E27FC236}">
                  <a16:creationId xmlns:a16="http://schemas.microsoft.com/office/drawing/2014/main" id="{702A95D6-6F97-4CBD-A0AF-7FBF96832D31}"/>
                </a:ext>
              </a:extLst>
            </p:cNvPr>
            <p:cNvSpPr txBox="1"/>
            <p:nvPr/>
          </p:nvSpPr>
          <p:spPr>
            <a:xfrm>
              <a:off x="4404194" y="4699643"/>
              <a:ext cx="715437" cy="461665"/>
            </a:xfrm>
            <a:prstGeom prst="rect">
              <a:avLst/>
            </a:prstGeom>
            <a:noFill/>
          </p:spPr>
          <p:txBody>
            <a:bodyPr wrap="square" rtlCol="0">
              <a:spAutoFit/>
            </a:bodyPr>
            <a:lstStyle/>
            <a:p>
              <a:pPr algn="ctr"/>
              <a:r>
                <a:rPr lang="en-US" altLang="zh-TW" sz="2400" dirty="0"/>
                <a:t>-2</a:t>
              </a:r>
              <a:endParaRPr lang="zh-TW" altLang="en-US" sz="2400" dirty="0"/>
            </a:p>
          </p:txBody>
        </p:sp>
        <p:sp>
          <p:nvSpPr>
            <p:cNvPr id="127" name="文字方塊 143">
              <a:extLst>
                <a:ext uri="{FF2B5EF4-FFF2-40B4-BE49-F238E27FC236}">
                  <a16:creationId xmlns:a16="http://schemas.microsoft.com/office/drawing/2014/main" id="{C7B7B3A7-66CD-4B2A-9F72-725202644059}"/>
                </a:ext>
              </a:extLst>
            </p:cNvPr>
            <p:cNvSpPr txBox="1"/>
            <p:nvPr/>
          </p:nvSpPr>
          <p:spPr>
            <a:xfrm>
              <a:off x="6559899" y="3165425"/>
              <a:ext cx="342900" cy="461665"/>
            </a:xfrm>
            <a:prstGeom prst="rect">
              <a:avLst/>
            </a:prstGeom>
            <a:noFill/>
          </p:spPr>
          <p:txBody>
            <a:bodyPr wrap="square" rtlCol="0">
              <a:spAutoFit/>
            </a:bodyPr>
            <a:lstStyle/>
            <a:p>
              <a:pPr algn="ctr"/>
              <a:r>
                <a:rPr lang="en-US" altLang="zh-TW" sz="2400" dirty="0"/>
                <a:t>3</a:t>
              </a:r>
              <a:endParaRPr lang="zh-TW" altLang="en-US" sz="2400" dirty="0"/>
            </a:p>
          </p:txBody>
        </p:sp>
        <p:sp>
          <p:nvSpPr>
            <p:cNvPr id="128" name="文字方塊 144">
              <a:extLst>
                <a:ext uri="{FF2B5EF4-FFF2-40B4-BE49-F238E27FC236}">
                  <a16:creationId xmlns:a16="http://schemas.microsoft.com/office/drawing/2014/main" id="{88AC4D38-7100-4AF7-B74D-A969E7043A9B}"/>
                </a:ext>
              </a:extLst>
            </p:cNvPr>
            <p:cNvSpPr txBox="1"/>
            <p:nvPr/>
          </p:nvSpPr>
          <p:spPr>
            <a:xfrm>
              <a:off x="6726990" y="3753742"/>
              <a:ext cx="441679" cy="461665"/>
            </a:xfrm>
            <a:prstGeom prst="rect">
              <a:avLst/>
            </a:prstGeom>
            <a:noFill/>
          </p:spPr>
          <p:txBody>
            <a:bodyPr wrap="square" rtlCol="0">
              <a:spAutoFit/>
            </a:bodyPr>
            <a:lstStyle/>
            <a:p>
              <a:pPr algn="ctr"/>
              <a:r>
                <a:rPr lang="en-US" altLang="zh-TW" sz="2400" dirty="0"/>
                <a:t>-1</a:t>
              </a:r>
              <a:endParaRPr lang="zh-TW" altLang="en-US" sz="2400" dirty="0"/>
            </a:p>
          </p:txBody>
        </p:sp>
        <p:sp>
          <p:nvSpPr>
            <p:cNvPr id="129" name="文字方塊 145">
              <a:extLst>
                <a:ext uri="{FF2B5EF4-FFF2-40B4-BE49-F238E27FC236}">
                  <a16:creationId xmlns:a16="http://schemas.microsoft.com/office/drawing/2014/main" id="{A78F3C7F-0CE0-4D7C-8407-F9BBE292078D}"/>
                </a:ext>
              </a:extLst>
            </p:cNvPr>
            <p:cNvSpPr txBox="1"/>
            <p:nvPr/>
          </p:nvSpPr>
          <p:spPr>
            <a:xfrm>
              <a:off x="6424694" y="5270872"/>
              <a:ext cx="715437" cy="461665"/>
            </a:xfrm>
            <a:prstGeom prst="rect">
              <a:avLst/>
            </a:prstGeom>
            <a:noFill/>
          </p:spPr>
          <p:txBody>
            <a:bodyPr wrap="square" rtlCol="0">
              <a:spAutoFit/>
            </a:bodyPr>
            <a:lstStyle/>
            <a:p>
              <a:pPr algn="ctr"/>
              <a:r>
                <a:rPr lang="en-US" altLang="zh-TW" sz="2400" dirty="0"/>
                <a:t>4</a:t>
              </a:r>
              <a:endParaRPr lang="zh-TW" altLang="en-US" sz="2400" dirty="0"/>
            </a:p>
          </p:txBody>
        </p:sp>
        <p:sp>
          <p:nvSpPr>
            <p:cNvPr id="130" name="文字方塊 146">
              <a:extLst>
                <a:ext uri="{FF2B5EF4-FFF2-40B4-BE49-F238E27FC236}">
                  <a16:creationId xmlns:a16="http://schemas.microsoft.com/office/drawing/2014/main" id="{A67512D3-D737-491B-A830-B4F2B5653D17}"/>
                </a:ext>
              </a:extLst>
            </p:cNvPr>
            <p:cNvSpPr txBox="1"/>
            <p:nvPr/>
          </p:nvSpPr>
          <p:spPr>
            <a:xfrm>
              <a:off x="6576973" y="4700560"/>
              <a:ext cx="715437" cy="461665"/>
            </a:xfrm>
            <a:prstGeom prst="rect">
              <a:avLst/>
            </a:prstGeom>
            <a:noFill/>
          </p:spPr>
          <p:txBody>
            <a:bodyPr wrap="square" rtlCol="0">
              <a:spAutoFit/>
            </a:bodyPr>
            <a:lstStyle/>
            <a:p>
              <a:pPr algn="ctr"/>
              <a:r>
                <a:rPr lang="en-US" altLang="zh-TW" sz="2400" dirty="0"/>
                <a:t>-1</a:t>
              </a:r>
              <a:endParaRPr lang="zh-TW" altLang="en-US" sz="2400" dirty="0"/>
            </a:p>
          </p:txBody>
        </p:sp>
        <p:sp>
          <p:nvSpPr>
            <p:cNvPr id="131" name="文字方塊 149">
              <a:extLst>
                <a:ext uri="{FF2B5EF4-FFF2-40B4-BE49-F238E27FC236}">
                  <a16:creationId xmlns:a16="http://schemas.microsoft.com/office/drawing/2014/main" id="{EC5C4AEF-F393-457B-958B-0C772F8C1CE7}"/>
                </a:ext>
              </a:extLst>
            </p:cNvPr>
            <p:cNvSpPr txBox="1"/>
            <p:nvPr/>
          </p:nvSpPr>
          <p:spPr>
            <a:xfrm>
              <a:off x="5686720" y="3157523"/>
              <a:ext cx="811642" cy="461665"/>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en-US" altLang="zh-TW" sz="2400" dirty="0">
                  <a:solidFill>
                    <a:srgbClr val="0000FF"/>
                  </a:solidFill>
                </a:rPr>
                <a:t>0.86</a:t>
              </a:r>
              <a:endParaRPr lang="zh-TW" altLang="en-US" sz="2400" dirty="0">
                <a:solidFill>
                  <a:srgbClr val="0000FF"/>
                </a:solidFill>
              </a:endParaRPr>
            </a:p>
          </p:txBody>
        </p:sp>
        <p:sp>
          <p:nvSpPr>
            <p:cNvPr id="132" name="文字方塊 150">
              <a:extLst>
                <a:ext uri="{FF2B5EF4-FFF2-40B4-BE49-F238E27FC236}">
                  <a16:creationId xmlns:a16="http://schemas.microsoft.com/office/drawing/2014/main" id="{9B619763-D7F6-4DC6-8703-8103B37B8C15}"/>
                </a:ext>
              </a:extLst>
            </p:cNvPr>
            <p:cNvSpPr txBox="1"/>
            <p:nvPr/>
          </p:nvSpPr>
          <p:spPr>
            <a:xfrm>
              <a:off x="5709039" y="4763054"/>
              <a:ext cx="811642" cy="461665"/>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en-US" altLang="zh-TW" sz="2400" dirty="0">
                  <a:solidFill>
                    <a:srgbClr val="0000FF"/>
                  </a:solidFill>
                </a:rPr>
                <a:t>0.11</a:t>
              </a:r>
              <a:endParaRPr lang="zh-TW" altLang="en-US" sz="2400" dirty="0">
                <a:solidFill>
                  <a:srgbClr val="0000FF"/>
                </a:solidFill>
              </a:endParaRPr>
            </a:p>
          </p:txBody>
        </p:sp>
        <p:sp>
          <p:nvSpPr>
            <p:cNvPr id="133" name="文字方塊 153">
              <a:extLst>
                <a:ext uri="{FF2B5EF4-FFF2-40B4-BE49-F238E27FC236}">
                  <a16:creationId xmlns:a16="http://schemas.microsoft.com/office/drawing/2014/main" id="{4923F951-8639-44DC-9487-ADA87FA29643}"/>
                </a:ext>
              </a:extLst>
            </p:cNvPr>
            <p:cNvSpPr txBox="1"/>
            <p:nvPr/>
          </p:nvSpPr>
          <p:spPr>
            <a:xfrm>
              <a:off x="7939655" y="3118284"/>
              <a:ext cx="811642" cy="461665"/>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en-US" altLang="zh-TW" sz="2400" dirty="0">
                  <a:solidFill>
                    <a:srgbClr val="0000FF"/>
                  </a:solidFill>
                </a:rPr>
                <a:t>0.62</a:t>
              </a:r>
              <a:endParaRPr lang="zh-TW" altLang="en-US" sz="2400" dirty="0">
                <a:solidFill>
                  <a:srgbClr val="0000FF"/>
                </a:solidFill>
              </a:endParaRPr>
            </a:p>
          </p:txBody>
        </p:sp>
        <p:sp>
          <p:nvSpPr>
            <p:cNvPr id="134" name="文字方塊 154">
              <a:extLst>
                <a:ext uri="{FF2B5EF4-FFF2-40B4-BE49-F238E27FC236}">
                  <a16:creationId xmlns:a16="http://schemas.microsoft.com/office/drawing/2014/main" id="{671E8A1B-4C8B-4D88-BE51-783A28F90217}"/>
                </a:ext>
              </a:extLst>
            </p:cNvPr>
            <p:cNvSpPr txBox="1"/>
            <p:nvPr/>
          </p:nvSpPr>
          <p:spPr>
            <a:xfrm>
              <a:off x="7961974" y="4723815"/>
              <a:ext cx="811642" cy="461665"/>
            </a:xfrm>
            <a:prstGeom prst="rect">
              <a:avLst/>
            </a:prstGeom>
          </p:spPr>
          <p:style>
            <a:lnRef idx="0">
              <a:schemeClr val="accent4"/>
            </a:lnRef>
            <a:fillRef idx="3">
              <a:schemeClr val="accent4"/>
            </a:fillRef>
            <a:effectRef idx="3">
              <a:schemeClr val="accent4"/>
            </a:effectRef>
            <a:fontRef idx="minor">
              <a:schemeClr val="lt1"/>
            </a:fontRef>
          </p:style>
          <p:txBody>
            <a:bodyPr wrap="square" rtlCol="0">
              <a:spAutoFit/>
            </a:bodyPr>
            <a:lstStyle/>
            <a:p>
              <a:pPr algn="ctr"/>
              <a:r>
                <a:rPr lang="en-US" altLang="zh-TW" sz="2400" dirty="0">
                  <a:solidFill>
                    <a:srgbClr val="0000FF"/>
                  </a:solidFill>
                </a:rPr>
                <a:t>0.83</a:t>
              </a:r>
              <a:endParaRPr lang="zh-TW" altLang="en-US" sz="2400" dirty="0">
                <a:solidFill>
                  <a:srgbClr val="0000FF"/>
                </a:solidFill>
              </a:endParaRPr>
            </a:p>
          </p:txBody>
        </p:sp>
        <p:grpSp>
          <p:nvGrpSpPr>
            <p:cNvPr id="135" name="群組 96">
              <a:extLst>
                <a:ext uri="{FF2B5EF4-FFF2-40B4-BE49-F238E27FC236}">
                  <a16:creationId xmlns:a16="http://schemas.microsoft.com/office/drawing/2014/main" id="{C4503AE1-0643-4303-A5FE-AFC199E3E5D3}"/>
                </a:ext>
              </a:extLst>
            </p:cNvPr>
            <p:cNvGrpSpPr/>
            <p:nvPr/>
          </p:nvGrpSpPr>
          <p:grpSpPr>
            <a:xfrm>
              <a:off x="5107678" y="3754419"/>
              <a:ext cx="458287" cy="838405"/>
              <a:chOff x="10102194" y="1939763"/>
              <a:chExt cx="458287" cy="838405"/>
            </a:xfrm>
          </p:grpSpPr>
          <p:sp>
            <p:nvSpPr>
              <p:cNvPr id="136" name="矩形 97">
                <a:extLst>
                  <a:ext uri="{FF2B5EF4-FFF2-40B4-BE49-F238E27FC236}">
                    <a16:creationId xmlns:a16="http://schemas.microsoft.com/office/drawing/2014/main" id="{8D6C935A-0187-470C-AECF-F57ECE2C52D0}"/>
                  </a:ext>
                </a:extLst>
              </p:cNvPr>
              <p:cNvSpPr/>
              <p:nvPr/>
            </p:nvSpPr>
            <p:spPr>
              <a:xfrm>
                <a:off x="10102194" y="2322963"/>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137" name="直線單箭頭接點 98">
                <a:extLst>
                  <a:ext uri="{FF2B5EF4-FFF2-40B4-BE49-F238E27FC236}">
                    <a16:creationId xmlns:a16="http://schemas.microsoft.com/office/drawing/2014/main" id="{70E5F314-EA27-4FB8-9ECB-1B761477D08F}"/>
                  </a:ext>
                </a:extLst>
              </p:cNvPr>
              <p:cNvCxnSpPr/>
              <p:nvPr/>
            </p:nvCxnSpPr>
            <p:spPr>
              <a:xfrm flipV="1">
                <a:off x="10329096" y="1939763"/>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8" name="文字方塊 101">
                <a:extLst>
                  <a:ext uri="{FF2B5EF4-FFF2-40B4-BE49-F238E27FC236}">
                    <a16:creationId xmlns:a16="http://schemas.microsoft.com/office/drawing/2014/main" id="{B5A79111-D010-48D6-B818-607B54E1DA85}"/>
                  </a:ext>
                </a:extLst>
              </p:cNvPr>
              <p:cNvSpPr txBox="1"/>
              <p:nvPr/>
            </p:nvSpPr>
            <p:spPr>
              <a:xfrm>
                <a:off x="10118802" y="2316503"/>
                <a:ext cx="441679" cy="461665"/>
              </a:xfrm>
              <a:prstGeom prst="rect">
                <a:avLst/>
              </a:prstGeom>
              <a:noFill/>
            </p:spPr>
            <p:txBody>
              <a:bodyPr wrap="square" rtlCol="0">
                <a:spAutoFit/>
              </a:bodyPr>
              <a:lstStyle/>
              <a:p>
                <a:pPr algn="ctr"/>
                <a:r>
                  <a:rPr lang="en-US" altLang="zh-TW" sz="2400" dirty="0"/>
                  <a:t>0</a:t>
                </a:r>
                <a:endParaRPr lang="zh-TW" altLang="en-US" sz="2400" dirty="0"/>
              </a:p>
            </p:txBody>
          </p:sp>
        </p:grpSp>
        <p:grpSp>
          <p:nvGrpSpPr>
            <p:cNvPr id="139" name="群組 104">
              <a:extLst>
                <a:ext uri="{FF2B5EF4-FFF2-40B4-BE49-F238E27FC236}">
                  <a16:creationId xmlns:a16="http://schemas.microsoft.com/office/drawing/2014/main" id="{794649FF-E41A-4484-8D55-AF2E3DECEE60}"/>
                </a:ext>
              </a:extLst>
            </p:cNvPr>
            <p:cNvGrpSpPr/>
            <p:nvPr/>
          </p:nvGrpSpPr>
          <p:grpSpPr>
            <a:xfrm>
              <a:off x="5110056" y="5278742"/>
              <a:ext cx="458287" cy="838405"/>
              <a:chOff x="10102194" y="1939763"/>
              <a:chExt cx="458287" cy="838405"/>
            </a:xfrm>
          </p:grpSpPr>
          <p:sp>
            <p:nvSpPr>
              <p:cNvPr id="140" name="矩形 117">
                <a:extLst>
                  <a:ext uri="{FF2B5EF4-FFF2-40B4-BE49-F238E27FC236}">
                    <a16:creationId xmlns:a16="http://schemas.microsoft.com/office/drawing/2014/main" id="{4C25A3B6-77E9-4F36-A9CF-FE978B9D7583}"/>
                  </a:ext>
                </a:extLst>
              </p:cNvPr>
              <p:cNvSpPr/>
              <p:nvPr/>
            </p:nvSpPr>
            <p:spPr>
              <a:xfrm>
                <a:off x="10102194" y="2322963"/>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141" name="直線單箭頭接點 121">
                <a:extLst>
                  <a:ext uri="{FF2B5EF4-FFF2-40B4-BE49-F238E27FC236}">
                    <a16:creationId xmlns:a16="http://schemas.microsoft.com/office/drawing/2014/main" id="{5CBC7846-FAA2-4BBB-9D22-2C0DA3286049}"/>
                  </a:ext>
                </a:extLst>
              </p:cNvPr>
              <p:cNvCxnSpPr/>
              <p:nvPr/>
            </p:nvCxnSpPr>
            <p:spPr>
              <a:xfrm flipV="1">
                <a:off x="10329096" y="1939763"/>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2" name="文字方塊 123">
                <a:extLst>
                  <a:ext uri="{FF2B5EF4-FFF2-40B4-BE49-F238E27FC236}">
                    <a16:creationId xmlns:a16="http://schemas.microsoft.com/office/drawing/2014/main" id="{3413B0A3-0CE0-471A-AF56-BD5E672E0E00}"/>
                  </a:ext>
                </a:extLst>
              </p:cNvPr>
              <p:cNvSpPr txBox="1"/>
              <p:nvPr/>
            </p:nvSpPr>
            <p:spPr>
              <a:xfrm>
                <a:off x="10118802" y="2316503"/>
                <a:ext cx="441679" cy="461665"/>
              </a:xfrm>
              <a:prstGeom prst="rect">
                <a:avLst/>
              </a:prstGeom>
              <a:noFill/>
            </p:spPr>
            <p:txBody>
              <a:bodyPr wrap="square" rtlCol="0">
                <a:spAutoFit/>
              </a:bodyPr>
              <a:lstStyle/>
              <a:p>
                <a:pPr algn="ctr"/>
                <a:r>
                  <a:rPr lang="en-US" altLang="zh-TW" sz="2400" dirty="0"/>
                  <a:t>0</a:t>
                </a:r>
                <a:endParaRPr lang="zh-TW" altLang="en-US" sz="2400" dirty="0"/>
              </a:p>
            </p:txBody>
          </p:sp>
        </p:grpSp>
        <p:grpSp>
          <p:nvGrpSpPr>
            <p:cNvPr id="143" name="群組 124">
              <a:extLst>
                <a:ext uri="{FF2B5EF4-FFF2-40B4-BE49-F238E27FC236}">
                  <a16:creationId xmlns:a16="http://schemas.microsoft.com/office/drawing/2014/main" id="{1CB55675-ABBD-4820-8BB2-6459DA078F04}"/>
                </a:ext>
              </a:extLst>
            </p:cNvPr>
            <p:cNvGrpSpPr/>
            <p:nvPr/>
          </p:nvGrpSpPr>
          <p:grpSpPr>
            <a:xfrm>
              <a:off x="7285918" y="3749227"/>
              <a:ext cx="458287" cy="838405"/>
              <a:chOff x="10102194" y="1939763"/>
              <a:chExt cx="458287" cy="838405"/>
            </a:xfrm>
          </p:grpSpPr>
          <p:sp>
            <p:nvSpPr>
              <p:cNvPr id="144" name="矩形 125">
                <a:extLst>
                  <a:ext uri="{FF2B5EF4-FFF2-40B4-BE49-F238E27FC236}">
                    <a16:creationId xmlns:a16="http://schemas.microsoft.com/office/drawing/2014/main" id="{4F4C7133-EB0F-4979-A0F8-12D6FDDE268B}"/>
                  </a:ext>
                </a:extLst>
              </p:cNvPr>
              <p:cNvSpPr/>
              <p:nvPr/>
            </p:nvSpPr>
            <p:spPr>
              <a:xfrm>
                <a:off x="10102194" y="2322963"/>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145" name="直線單箭頭接點 126">
                <a:extLst>
                  <a:ext uri="{FF2B5EF4-FFF2-40B4-BE49-F238E27FC236}">
                    <a16:creationId xmlns:a16="http://schemas.microsoft.com/office/drawing/2014/main" id="{73E80FD8-4A02-43AC-8E24-4DCADE96CD1B}"/>
                  </a:ext>
                </a:extLst>
              </p:cNvPr>
              <p:cNvCxnSpPr/>
              <p:nvPr/>
            </p:nvCxnSpPr>
            <p:spPr>
              <a:xfrm flipV="1">
                <a:off x="10329096" y="1939763"/>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6" name="文字方塊 127">
                <a:extLst>
                  <a:ext uri="{FF2B5EF4-FFF2-40B4-BE49-F238E27FC236}">
                    <a16:creationId xmlns:a16="http://schemas.microsoft.com/office/drawing/2014/main" id="{4E703F56-8998-41B5-A700-0885E60C75B2}"/>
                  </a:ext>
                </a:extLst>
              </p:cNvPr>
              <p:cNvSpPr txBox="1"/>
              <p:nvPr/>
            </p:nvSpPr>
            <p:spPr>
              <a:xfrm>
                <a:off x="10118802" y="2316503"/>
                <a:ext cx="441679" cy="461665"/>
              </a:xfrm>
              <a:prstGeom prst="rect">
                <a:avLst/>
              </a:prstGeom>
              <a:noFill/>
            </p:spPr>
            <p:txBody>
              <a:bodyPr wrap="square" rtlCol="0">
                <a:spAutoFit/>
              </a:bodyPr>
              <a:lstStyle/>
              <a:p>
                <a:pPr algn="ctr"/>
                <a:r>
                  <a:rPr lang="en-US" altLang="zh-TW" sz="2400" dirty="0"/>
                  <a:t>-2</a:t>
                </a:r>
                <a:endParaRPr lang="zh-TW" altLang="en-US" sz="2400" dirty="0"/>
              </a:p>
            </p:txBody>
          </p:sp>
        </p:grpSp>
        <p:grpSp>
          <p:nvGrpSpPr>
            <p:cNvPr id="147" name="群組 128">
              <a:extLst>
                <a:ext uri="{FF2B5EF4-FFF2-40B4-BE49-F238E27FC236}">
                  <a16:creationId xmlns:a16="http://schemas.microsoft.com/office/drawing/2014/main" id="{66692B40-4BEE-4E56-B99E-4716A420D25E}"/>
                </a:ext>
              </a:extLst>
            </p:cNvPr>
            <p:cNvGrpSpPr/>
            <p:nvPr/>
          </p:nvGrpSpPr>
          <p:grpSpPr>
            <a:xfrm>
              <a:off x="7339998" y="5306063"/>
              <a:ext cx="458287" cy="838405"/>
              <a:chOff x="10102194" y="1939763"/>
              <a:chExt cx="458287" cy="838405"/>
            </a:xfrm>
          </p:grpSpPr>
          <p:sp>
            <p:nvSpPr>
              <p:cNvPr id="148" name="矩形 129">
                <a:extLst>
                  <a:ext uri="{FF2B5EF4-FFF2-40B4-BE49-F238E27FC236}">
                    <a16:creationId xmlns:a16="http://schemas.microsoft.com/office/drawing/2014/main" id="{BD3242FB-3D80-4688-AC26-572A39A5E765}"/>
                  </a:ext>
                </a:extLst>
              </p:cNvPr>
              <p:cNvSpPr/>
              <p:nvPr/>
            </p:nvSpPr>
            <p:spPr>
              <a:xfrm>
                <a:off x="10102194" y="2322963"/>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149" name="直線單箭頭接點 147">
                <a:extLst>
                  <a:ext uri="{FF2B5EF4-FFF2-40B4-BE49-F238E27FC236}">
                    <a16:creationId xmlns:a16="http://schemas.microsoft.com/office/drawing/2014/main" id="{C1D9476D-48CC-48B1-9784-5A9BB665B68A}"/>
                  </a:ext>
                </a:extLst>
              </p:cNvPr>
              <p:cNvCxnSpPr/>
              <p:nvPr/>
            </p:nvCxnSpPr>
            <p:spPr>
              <a:xfrm flipV="1">
                <a:off x="10329096" y="1939763"/>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0" name="文字方塊 148">
                <a:extLst>
                  <a:ext uri="{FF2B5EF4-FFF2-40B4-BE49-F238E27FC236}">
                    <a16:creationId xmlns:a16="http://schemas.microsoft.com/office/drawing/2014/main" id="{D1C5162D-D0D2-41E6-9E63-D8ED50A277DB}"/>
                  </a:ext>
                </a:extLst>
              </p:cNvPr>
              <p:cNvSpPr txBox="1"/>
              <p:nvPr/>
            </p:nvSpPr>
            <p:spPr>
              <a:xfrm>
                <a:off x="10118802" y="2316503"/>
                <a:ext cx="441679" cy="461665"/>
              </a:xfrm>
              <a:prstGeom prst="rect">
                <a:avLst/>
              </a:prstGeom>
              <a:noFill/>
            </p:spPr>
            <p:txBody>
              <a:bodyPr wrap="square" rtlCol="0">
                <a:spAutoFit/>
              </a:bodyPr>
              <a:lstStyle/>
              <a:p>
                <a:pPr algn="ctr"/>
                <a:r>
                  <a:rPr lang="en-US" altLang="zh-TW" sz="2400" dirty="0"/>
                  <a:t>2</a:t>
                </a:r>
                <a:endParaRPr lang="zh-TW" altLang="en-US" sz="2400" dirty="0"/>
              </a:p>
            </p:txBody>
          </p:sp>
        </p:grpSp>
        <p:sp>
          <p:nvSpPr>
            <p:cNvPr id="151" name="矩形 120">
              <a:extLst>
                <a:ext uri="{FF2B5EF4-FFF2-40B4-BE49-F238E27FC236}">
                  <a16:creationId xmlns:a16="http://schemas.microsoft.com/office/drawing/2014/main" id="{5A20D046-2318-40C9-AEBE-DBBC5EA60A72}"/>
                </a:ext>
              </a:extLst>
            </p:cNvPr>
            <p:cNvSpPr/>
            <p:nvPr/>
          </p:nvSpPr>
          <p:spPr>
            <a:xfrm>
              <a:off x="1182676" y="3483748"/>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152" name="矩形 136">
              <a:extLst>
                <a:ext uri="{FF2B5EF4-FFF2-40B4-BE49-F238E27FC236}">
                  <a16:creationId xmlns:a16="http://schemas.microsoft.com/office/drawing/2014/main" id="{E1C251F1-9DA7-4040-8E34-A8C367DB6A89}"/>
                </a:ext>
              </a:extLst>
            </p:cNvPr>
            <p:cNvSpPr/>
            <p:nvPr/>
          </p:nvSpPr>
          <p:spPr>
            <a:xfrm>
              <a:off x="1151433" y="5125521"/>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153" name="文字方塊 151">
              <a:extLst>
                <a:ext uri="{FF2B5EF4-FFF2-40B4-BE49-F238E27FC236}">
                  <a16:creationId xmlns:a16="http://schemas.microsoft.com/office/drawing/2014/main" id="{74D3BB80-DA48-4048-B448-4B3AAC68EC89}"/>
                </a:ext>
              </a:extLst>
            </p:cNvPr>
            <p:cNvSpPr txBox="1"/>
            <p:nvPr/>
          </p:nvSpPr>
          <p:spPr>
            <a:xfrm>
              <a:off x="1194844" y="3470293"/>
              <a:ext cx="342900" cy="461665"/>
            </a:xfrm>
            <a:prstGeom prst="rect">
              <a:avLst/>
            </a:prstGeom>
            <a:noFill/>
          </p:spPr>
          <p:txBody>
            <a:bodyPr wrap="square" rtlCol="0">
              <a:spAutoFit/>
            </a:bodyPr>
            <a:lstStyle/>
            <a:p>
              <a:pPr algn="ctr"/>
              <a:r>
                <a:rPr lang="en-US" altLang="zh-TW" sz="2400" dirty="0">
                  <a:solidFill>
                    <a:srgbClr val="0000FF"/>
                  </a:solidFill>
                </a:rPr>
                <a:t>1</a:t>
              </a:r>
              <a:endParaRPr lang="zh-TW" altLang="en-US" sz="2400" dirty="0">
                <a:solidFill>
                  <a:srgbClr val="0000FF"/>
                </a:solidFill>
              </a:endParaRPr>
            </a:p>
          </p:txBody>
        </p:sp>
        <p:sp>
          <p:nvSpPr>
            <p:cNvPr id="154" name="文字方塊 152">
              <a:extLst>
                <a:ext uri="{FF2B5EF4-FFF2-40B4-BE49-F238E27FC236}">
                  <a16:creationId xmlns:a16="http://schemas.microsoft.com/office/drawing/2014/main" id="{84A5EF4C-4B0B-4C04-B0CA-682F675FF30C}"/>
                </a:ext>
              </a:extLst>
            </p:cNvPr>
            <p:cNvSpPr txBox="1"/>
            <p:nvPr/>
          </p:nvSpPr>
          <p:spPr>
            <a:xfrm>
              <a:off x="1089060" y="5069724"/>
              <a:ext cx="488741" cy="461665"/>
            </a:xfrm>
            <a:prstGeom prst="rect">
              <a:avLst/>
            </a:prstGeom>
            <a:noFill/>
          </p:spPr>
          <p:txBody>
            <a:bodyPr wrap="square" rtlCol="0">
              <a:spAutoFit/>
            </a:bodyPr>
            <a:lstStyle/>
            <a:p>
              <a:pPr algn="ctr"/>
              <a:r>
                <a:rPr lang="en-US" altLang="zh-TW" sz="2400" dirty="0">
                  <a:solidFill>
                    <a:srgbClr val="0000FF"/>
                  </a:solidFill>
                </a:rPr>
                <a:t>-1</a:t>
              </a:r>
              <a:endParaRPr lang="zh-TW" altLang="en-US" sz="2400" dirty="0">
                <a:solidFill>
                  <a:srgbClr val="0000FF"/>
                </a:solidFill>
              </a:endParaRPr>
            </a:p>
          </p:txBody>
        </p:sp>
        <mc:AlternateContent xmlns:mc="http://schemas.openxmlformats.org/markup-compatibility/2006" xmlns:a14="http://schemas.microsoft.com/office/drawing/2010/main">
          <mc:Choice Requires="a14">
            <p:sp>
              <p:nvSpPr>
                <p:cNvPr id="155" name="文字方塊 136">
                  <a:extLst>
                    <a:ext uri="{FF2B5EF4-FFF2-40B4-BE49-F238E27FC236}">
                      <a16:creationId xmlns:a16="http://schemas.microsoft.com/office/drawing/2014/main" id="{F5B43F0D-91FC-4474-A4B9-E65D884A715B}"/>
                    </a:ext>
                  </a:extLst>
                </p:cNvPr>
                <p:cNvSpPr txBox="1"/>
                <p:nvPr/>
              </p:nvSpPr>
              <p:spPr>
                <a:xfrm>
                  <a:off x="2298874" y="6683935"/>
                  <a:ext cx="1758558"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𝑓</m:t>
                        </m:r>
                        <m:r>
                          <a:rPr lang="en-US" altLang="zh-TW" sz="2800" b="0" i="1" smtClean="0">
                            <a:latin typeface="Cambria Math" panose="02040503050406030204" pitchFamily="18" charset="0"/>
                          </a:rPr>
                          <m:t>:</m:t>
                        </m:r>
                        <m:sSup>
                          <m:sSupPr>
                            <m:ctrlPr>
                              <a:rPr lang="en-US" altLang="zh-TW" sz="2800" b="0" i="1" smtClean="0">
                                <a:latin typeface="Cambria Math" panose="02040503050406030204" pitchFamily="18" charset="0"/>
                              </a:rPr>
                            </m:ctrlPr>
                          </m:sSupPr>
                          <m:e>
                            <m:r>
                              <a:rPr lang="en-US" altLang="zh-TW" sz="2800" b="0" i="1" smtClean="0">
                                <a:latin typeface="Cambria Math" panose="02040503050406030204" pitchFamily="18" charset="0"/>
                              </a:rPr>
                              <m:t>𝑅</m:t>
                            </m:r>
                          </m:e>
                          <m:sup>
                            <m:r>
                              <a:rPr lang="en-US" altLang="zh-TW" sz="2800" b="0" i="1" smtClean="0">
                                <a:latin typeface="Cambria Math" panose="02040503050406030204" pitchFamily="18" charset="0"/>
                              </a:rPr>
                              <m:t>2</m:t>
                            </m:r>
                          </m:sup>
                        </m:sSup>
                        <m:r>
                          <a:rPr lang="en-US" altLang="zh-TW" sz="2800" b="0" i="1" smtClean="0">
                            <a:latin typeface="Cambria Math" panose="02040503050406030204" pitchFamily="18" charset="0"/>
                            <a:ea typeface="Cambria Math" panose="02040503050406030204" pitchFamily="18" charset="0"/>
                          </a:rPr>
                          <m:t>→</m:t>
                        </m:r>
                        <m:sSup>
                          <m:sSupPr>
                            <m:ctrlPr>
                              <a:rPr lang="en-US" altLang="zh-TW" sz="2800" b="0" i="1" smtClean="0">
                                <a:latin typeface="Cambria Math" panose="02040503050406030204" pitchFamily="18" charset="0"/>
                                <a:ea typeface="Cambria Math" panose="02040503050406030204" pitchFamily="18" charset="0"/>
                              </a:rPr>
                            </m:ctrlPr>
                          </m:sSupPr>
                          <m:e>
                            <m:r>
                              <a:rPr lang="en-US" altLang="zh-TW" sz="2800" b="0" i="1" smtClean="0">
                                <a:latin typeface="Cambria Math" panose="02040503050406030204" pitchFamily="18" charset="0"/>
                                <a:ea typeface="Cambria Math" panose="02040503050406030204" pitchFamily="18" charset="0"/>
                              </a:rPr>
                              <m:t>𝑅</m:t>
                            </m:r>
                          </m:e>
                          <m:sup>
                            <m:r>
                              <a:rPr lang="en-US" altLang="zh-TW" sz="2800" b="0" i="1" smtClean="0">
                                <a:latin typeface="Cambria Math" panose="02040503050406030204" pitchFamily="18" charset="0"/>
                                <a:ea typeface="Cambria Math" panose="02040503050406030204" pitchFamily="18" charset="0"/>
                              </a:rPr>
                              <m:t>2</m:t>
                            </m:r>
                          </m:sup>
                        </m:sSup>
                      </m:oMath>
                    </m:oMathPara>
                  </a14:m>
                  <a:endParaRPr lang="zh-TW" altLang="en-US" sz="2800" dirty="0"/>
                </a:p>
              </p:txBody>
            </p:sp>
          </mc:Choice>
          <mc:Fallback xmlns="">
            <p:sp>
              <p:nvSpPr>
                <p:cNvPr id="155" name="文字方塊 136">
                  <a:extLst>
                    <a:ext uri="{FF2B5EF4-FFF2-40B4-BE49-F238E27FC236}">
                      <a16:creationId xmlns:a16="http://schemas.microsoft.com/office/drawing/2014/main" id="{F5B43F0D-91FC-4474-A4B9-E65D884A715B}"/>
                    </a:ext>
                  </a:extLst>
                </p:cNvPr>
                <p:cNvSpPr txBox="1">
                  <a:spLocks noRot="1" noChangeAspect="1" noMove="1" noResize="1" noEditPoints="1" noAdjustHandles="1" noChangeArrowheads="1" noChangeShapeType="1" noTextEdit="1"/>
                </p:cNvSpPr>
                <p:nvPr/>
              </p:nvSpPr>
              <p:spPr>
                <a:xfrm>
                  <a:off x="2298874" y="6683935"/>
                  <a:ext cx="1758558" cy="430887"/>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6" name="文字方塊 120">
                  <a:extLst>
                    <a:ext uri="{FF2B5EF4-FFF2-40B4-BE49-F238E27FC236}">
                      <a16:creationId xmlns:a16="http://schemas.microsoft.com/office/drawing/2014/main" id="{B187E662-6D30-4502-B38F-7ADD106CD3AC}"/>
                    </a:ext>
                  </a:extLst>
                </p:cNvPr>
                <p:cNvSpPr txBox="1"/>
                <p:nvPr/>
              </p:nvSpPr>
              <p:spPr>
                <a:xfrm>
                  <a:off x="4791931" y="6514318"/>
                  <a:ext cx="2829557" cy="71846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𝑓</m:t>
                        </m:r>
                        <m:d>
                          <m:dPr>
                            <m:ctrlPr>
                              <a:rPr lang="en-US" altLang="zh-TW" sz="2800" b="0" i="1" smtClean="0">
                                <a:latin typeface="Cambria Math" panose="02040503050406030204" pitchFamily="18" charset="0"/>
                              </a:rPr>
                            </m:ctrlPr>
                          </m:dPr>
                          <m:e>
                            <m:d>
                              <m:dPr>
                                <m:begChr m:val="["/>
                                <m:endChr m:val="]"/>
                                <m:ctrlPr>
                                  <a:rPr lang="en-US" altLang="zh-TW" sz="2800" b="0" i="1" smtClean="0">
                                    <a:latin typeface="Cambria Math" panose="02040503050406030204" pitchFamily="18" charset="0"/>
                                  </a:rPr>
                                </m:ctrlPr>
                              </m:dPr>
                              <m:e>
                                <m:m>
                                  <m:mPr>
                                    <m:mcs>
                                      <m:mc>
                                        <m:mcPr>
                                          <m:count m:val="1"/>
                                          <m:mcJc m:val="center"/>
                                        </m:mcPr>
                                      </m:mc>
                                    </m:mcs>
                                    <m:ctrlPr>
                                      <a:rPr lang="en-US" altLang="zh-TW" sz="2800" b="0" i="1" smtClean="0">
                                        <a:latin typeface="Cambria Math" panose="02040503050406030204" pitchFamily="18" charset="0"/>
                                      </a:rPr>
                                    </m:ctrlPr>
                                  </m:mPr>
                                  <m:mr>
                                    <m:e>
                                      <m:r>
                                        <m:rPr>
                                          <m:brk m:alnAt="7"/>
                                        </m:rPr>
                                        <a:rPr lang="en-US" altLang="zh-TW" sz="2800" b="0" i="1" smtClean="0">
                                          <a:latin typeface="Cambria Math" panose="02040503050406030204" pitchFamily="18" charset="0"/>
                                        </a:rPr>
                                        <m:t>1</m:t>
                                      </m:r>
                                    </m:e>
                                  </m:mr>
                                  <m:mr>
                                    <m:e>
                                      <m:r>
                                        <a:rPr lang="en-US" altLang="zh-TW" sz="2800" b="0" i="1" smtClean="0">
                                          <a:latin typeface="Cambria Math" panose="02040503050406030204" pitchFamily="18" charset="0"/>
                                        </a:rPr>
                                        <m:t>−1</m:t>
                                      </m:r>
                                    </m:e>
                                  </m:mr>
                                </m:m>
                              </m:e>
                            </m:d>
                          </m:e>
                        </m:d>
                        <m:r>
                          <a:rPr lang="en-US" altLang="zh-TW" sz="2800" b="0" i="1" smtClean="0">
                            <a:latin typeface="Cambria Math" panose="02040503050406030204" pitchFamily="18" charset="0"/>
                          </a:rPr>
                          <m:t>=</m:t>
                        </m:r>
                        <m:d>
                          <m:dPr>
                            <m:begChr m:val="["/>
                            <m:endChr m:val="]"/>
                            <m:ctrlPr>
                              <a:rPr lang="en-US" altLang="zh-TW" sz="2800" i="1">
                                <a:latin typeface="Cambria Math" panose="02040503050406030204" pitchFamily="18" charset="0"/>
                              </a:rPr>
                            </m:ctrlPr>
                          </m:dPr>
                          <m:e>
                            <m:m>
                              <m:mPr>
                                <m:mcs>
                                  <m:mc>
                                    <m:mcPr>
                                      <m:count m:val="1"/>
                                      <m:mcJc m:val="center"/>
                                    </m:mcPr>
                                  </m:mc>
                                </m:mcs>
                                <m:ctrlPr>
                                  <a:rPr lang="en-US" altLang="zh-TW" sz="2800" i="1">
                                    <a:latin typeface="Cambria Math" panose="02040503050406030204" pitchFamily="18" charset="0"/>
                                  </a:rPr>
                                </m:ctrlPr>
                              </m:mPr>
                              <m:mr>
                                <m:e>
                                  <m:r>
                                    <m:rPr>
                                      <m:brk m:alnAt="7"/>
                                    </m:rPr>
                                    <a:rPr lang="en-US" altLang="zh-TW" sz="2800" b="0" i="1" smtClean="0">
                                      <a:latin typeface="Cambria Math" panose="02040503050406030204" pitchFamily="18" charset="0"/>
                                    </a:rPr>
                                    <m:t>0</m:t>
                                  </m:r>
                                  <m:r>
                                    <a:rPr lang="en-US" altLang="zh-TW" sz="2800" b="0" i="1" smtClean="0">
                                      <a:latin typeface="Cambria Math" panose="02040503050406030204" pitchFamily="18" charset="0"/>
                                    </a:rPr>
                                    <m:t>.62</m:t>
                                  </m:r>
                                </m:e>
                              </m:mr>
                              <m:mr>
                                <m:e>
                                  <m:r>
                                    <a:rPr lang="en-US" altLang="zh-TW" sz="2800" b="0" i="1" smtClean="0">
                                      <a:latin typeface="Cambria Math" panose="02040503050406030204" pitchFamily="18" charset="0"/>
                                    </a:rPr>
                                    <m:t>0.83</m:t>
                                  </m:r>
                                </m:e>
                              </m:mr>
                            </m:m>
                          </m:e>
                        </m:d>
                      </m:oMath>
                    </m:oMathPara>
                  </a14:m>
                  <a:endParaRPr lang="zh-TW" altLang="en-US" sz="2800" dirty="0"/>
                </a:p>
              </p:txBody>
            </p:sp>
          </mc:Choice>
          <mc:Fallback xmlns="">
            <p:sp>
              <p:nvSpPr>
                <p:cNvPr id="156" name="文字方塊 120">
                  <a:extLst>
                    <a:ext uri="{FF2B5EF4-FFF2-40B4-BE49-F238E27FC236}">
                      <a16:creationId xmlns:a16="http://schemas.microsoft.com/office/drawing/2014/main" id="{B187E662-6D30-4502-B38F-7ADD106CD3AC}"/>
                    </a:ext>
                  </a:extLst>
                </p:cNvPr>
                <p:cNvSpPr txBox="1">
                  <a:spLocks noRot="1" noChangeAspect="1" noMove="1" noResize="1" noEditPoints="1" noAdjustHandles="1" noChangeArrowheads="1" noChangeShapeType="1" noTextEdit="1"/>
                </p:cNvSpPr>
                <p:nvPr/>
              </p:nvSpPr>
              <p:spPr>
                <a:xfrm>
                  <a:off x="4791931" y="6514318"/>
                  <a:ext cx="2829557" cy="718466"/>
                </a:xfrm>
                <a:prstGeom prst="rect">
                  <a:avLst/>
                </a:prstGeom>
                <a:blipFill>
                  <a:blip r:embed="rId3"/>
                  <a:stretch>
                    <a:fillRect/>
                  </a:stretch>
                </a:blipFill>
              </p:spPr>
              <p:txBody>
                <a:bodyPr/>
                <a:lstStyle/>
                <a:p>
                  <a:r>
                    <a:rPr lang="en-IN">
                      <a:noFill/>
                    </a:rPr>
                    <a:t> </a:t>
                  </a:r>
                </a:p>
              </p:txBody>
            </p:sp>
          </mc:Fallback>
        </mc:AlternateContent>
      </p:grpSp>
    </p:spTree>
    <p:extLst>
      <p:ext uri="{BB962C8B-B14F-4D97-AF65-F5344CB8AC3E}">
        <p14:creationId xmlns:p14="http://schemas.microsoft.com/office/powerpoint/2010/main" val="13830049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D92EB-1A66-429D-997F-866CE18119E5}"/>
              </a:ext>
            </a:extLst>
          </p:cNvPr>
          <p:cNvSpPr>
            <a:spLocks noGrp="1"/>
          </p:cNvSpPr>
          <p:nvPr>
            <p:ph type="title"/>
          </p:nvPr>
        </p:nvSpPr>
        <p:spPr/>
        <p:txBody>
          <a:bodyPr/>
          <a:lstStyle/>
          <a:p>
            <a:r>
              <a:rPr lang="en-IN" dirty="0"/>
              <a:t>Matrix Form </a:t>
            </a:r>
          </a:p>
        </p:txBody>
      </p:sp>
      <p:sp>
        <p:nvSpPr>
          <p:cNvPr id="3" name="橢圓 19">
            <a:extLst>
              <a:ext uri="{FF2B5EF4-FFF2-40B4-BE49-F238E27FC236}">
                <a16:creationId xmlns:a16="http://schemas.microsoft.com/office/drawing/2014/main" id="{83EA5060-8498-40B9-94EC-42BE5220A50F}"/>
              </a:ext>
            </a:extLst>
          </p:cNvPr>
          <p:cNvSpPr/>
          <p:nvPr/>
        </p:nvSpPr>
        <p:spPr>
          <a:xfrm>
            <a:off x="3384046" y="2654292"/>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4" name="橢圓 20">
            <a:extLst>
              <a:ext uri="{FF2B5EF4-FFF2-40B4-BE49-F238E27FC236}">
                <a16:creationId xmlns:a16="http://schemas.microsoft.com/office/drawing/2014/main" id="{455415D3-D0EA-493C-93DF-EC085F88051C}"/>
              </a:ext>
            </a:extLst>
          </p:cNvPr>
          <p:cNvSpPr/>
          <p:nvPr/>
        </p:nvSpPr>
        <p:spPr>
          <a:xfrm>
            <a:off x="3372763" y="4201987"/>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grpSp>
        <p:nvGrpSpPr>
          <p:cNvPr id="5" name="群組 83">
            <a:extLst>
              <a:ext uri="{FF2B5EF4-FFF2-40B4-BE49-F238E27FC236}">
                <a16:creationId xmlns:a16="http://schemas.microsoft.com/office/drawing/2014/main" id="{5FFC8D9B-E261-4D58-94EC-D41B66237EA6}"/>
              </a:ext>
            </a:extLst>
          </p:cNvPr>
          <p:cNvGrpSpPr/>
          <p:nvPr/>
        </p:nvGrpSpPr>
        <p:grpSpPr>
          <a:xfrm>
            <a:off x="1767841" y="2930520"/>
            <a:ext cx="1588876" cy="1638300"/>
            <a:chOff x="1013669" y="3459098"/>
            <a:chExt cx="1588876" cy="1638300"/>
          </a:xfrm>
        </p:grpSpPr>
        <p:cxnSp>
          <p:nvCxnSpPr>
            <p:cNvPr id="6" name="直線單箭頭接點 49">
              <a:extLst>
                <a:ext uri="{FF2B5EF4-FFF2-40B4-BE49-F238E27FC236}">
                  <a16:creationId xmlns:a16="http://schemas.microsoft.com/office/drawing/2014/main" id="{1627BDB8-56E5-4720-9039-E3374C3771E1}"/>
                </a:ext>
              </a:extLst>
            </p:cNvPr>
            <p:cNvCxnSpPr/>
            <p:nvPr/>
          </p:nvCxnSpPr>
          <p:spPr>
            <a:xfrm flipV="1">
              <a:off x="1013669" y="3507292"/>
              <a:ext cx="1574937" cy="158516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 name="群組 82">
              <a:extLst>
                <a:ext uri="{FF2B5EF4-FFF2-40B4-BE49-F238E27FC236}">
                  <a16:creationId xmlns:a16="http://schemas.microsoft.com/office/drawing/2014/main" id="{C3924C91-C659-4999-B63E-088666BADA98}"/>
                </a:ext>
              </a:extLst>
            </p:cNvPr>
            <p:cNvGrpSpPr/>
            <p:nvPr/>
          </p:nvGrpSpPr>
          <p:grpSpPr>
            <a:xfrm>
              <a:off x="1025705" y="3459098"/>
              <a:ext cx="1576840" cy="1638300"/>
              <a:chOff x="1025705" y="3459098"/>
              <a:chExt cx="1576840" cy="1638300"/>
            </a:xfrm>
          </p:grpSpPr>
          <p:cxnSp>
            <p:nvCxnSpPr>
              <p:cNvPr id="8" name="直線單箭頭接點 47">
                <a:extLst>
                  <a:ext uri="{FF2B5EF4-FFF2-40B4-BE49-F238E27FC236}">
                    <a16:creationId xmlns:a16="http://schemas.microsoft.com/office/drawing/2014/main" id="{9166FBC0-19D0-445C-B1BD-722F38957A4F}"/>
                  </a:ext>
                </a:extLst>
              </p:cNvPr>
              <p:cNvCxnSpPr/>
              <p:nvPr/>
            </p:nvCxnSpPr>
            <p:spPr>
              <a:xfrm>
                <a:off x="1048081" y="3459098"/>
                <a:ext cx="1548874" cy="160892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線單箭頭接點 50">
                <a:extLst>
                  <a:ext uri="{FF2B5EF4-FFF2-40B4-BE49-F238E27FC236}">
                    <a16:creationId xmlns:a16="http://schemas.microsoft.com/office/drawing/2014/main" id="{019D9A40-BE44-4B49-912B-AB62B55F59B3}"/>
                  </a:ext>
                </a:extLst>
              </p:cNvPr>
              <p:cNvCxnSpPr/>
              <p:nvPr/>
            </p:nvCxnSpPr>
            <p:spPr>
              <a:xfrm flipV="1">
                <a:off x="1025705" y="50973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線單箭頭接點 79">
                <a:extLst>
                  <a:ext uri="{FF2B5EF4-FFF2-40B4-BE49-F238E27FC236}">
                    <a16:creationId xmlns:a16="http://schemas.microsoft.com/office/drawing/2014/main" id="{783A2F2D-5C6E-454E-A43A-F68555E9B113}"/>
                  </a:ext>
                </a:extLst>
              </p:cNvPr>
              <p:cNvCxnSpPr/>
              <p:nvPr/>
            </p:nvCxnSpPr>
            <p:spPr>
              <a:xfrm flipV="1">
                <a:off x="1025705" y="3459098"/>
                <a:ext cx="157684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sp>
        <p:nvSpPr>
          <p:cNvPr id="11" name="手繪多邊形 103">
            <a:extLst>
              <a:ext uri="{FF2B5EF4-FFF2-40B4-BE49-F238E27FC236}">
                <a16:creationId xmlns:a16="http://schemas.microsoft.com/office/drawing/2014/main" id="{D57A76A5-EA16-4BD3-B8C2-96D0961FBE03}"/>
              </a:ext>
            </a:extLst>
          </p:cNvPr>
          <p:cNvSpPr/>
          <p:nvPr/>
        </p:nvSpPr>
        <p:spPr>
          <a:xfrm>
            <a:off x="3439079" y="4327800"/>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手繪多邊形 105">
            <a:extLst>
              <a:ext uri="{FF2B5EF4-FFF2-40B4-BE49-F238E27FC236}">
                <a16:creationId xmlns:a16="http://schemas.microsoft.com/office/drawing/2014/main" id="{2B5D9FC6-61A9-4F92-BBAB-B43669BDC634}"/>
              </a:ext>
            </a:extLst>
          </p:cNvPr>
          <p:cNvSpPr/>
          <p:nvPr/>
        </p:nvSpPr>
        <p:spPr>
          <a:xfrm>
            <a:off x="3420469" y="2738359"/>
            <a:ext cx="469900" cy="354083"/>
          </a:xfrm>
          <a:custGeom>
            <a:avLst/>
            <a:gdLst>
              <a:gd name="connsiteX0" fmla="*/ 469900 w 469900"/>
              <a:gd name="connsiteY0" fmla="*/ 5192 h 354083"/>
              <a:gd name="connsiteX1" fmla="*/ 254000 w 469900"/>
              <a:gd name="connsiteY1" fmla="*/ 43292 h 354083"/>
              <a:gd name="connsiteX2" fmla="*/ 139700 w 469900"/>
              <a:gd name="connsiteY2" fmla="*/ 322692 h 354083"/>
              <a:gd name="connsiteX3" fmla="*/ 0 w 469900"/>
              <a:gd name="connsiteY3" fmla="*/ 335392 h 354083"/>
            </a:gdLst>
            <a:ahLst/>
            <a:cxnLst>
              <a:cxn ang="0">
                <a:pos x="connsiteX0" y="connsiteY0"/>
              </a:cxn>
              <a:cxn ang="0">
                <a:pos x="connsiteX1" y="connsiteY1"/>
              </a:cxn>
              <a:cxn ang="0">
                <a:pos x="connsiteX2" y="connsiteY2"/>
              </a:cxn>
              <a:cxn ang="0">
                <a:pos x="connsiteX3" y="connsiteY3"/>
              </a:cxn>
            </a:cxnLst>
            <a:rect l="l" t="t" r="r" b="b"/>
            <a:pathLst>
              <a:path w="469900" h="354083">
                <a:moveTo>
                  <a:pt x="469900" y="5192"/>
                </a:moveTo>
                <a:cubicBezTo>
                  <a:pt x="389466" y="-2217"/>
                  <a:pt x="309033" y="-9625"/>
                  <a:pt x="254000" y="43292"/>
                </a:cubicBezTo>
                <a:cubicBezTo>
                  <a:pt x="198967" y="96209"/>
                  <a:pt x="182033" y="274009"/>
                  <a:pt x="139700" y="322692"/>
                </a:cubicBezTo>
                <a:cubicBezTo>
                  <a:pt x="97367" y="371375"/>
                  <a:pt x="48683" y="353383"/>
                  <a:pt x="0" y="3353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文字方塊 112">
            <a:extLst>
              <a:ext uri="{FF2B5EF4-FFF2-40B4-BE49-F238E27FC236}">
                <a16:creationId xmlns:a16="http://schemas.microsoft.com/office/drawing/2014/main" id="{0DBE0752-B742-42A7-8B95-5A7D87D7F314}"/>
              </a:ext>
            </a:extLst>
          </p:cNvPr>
          <p:cNvSpPr txBox="1"/>
          <p:nvPr/>
        </p:nvSpPr>
        <p:spPr>
          <a:xfrm>
            <a:off x="2366771" y="2451158"/>
            <a:ext cx="342900" cy="461665"/>
          </a:xfrm>
          <a:prstGeom prst="rect">
            <a:avLst/>
          </a:prstGeom>
          <a:noFill/>
        </p:spPr>
        <p:txBody>
          <a:bodyPr wrap="square" rtlCol="0">
            <a:spAutoFit/>
          </a:bodyPr>
          <a:lstStyle/>
          <a:p>
            <a:pPr algn="ctr"/>
            <a:r>
              <a:rPr lang="en-US" altLang="zh-TW" sz="2400" dirty="0">
                <a:solidFill>
                  <a:srgbClr val="FFC000"/>
                </a:solidFill>
              </a:rPr>
              <a:t>1</a:t>
            </a:r>
            <a:endParaRPr lang="zh-TW" altLang="en-US" sz="2400" dirty="0">
              <a:solidFill>
                <a:srgbClr val="FFC000"/>
              </a:solidFill>
            </a:endParaRPr>
          </a:p>
        </p:txBody>
      </p:sp>
      <p:sp>
        <p:nvSpPr>
          <p:cNvPr id="14" name="文字方塊 113">
            <a:extLst>
              <a:ext uri="{FF2B5EF4-FFF2-40B4-BE49-F238E27FC236}">
                <a16:creationId xmlns:a16="http://schemas.microsoft.com/office/drawing/2014/main" id="{1F6830BF-71CE-474F-973D-45B802A53903}"/>
              </a:ext>
            </a:extLst>
          </p:cNvPr>
          <p:cNvSpPr txBox="1"/>
          <p:nvPr/>
        </p:nvSpPr>
        <p:spPr>
          <a:xfrm>
            <a:off x="2533862" y="3039475"/>
            <a:ext cx="441679" cy="461665"/>
          </a:xfrm>
          <a:prstGeom prst="rect">
            <a:avLst/>
          </a:prstGeom>
          <a:noFill/>
        </p:spPr>
        <p:txBody>
          <a:bodyPr wrap="square" rtlCol="0">
            <a:spAutoFit/>
          </a:bodyPr>
          <a:lstStyle/>
          <a:p>
            <a:pPr algn="ctr"/>
            <a:r>
              <a:rPr lang="en-US" altLang="zh-TW" sz="2400" dirty="0">
                <a:solidFill>
                  <a:srgbClr val="FFC000"/>
                </a:solidFill>
              </a:rPr>
              <a:t>-2</a:t>
            </a:r>
            <a:endParaRPr lang="zh-TW" altLang="en-US" sz="2400" dirty="0">
              <a:solidFill>
                <a:srgbClr val="FFC000"/>
              </a:solidFill>
            </a:endParaRPr>
          </a:p>
        </p:txBody>
      </p:sp>
      <p:sp>
        <p:nvSpPr>
          <p:cNvPr id="15" name="文字方塊 114">
            <a:extLst>
              <a:ext uri="{FF2B5EF4-FFF2-40B4-BE49-F238E27FC236}">
                <a16:creationId xmlns:a16="http://schemas.microsoft.com/office/drawing/2014/main" id="{0172B734-0863-4E6A-B6C3-4791172F7F48}"/>
              </a:ext>
            </a:extLst>
          </p:cNvPr>
          <p:cNvSpPr txBox="1"/>
          <p:nvPr/>
        </p:nvSpPr>
        <p:spPr>
          <a:xfrm>
            <a:off x="2231566" y="4556605"/>
            <a:ext cx="715437" cy="461665"/>
          </a:xfrm>
          <a:prstGeom prst="rect">
            <a:avLst/>
          </a:prstGeom>
          <a:noFill/>
        </p:spPr>
        <p:txBody>
          <a:bodyPr wrap="square" rtlCol="0">
            <a:spAutoFit/>
          </a:bodyPr>
          <a:lstStyle/>
          <a:p>
            <a:pPr algn="ctr"/>
            <a:r>
              <a:rPr lang="en-US" altLang="zh-TW" sz="2400" dirty="0">
                <a:solidFill>
                  <a:srgbClr val="FFC000"/>
                </a:solidFill>
              </a:rPr>
              <a:t>1</a:t>
            </a:r>
            <a:endParaRPr lang="zh-TW" altLang="en-US" sz="2400" dirty="0">
              <a:solidFill>
                <a:srgbClr val="FFC000"/>
              </a:solidFill>
            </a:endParaRPr>
          </a:p>
        </p:txBody>
      </p:sp>
      <p:sp>
        <p:nvSpPr>
          <p:cNvPr id="16" name="文字方塊 115">
            <a:extLst>
              <a:ext uri="{FF2B5EF4-FFF2-40B4-BE49-F238E27FC236}">
                <a16:creationId xmlns:a16="http://schemas.microsoft.com/office/drawing/2014/main" id="{F72AE4CE-5CF6-42F4-B5FE-E37A03D70827}"/>
              </a:ext>
            </a:extLst>
          </p:cNvPr>
          <p:cNvSpPr txBox="1"/>
          <p:nvPr/>
        </p:nvSpPr>
        <p:spPr>
          <a:xfrm>
            <a:off x="2383845" y="3986293"/>
            <a:ext cx="715437" cy="461665"/>
          </a:xfrm>
          <a:prstGeom prst="rect">
            <a:avLst/>
          </a:prstGeom>
          <a:noFill/>
        </p:spPr>
        <p:txBody>
          <a:bodyPr wrap="square" rtlCol="0">
            <a:spAutoFit/>
          </a:bodyPr>
          <a:lstStyle/>
          <a:p>
            <a:pPr algn="ctr"/>
            <a:r>
              <a:rPr lang="en-US" altLang="zh-TW" sz="2400" dirty="0">
                <a:solidFill>
                  <a:srgbClr val="FFC000"/>
                </a:solidFill>
              </a:rPr>
              <a:t>-1</a:t>
            </a:r>
            <a:endParaRPr lang="zh-TW" altLang="en-US" sz="2400" dirty="0">
              <a:solidFill>
                <a:srgbClr val="FFC000"/>
              </a:solidFill>
            </a:endParaRPr>
          </a:p>
        </p:txBody>
      </p:sp>
      <p:sp>
        <p:nvSpPr>
          <p:cNvPr id="17" name="矩形 116">
            <a:extLst>
              <a:ext uri="{FF2B5EF4-FFF2-40B4-BE49-F238E27FC236}">
                <a16:creationId xmlns:a16="http://schemas.microsoft.com/office/drawing/2014/main" id="{91A0735B-AFCA-4EBA-8CF0-580AFECBFC60}"/>
              </a:ext>
            </a:extLst>
          </p:cNvPr>
          <p:cNvSpPr/>
          <p:nvPr/>
        </p:nvSpPr>
        <p:spPr>
          <a:xfrm>
            <a:off x="3130093" y="3415528"/>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18" name="直線單箭頭接點 118">
            <a:extLst>
              <a:ext uri="{FF2B5EF4-FFF2-40B4-BE49-F238E27FC236}">
                <a16:creationId xmlns:a16="http://schemas.microsoft.com/office/drawing/2014/main" id="{22435713-99D8-4AD5-AD11-27AF26AB4A5A}"/>
              </a:ext>
            </a:extLst>
          </p:cNvPr>
          <p:cNvCxnSpPr/>
          <p:nvPr/>
        </p:nvCxnSpPr>
        <p:spPr>
          <a:xfrm flipV="1">
            <a:off x="3356995" y="3032328"/>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文字方塊 119">
            <a:extLst>
              <a:ext uri="{FF2B5EF4-FFF2-40B4-BE49-F238E27FC236}">
                <a16:creationId xmlns:a16="http://schemas.microsoft.com/office/drawing/2014/main" id="{6A471038-8BF8-43BF-B51B-CD459BF4EFC8}"/>
              </a:ext>
            </a:extLst>
          </p:cNvPr>
          <p:cNvSpPr txBox="1"/>
          <p:nvPr/>
        </p:nvSpPr>
        <p:spPr>
          <a:xfrm>
            <a:off x="3146701" y="3409068"/>
            <a:ext cx="441679" cy="461665"/>
          </a:xfrm>
          <a:prstGeom prst="rect">
            <a:avLst/>
          </a:prstGeom>
          <a:noFill/>
        </p:spPr>
        <p:txBody>
          <a:bodyPr wrap="square" rtlCol="0">
            <a:spAutoFit/>
          </a:bodyPr>
          <a:lstStyle/>
          <a:p>
            <a:pPr algn="ctr"/>
            <a:r>
              <a:rPr lang="en-US" altLang="zh-TW" sz="2400" dirty="0">
                <a:solidFill>
                  <a:srgbClr val="00B050"/>
                </a:solidFill>
              </a:rPr>
              <a:t>1</a:t>
            </a:r>
            <a:endParaRPr lang="zh-TW" altLang="en-US" sz="2400" dirty="0">
              <a:solidFill>
                <a:srgbClr val="00B050"/>
              </a:solidFill>
            </a:endParaRPr>
          </a:p>
        </p:txBody>
      </p:sp>
      <p:sp>
        <p:nvSpPr>
          <p:cNvPr id="20" name="矩形 131">
            <a:extLst>
              <a:ext uri="{FF2B5EF4-FFF2-40B4-BE49-F238E27FC236}">
                <a16:creationId xmlns:a16="http://schemas.microsoft.com/office/drawing/2014/main" id="{9B5DA74C-7416-4B1C-A907-467A4D20FB85}"/>
              </a:ext>
            </a:extLst>
          </p:cNvPr>
          <p:cNvSpPr/>
          <p:nvPr/>
        </p:nvSpPr>
        <p:spPr>
          <a:xfrm>
            <a:off x="3139618" y="4964867"/>
            <a:ext cx="458287" cy="448747"/>
          </a:xfrm>
          <a:prstGeom prst="rect">
            <a:avLst/>
          </a:prstGeom>
          <a:solidFill>
            <a:schemeClr val="accent6">
              <a:lumMod val="20000"/>
              <a:lumOff val="80000"/>
            </a:schemeClr>
          </a:solidFill>
          <a:ln>
            <a:solidFill>
              <a:srgbClr val="00B050"/>
            </a:solid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cxnSp>
        <p:nvCxnSpPr>
          <p:cNvPr id="21" name="直線單箭頭接點 132">
            <a:extLst>
              <a:ext uri="{FF2B5EF4-FFF2-40B4-BE49-F238E27FC236}">
                <a16:creationId xmlns:a16="http://schemas.microsoft.com/office/drawing/2014/main" id="{918F57EA-1658-496E-A929-CE99ECF837CC}"/>
              </a:ext>
            </a:extLst>
          </p:cNvPr>
          <p:cNvCxnSpPr/>
          <p:nvPr/>
        </p:nvCxnSpPr>
        <p:spPr>
          <a:xfrm flipV="1">
            <a:off x="3366520" y="4581667"/>
            <a:ext cx="0" cy="384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文字方塊 133">
            <a:extLst>
              <a:ext uri="{FF2B5EF4-FFF2-40B4-BE49-F238E27FC236}">
                <a16:creationId xmlns:a16="http://schemas.microsoft.com/office/drawing/2014/main" id="{A84CD3B5-8199-4F7E-A723-307B713D8B45}"/>
              </a:ext>
            </a:extLst>
          </p:cNvPr>
          <p:cNvSpPr txBox="1"/>
          <p:nvPr/>
        </p:nvSpPr>
        <p:spPr>
          <a:xfrm>
            <a:off x="3156226" y="4958407"/>
            <a:ext cx="441679" cy="461665"/>
          </a:xfrm>
          <a:prstGeom prst="rect">
            <a:avLst/>
          </a:prstGeom>
          <a:noFill/>
        </p:spPr>
        <p:txBody>
          <a:bodyPr wrap="square" rtlCol="0">
            <a:spAutoFit/>
          </a:bodyPr>
          <a:lstStyle/>
          <a:p>
            <a:pPr algn="ctr"/>
            <a:r>
              <a:rPr lang="en-US" altLang="zh-TW" sz="2400" dirty="0">
                <a:solidFill>
                  <a:srgbClr val="00B050"/>
                </a:solidFill>
              </a:rPr>
              <a:t>0</a:t>
            </a:r>
            <a:endParaRPr lang="zh-TW" altLang="en-US" sz="2400" dirty="0">
              <a:solidFill>
                <a:srgbClr val="00B050"/>
              </a:solidFill>
            </a:endParaRPr>
          </a:p>
        </p:txBody>
      </p:sp>
      <p:sp>
        <p:nvSpPr>
          <p:cNvPr id="23" name="文字方塊 134">
            <a:extLst>
              <a:ext uri="{FF2B5EF4-FFF2-40B4-BE49-F238E27FC236}">
                <a16:creationId xmlns:a16="http://schemas.microsoft.com/office/drawing/2014/main" id="{B69989CD-4E60-418C-97F3-E135EC99F91A}"/>
              </a:ext>
            </a:extLst>
          </p:cNvPr>
          <p:cNvSpPr txBox="1"/>
          <p:nvPr/>
        </p:nvSpPr>
        <p:spPr>
          <a:xfrm>
            <a:off x="3069376" y="2398838"/>
            <a:ext cx="430062" cy="461665"/>
          </a:xfrm>
          <a:prstGeom prst="rect">
            <a:avLst/>
          </a:prstGeom>
          <a:noFill/>
        </p:spPr>
        <p:txBody>
          <a:bodyPr wrap="square" rtlCol="0">
            <a:spAutoFit/>
          </a:bodyPr>
          <a:lstStyle/>
          <a:p>
            <a:pPr algn="ctr"/>
            <a:r>
              <a:rPr lang="en-US" altLang="zh-TW" sz="2400" dirty="0">
                <a:solidFill>
                  <a:srgbClr val="FF0000"/>
                </a:solidFill>
              </a:rPr>
              <a:t>4</a:t>
            </a:r>
            <a:endParaRPr lang="zh-TW" altLang="en-US" sz="2400" dirty="0">
              <a:solidFill>
                <a:srgbClr val="FF0000"/>
              </a:solidFill>
            </a:endParaRPr>
          </a:p>
        </p:txBody>
      </p:sp>
      <p:sp>
        <p:nvSpPr>
          <p:cNvPr id="24" name="文字方塊 135">
            <a:extLst>
              <a:ext uri="{FF2B5EF4-FFF2-40B4-BE49-F238E27FC236}">
                <a16:creationId xmlns:a16="http://schemas.microsoft.com/office/drawing/2014/main" id="{C818B805-A006-46C6-ACFA-E9B37692A689}"/>
              </a:ext>
            </a:extLst>
          </p:cNvPr>
          <p:cNvSpPr txBox="1"/>
          <p:nvPr/>
        </p:nvSpPr>
        <p:spPr>
          <a:xfrm>
            <a:off x="2955338" y="4002705"/>
            <a:ext cx="682714" cy="461665"/>
          </a:xfrm>
          <a:prstGeom prst="rect">
            <a:avLst/>
          </a:prstGeom>
          <a:noFill/>
        </p:spPr>
        <p:txBody>
          <a:bodyPr wrap="square" rtlCol="0">
            <a:spAutoFit/>
          </a:bodyPr>
          <a:lstStyle/>
          <a:p>
            <a:pPr algn="ctr"/>
            <a:r>
              <a:rPr lang="en-US" altLang="zh-TW" sz="2400" dirty="0">
                <a:solidFill>
                  <a:srgbClr val="FF0000"/>
                </a:solidFill>
              </a:rPr>
              <a:t>-2</a:t>
            </a:r>
            <a:endParaRPr lang="zh-TW" altLang="en-US" sz="2400" dirty="0">
              <a:solidFill>
                <a:srgbClr val="FF0000"/>
              </a:solidFill>
            </a:endParaRPr>
          </a:p>
        </p:txBody>
      </p:sp>
      <p:sp>
        <p:nvSpPr>
          <p:cNvPr id="25" name="文字方塊 137">
            <a:extLst>
              <a:ext uri="{FF2B5EF4-FFF2-40B4-BE49-F238E27FC236}">
                <a16:creationId xmlns:a16="http://schemas.microsoft.com/office/drawing/2014/main" id="{96134F8E-49E4-46EB-9368-F58492175560}"/>
              </a:ext>
            </a:extLst>
          </p:cNvPr>
          <p:cNvSpPr txBox="1"/>
          <p:nvPr/>
        </p:nvSpPr>
        <p:spPr>
          <a:xfrm>
            <a:off x="3767992" y="2359906"/>
            <a:ext cx="811642" cy="461665"/>
          </a:xfrm>
          <a:prstGeom prst="rect">
            <a:avLst/>
          </a:prstGeom>
          <a:noFill/>
        </p:spPr>
        <p:txBody>
          <a:bodyPr wrap="square" rtlCol="0">
            <a:spAutoFit/>
          </a:bodyPr>
          <a:lstStyle/>
          <a:p>
            <a:pPr algn="ctr"/>
            <a:r>
              <a:rPr lang="en-US" altLang="zh-TW" sz="2400" dirty="0">
                <a:solidFill>
                  <a:srgbClr val="0000FF"/>
                </a:solidFill>
              </a:rPr>
              <a:t>0.98</a:t>
            </a:r>
            <a:endParaRPr lang="zh-TW" altLang="en-US" sz="2400" dirty="0">
              <a:solidFill>
                <a:srgbClr val="0000FF"/>
              </a:solidFill>
            </a:endParaRPr>
          </a:p>
        </p:txBody>
      </p:sp>
      <p:sp>
        <p:nvSpPr>
          <p:cNvPr id="26" name="文字方塊 138">
            <a:extLst>
              <a:ext uri="{FF2B5EF4-FFF2-40B4-BE49-F238E27FC236}">
                <a16:creationId xmlns:a16="http://schemas.microsoft.com/office/drawing/2014/main" id="{56FF5CC4-03A4-482D-AC71-049069243D41}"/>
              </a:ext>
            </a:extLst>
          </p:cNvPr>
          <p:cNvSpPr txBox="1"/>
          <p:nvPr/>
        </p:nvSpPr>
        <p:spPr>
          <a:xfrm>
            <a:off x="3790311" y="3965437"/>
            <a:ext cx="811642" cy="461665"/>
          </a:xfrm>
          <a:prstGeom prst="rect">
            <a:avLst/>
          </a:prstGeom>
          <a:noFill/>
        </p:spPr>
        <p:txBody>
          <a:bodyPr wrap="square" rtlCol="0">
            <a:spAutoFit/>
          </a:bodyPr>
          <a:lstStyle/>
          <a:p>
            <a:pPr algn="ctr"/>
            <a:r>
              <a:rPr lang="en-US" altLang="zh-TW" sz="2400" dirty="0">
                <a:solidFill>
                  <a:srgbClr val="0000FF"/>
                </a:solidFill>
              </a:rPr>
              <a:t>0.12</a:t>
            </a:r>
            <a:endParaRPr lang="zh-TW" altLang="en-US" sz="2400" dirty="0">
              <a:solidFill>
                <a:srgbClr val="0000FF"/>
              </a:solidFill>
            </a:endParaRPr>
          </a:p>
        </p:txBody>
      </p:sp>
      <p:sp>
        <p:nvSpPr>
          <p:cNvPr id="27" name="矩形 77">
            <a:extLst>
              <a:ext uri="{FF2B5EF4-FFF2-40B4-BE49-F238E27FC236}">
                <a16:creationId xmlns:a16="http://schemas.microsoft.com/office/drawing/2014/main" id="{766898CE-FE76-4D6E-B653-55A49E11D7FD}"/>
              </a:ext>
            </a:extLst>
          </p:cNvPr>
          <p:cNvSpPr/>
          <p:nvPr/>
        </p:nvSpPr>
        <p:spPr>
          <a:xfrm>
            <a:off x="1407735" y="2749542"/>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28" name="矩形 78">
            <a:extLst>
              <a:ext uri="{FF2B5EF4-FFF2-40B4-BE49-F238E27FC236}">
                <a16:creationId xmlns:a16="http://schemas.microsoft.com/office/drawing/2014/main" id="{2BC6FBBD-DDB7-4F23-B0B7-08E344D4C8D6}"/>
              </a:ext>
            </a:extLst>
          </p:cNvPr>
          <p:cNvSpPr/>
          <p:nvPr/>
        </p:nvSpPr>
        <p:spPr>
          <a:xfrm>
            <a:off x="1376492" y="4391315"/>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29" name="文字方塊 80">
            <a:extLst>
              <a:ext uri="{FF2B5EF4-FFF2-40B4-BE49-F238E27FC236}">
                <a16:creationId xmlns:a16="http://schemas.microsoft.com/office/drawing/2014/main" id="{F4268313-94FE-436F-94A7-33916F430A2C}"/>
              </a:ext>
            </a:extLst>
          </p:cNvPr>
          <p:cNvSpPr txBox="1"/>
          <p:nvPr/>
        </p:nvSpPr>
        <p:spPr>
          <a:xfrm>
            <a:off x="1419903" y="2736087"/>
            <a:ext cx="342900" cy="461665"/>
          </a:xfrm>
          <a:prstGeom prst="rect">
            <a:avLst/>
          </a:prstGeom>
          <a:noFill/>
        </p:spPr>
        <p:txBody>
          <a:bodyPr wrap="square" rtlCol="0">
            <a:spAutoFit/>
          </a:bodyPr>
          <a:lstStyle/>
          <a:p>
            <a:pPr algn="ctr"/>
            <a:r>
              <a:rPr lang="en-US" altLang="zh-TW" sz="2400" dirty="0">
                <a:solidFill>
                  <a:srgbClr val="0000FF"/>
                </a:solidFill>
              </a:rPr>
              <a:t>1</a:t>
            </a:r>
            <a:endParaRPr lang="zh-TW" altLang="en-US" sz="2400" dirty="0">
              <a:solidFill>
                <a:srgbClr val="0000FF"/>
              </a:solidFill>
            </a:endParaRPr>
          </a:p>
        </p:txBody>
      </p:sp>
      <p:sp>
        <p:nvSpPr>
          <p:cNvPr id="30" name="文字方塊 81">
            <a:extLst>
              <a:ext uri="{FF2B5EF4-FFF2-40B4-BE49-F238E27FC236}">
                <a16:creationId xmlns:a16="http://schemas.microsoft.com/office/drawing/2014/main" id="{6EB0D13A-E5C1-402E-BD04-932519BB520A}"/>
              </a:ext>
            </a:extLst>
          </p:cNvPr>
          <p:cNvSpPr txBox="1"/>
          <p:nvPr/>
        </p:nvSpPr>
        <p:spPr>
          <a:xfrm>
            <a:off x="1323308" y="4325772"/>
            <a:ext cx="488741" cy="461665"/>
          </a:xfrm>
          <a:prstGeom prst="rect">
            <a:avLst/>
          </a:prstGeom>
          <a:noFill/>
        </p:spPr>
        <p:txBody>
          <a:bodyPr wrap="square" rtlCol="0">
            <a:spAutoFit/>
          </a:bodyPr>
          <a:lstStyle/>
          <a:p>
            <a:pPr algn="ctr"/>
            <a:r>
              <a:rPr lang="en-US" altLang="zh-TW" sz="2400" dirty="0">
                <a:solidFill>
                  <a:srgbClr val="0000FF"/>
                </a:solidFill>
              </a:rPr>
              <a:t>-1</a:t>
            </a:r>
            <a:endParaRPr lang="zh-TW" altLang="en-US" sz="2400" dirty="0">
              <a:solidFill>
                <a:srgbClr val="0000FF"/>
              </a:solidFill>
            </a:endParaRPr>
          </a:p>
        </p:txBody>
      </p:sp>
      <mc:AlternateContent xmlns:mc="http://schemas.openxmlformats.org/markup-compatibility/2006" xmlns:a14="http://schemas.microsoft.com/office/drawing/2010/main">
        <mc:Choice Requires="a14">
          <p:sp>
            <p:nvSpPr>
              <p:cNvPr id="31" name="文字方塊 7">
                <a:extLst>
                  <a:ext uri="{FF2B5EF4-FFF2-40B4-BE49-F238E27FC236}">
                    <a16:creationId xmlns:a16="http://schemas.microsoft.com/office/drawing/2014/main" id="{E1E7873E-319F-40A6-9AA0-9973EF971667}"/>
                  </a:ext>
                </a:extLst>
              </p:cNvPr>
              <p:cNvSpPr txBox="1"/>
              <p:nvPr/>
            </p:nvSpPr>
            <p:spPr>
              <a:xfrm>
                <a:off x="4860381" y="4038718"/>
                <a:ext cx="4447371"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2800" i="1" smtClean="0">
                          <a:latin typeface="Cambria Math" panose="02040503050406030204" pitchFamily="18" charset="0"/>
                        </a:rPr>
                        <m:t>𝜎</m:t>
                      </m:r>
                      <m:d>
                        <m:dPr>
                          <m:ctrlPr>
                            <a:rPr lang="en-US" altLang="zh-TW" sz="2800" i="1" smtClean="0">
                              <a:latin typeface="Cambria Math" panose="02040503050406030204" pitchFamily="18" charset="0"/>
                            </a:rPr>
                          </m:ctrlPr>
                        </m:dPr>
                        <m:e>
                          <m:r>
                            <a:rPr lang="en-US" altLang="zh-TW" sz="2800" b="0" i="1" smtClean="0">
                              <a:latin typeface="Cambria Math" panose="02040503050406030204" pitchFamily="18" charset="0"/>
                            </a:rPr>
                            <m:t>                                                </m:t>
                          </m:r>
                        </m:e>
                      </m:d>
                    </m:oMath>
                  </m:oMathPara>
                </a14:m>
                <a:endParaRPr lang="zh-TW" altLang="en-US" sz="2800" dirty="0"/>
              </a:p>
            </p:txBody>
          </p:sp>
        </mc:Choice>
        <mc:Fallback xmlns="">
          <p:sp>
            <p:nvSpPr>
              <p:cNvPr id="31" name="文字方塊 7">
                <a:extLst>
                  <a:ext uri="{FF2B5EF4-FFF2-40B4-BE49-F238E27FC236}">
                    <a16:creationId xmlns:a16="http://schemas.microsoft.com/office/drawing/2014/main" id="{E1E7873E-319F-40A6-9AA0-9973EF971667}"/>
                  </a:ext>
                </a:extLst>
              </p:cNvPr>
              <p:cNvSpPr txBox="1">
                <a:spLocks noRot="1" noChangeAspect="1" noMove="1" noResize="1" noEditPoints="1" noAdjustHandles="1" noChangeArrowheads="1" noChangeShapeType="1" noTextEdit="1"/>
              </p:cNvSpPr>
              <p:nvPr/>
            </p:nvSpPr>
            <p:spPr>
              <a:xfrm>
                <a:off x="4860381" y="4038718"/>
                <a:ext cx="4447371" cy="430887"/>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2" name="文字方塊 2">
                <a:extLst>
                  <a:ext uri="{FF2B5EF4-FFF2-40B4-BE49-F238E27FC236}">
                    <a16:creationId xmlns:a16="http://schemas.microsoft.com/office/drawing/2014/main" id="{5903A99E-E649-4B75-BEBF-9763C4BE81EA}"/>
                  </a:ext>
                </a:extLst>
              </p:cNvPr>
              <p:cNvSpPr txBox="1"/>
              <p:nvPr/>
            </p:nvSpPr>
            <p:spPr>
              <a:xfrm>
                <a:off x="7092130" y="3897834"/>
                <a:ext cx="692882" cy="61343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sz="2400" i="1" smtClean="0">
                              <a:solidFill>
                                <a:srgbClr val="0000FF"/>
                              </a:solidFill>
                              <a:latin typeface="Cambria Math" panose="02040503050406030204" pitchFamily="18" charset="0"/>
                            </a:rPr>
                          </m:ctrlPr>
                        </m:dPr>
                        <m:e>
                          <m:m>
                            <m:mPr>
                              <m:mcs>
                                <m:mc>
                                  <m:mcPr>
                                    <m:count m:val="1"/>
                                    <m:mcJc m:val="center"/>
                                  </m:mcPr>
                                </m:mc>
                              </m:mcs>
                              <m:ctrlPr>
                                <a:rPr lang="en-US" altLang="zh-TW" sz="2400" i="1" smtClean="0">
                                  <a:solidFill>
                                    <a:srgbClr val="0000FF"/>
                                  </a:solidFill>
                                  <a:latin typeface="Cambria Math" panose="02040503050406030204" pitchFamily="18" charset="0"/>
                                </a:rPr>
                              </m:ctrlPr>
                            </m:mPr>
                            <m:mr>
                              <m:e>
                                <m:r>
                                  <m:rPr>
                                    <m:brk m:alnAt="7"/>
                                  </m:rPr>
                                  <a:rPr lang="en-US" altLang="zh-TW" sz="2400" b="0" i="1" smtClean="0">
                                    <a:solidFill>
                                      <a:srgbClr val="0000FF"/>
                                    </a:solidFill>
                                    <a:latin typeface="Cambria Math" panose="02040503050406030204" pitchFamily="18" charset="0"/>
                                  </a:rPr>
                                  <m:t>1</m:t>
                                </m:r>
                              </m:e>
                            </m:mr>
                            <m:mr>
                              <m:e>
                                <m:r>
                                  <a:rPr lang="en-US" altLang="zh-TW" sz="2400" b="0" i="1" smtClean="0">
                                    <a:solidFill>
                                      <a:srgbClr val="0000FF"/>
                                    </a:solidFill>
                                    <a:latin typeface="Cambria Math" panose="02040503050406030204" pitchFamily="18" charset="0"/>
                                  </a:rPr>
                                  <m:t>−1</m:t>
                                </m:r>
                              </m:e>
                            </m:mr>
                          </m:m>
                        </m:e>
                      </m:d>
                    </m:oMath>
                  </m:oMathPara>
                </a14:m>
                <a:endParaRPr lang="zh-TW" altLang="en-US" sz="2400" dirty="0">
                  <a:solidFill>
                    <a:srgbClr val="0000FF"/>
                  </a:solidFill>
                </a:endParaRPr>
              </a:p>
            </p:txBody>
          </p:sp>
        </mc:Choice>
        <mc:Fallback xmlns="">
          <p:sp>
            <p:nvSpPr>
              <p:cNvPr id="32" name="文字方塊 2">
                <a:extLst>
                  <a:ext uri="{FF2B5EF4-FFF2-40B4-BE49-F238E27FC236}">
                    <a16:creationId xmlns:a16="http://schemas.microsoft.com/office/drawing/2014/main" id="{5903A99E-E649-4B75-BEBF-9763C4BE81EA}"/>
                  </a:ext>
                </a:extLst>
              </p:cNvPr>
              <p:cNvSpPr txBox="1">
                <a:spLocks noRot="1" noChangeAspect="1" noMove="1" noResize="1" noEditPoints="1" noAdjustHandles="1" noChangeArrowheads="1" noChangeShapeType="1" noTextEdit="1"/>
              </p:cNvSpPr>
              <p:nvPr/>
            </p:nvSpPr>
            <p:spPr>
              <a:xfrm>
                <a:off x="7092130" y="3897834"/>
                <a:ext cx="692882" cy="613438"/>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3" name="文字方塊 69">
                <a:extLst>
                  <a:ext uri="{FF2B5EF4-FFF2-40B4-BE49-F238E27FC236}">
                    <a16:creationId xmlns:a16="http://schemas.microsoft.com/office/drawing/2014/main" id="{413029EF-321D-45E3-AD7C-3A1A15BB9EEA}"/>
                  </a:ext>
                </a:extLst>
              </p:cNvPr>
              <p:cNvSpPr txBox="1"/>
              <p:nvPr/>
            </p:nvSpPr>
            <p:spPr>
              <a:xfrm>
                <a:off x="5327918" y="3896340"/>
                <a:ext cx="1399806" cy="61343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sz="2400" i="1" smtClean="0">
                              <a:solidFill>
                                <a:srgbClr val="FFC000"/>
                              </a:solidFill>
                              <a:latin typeface="Cambria Math" panose="02040503050406030204" pitchFamily="18" charset="0"/>
                            </a:rPr>
                          </m:ctrlPr>
                        </m:dPr>
                        <m:e>
                          <m:m>
                            <m:mPr>
                              <m:mcs>
                                <m:mc>
                                  <m:mcPr>
                                    <m:count m:val="2"/>
                                    <m:mcJc m:val="center"/>
                                  </m:mcPr>
                                </m:mc>
                              </m:mcs>
                              <m:ctrlPr>
                                <a:rPr lang="en-US" altLang="zh-TW" sz="2400" i="1" smtClean="0">
                                  <a:solidFill>
                                    <a:srgbClr val="FFC000"/>
                                  </a:solidFill>
                                  <a:latin typeface="Cambria Math" panose="02040503050406030204" pitchFamily="18" charset="0"/>
                                </a:rPr>
                              </m:ctrlPr>
                            </m:mPr>
                            <m:mr>
                              <m:e>
                                <m:r>
                                  <m:rPr>
                                    <m:brk m:alnAt="7"/>
                                  </m:rPr>
                                  <a:rPr lang="en-US" altLang="zh-TW" sz="2400" b="0" i="1" smtClean="0">
                                    <a:solidFill>
                                      <a:srgbClr val="FFC000"/>
                                    </a:solidFill>
                                    <a:latin typeface="Cambria Math" panose="02040503050406030204" pitchFamily="18" charset="0"/>
                                  </a:rPr>
                                  <m:t>1</m:t>
                                </m:r>
                              </m:e>
                              <m:e>
                                <m:r>
                                  <a:rPr lang="en-US" altLang="zh-TW" sz="2400" b="0" i="1" smtClean="0">
                                    <a:solidFill>
                                      <a:srgbClr val="FFC000"/>
                                    </a:solidFill>
                                    <a:latin typeface="Cambria Math" panose="02040503050406030204" pitchFamily="18" charset="0"/>
                                  </a:rPr>
                                  <m:t>−2</m:t>
                                </m:r>
                              </m:e>
                            </m:mr>
                            <m:mr>
                              <m:e>
                                <m:r>
                                  <a:rPr lang="en-US" altLang="zh-TW" sz="2400" b="0" i="1" smtClean="0">
                                    <a:solidFill>
                                      <a:srgbClr val="FFC000"/>
                                    </a:solidFill>
                                    <a:latin typeface="Cambria Math" panose="02040503050406030204" pitchFamily="18" charset="0"/>
                                  </a:rPr>
                                  <m:t>−1</m:t>
                                </m:r>
                              </m:e>
                              <m:e>
                                <m:r>
                                  <a:rPr lang="en-US" altLang="zh-TW" sz="2400" b="0" i="1" smtClean="0">
                                    <a:solidFill>
                                      <a:srgbClr val="FFC000"/>
                                    </a:solidFill>
                                    <a:latin typeface="Cambria Math" panose="02040503050406030204" pitchFamily="18" charset="0"/>
                                  </a:rPr>
                                  <m:t>1</m:t>
                                </m:r>
                              </m:e>
                            </m:mr>
                          </m:m>
                        </m:e>
                      </m:d>
                    </m:oMath>
                  </m:oMathPara>
                </a14:m>
                <a:endParaRPr lang="zh-TW" altLang="en-US" sz="2400" dirty="0">
                  <a:solidFill>
                    <a:srgbClr val="FFC000"/>
                  </a:solidFill>
                </a:endParaRPr>
              </a:p>
            </p:txBody>
          </p:sp>
        </mc:Choice>
        <mc:Fallback xmlns="">
          <p:sp>
            <p:nvSpPr>
              <p:cNvPr id="33" name="文字方塊 69">
                <a:extLst>
                  <a:ext uri="{FF2B5EF4-FFF2-40B4-BE49-F238E27FC236}">
                    <a16:creationId xmlns:a16="http://schemas.microsoft.com/office/drawing/2014/main" id="{413029EF-321D-45E3-AD7C-3A1A15BB9EEA}"/>
                  </a:ext>
                </a:extLst>
              </p:cNvPr>
              <p:cNvSpPr txBox="1">
                <a:spLocks noRot="1" noChangeAspect="1" noMove="1" noResize="1" noEditPoints="1" noAdjustHandles="1" noChangeArrowheads="1" noChangeShapeType="1" noTextEdit="1"/>
              </p:cNvSpPr>
              <p:nvPr/>
            </p:nvSpPr>
            <p:spPr>
              <a:xfrm>
                <a:off x="5327918" y="3896340"/>
                <a:ext cx="1399806" cy="613438"/>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4" name="文字方塊 70">
                <a:extLst>
                  <a:ext uri="{FF2B5EF4-FFF2-40B4-BE49-F238E27FC236}">
                    <a16:creationId xmlns:a16="http://schemas.microsoft.com/office/drawing/2014/main" id="{D2CE4043-6BC8-4D09-87D8-23BC01E99547}"/>
                  </a:ext>
                </a:extLst>
              </p:cNvPr>
              <p:cNvSpPr txBox="1"/>
              <p:nvPr/>
            </p:nvSpPr>
            <p:spPr>
              <a:xfrm>
                <a:off x="8097791" y="4050548"/>
                <a:ext cx="349455"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800" b="0" i="1" smtClean="0">
                          <a:latin typeface="Cambria Math" panose="02040503050406030204" pitchFamily="18" charset="0"/>
                        </a:rPr>
                        <m:t>+</m:t>
                      </m:r>
                    </m:oMath>
                  </m:oMathPara>
                </a14:m>
                <a:endParaRPr lang="zh-TW" altLang="en-US" sz="2800" dirty="0"/>
              </a:p>
            </p:txBody>
          </p:sp>
        </mc:Choice>
        <mc:Fallback xmlns="">
          <p:sp>
            <p:nvSpPr>
              <p:cNvPr id="34" name="文字方塊 70">
                <a:extLst>
                  <a:ext uri="{FF2B5EF4-FFF2-40B4-BE49-F238E27FC236}">
                    <a16:creationId xmlns:a16="http://schemas.microsoft.com/office/drawing/2014/main" id="{D2CE4043-6BC8-4D09-87D8-23BC01E99547}"/>
                  </a:ext>
                </a:extLst>
              </p:cNvPr>
              <p:cNvSpPr txBox="1">
                <a:spLocks noRot="1" noChangeAspect="1" noMove="1" noResize="1" noEditPoints="1" noAdjustHandles="1" noChangeArrowheads="1" noChangeShapeType="1" noTextEdit="1"/>
              </p:cNvSpPr>
              <p:nvPr/>
            </p:nvSpPr>
            <p:spPr>
              <a:xfrm>
                <a:off x="8097791" y="4050548"/>
                <a:ext cx="349455" cy="430887"/>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5" name="文字方塊 66">
                <a:extLst>
                  <a:ext uri="{FF2B5EF4-FFF2-40B4-BE49-F238E27FC236}">
                    <a16:creationId xmlns:a16="http://schemas.microsoft.com/office/drawing/2014/main" id="{5A9527D7-2971-46AC-8BBA-ECD1BBAA4B1C}"/>
                  </a:ext>
                </a:extLst>
              </p:cNvPr>
              <p:cNvSpPr txBox="1"/>
              <p:nvPr/>
            </p:nvSpPr>
            <p:spPr>
              <a:xfrm>
                <a:off x="8598671" y="3887276"/>
                <a:ext cx="463653" cy="61581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sz="2400" i="1" smtClean="0">
                              <a:solidFill>
                                <a:srgbClr val="00B050"/>
                              </a:solidFill>
                              <a:latin typeface="Cambria Math" panose="02040503050406030204" pitchFamily="18" charset="0"/>
                            </a:rPr>
                          </m:ctrlPr>
                        </m:dPr>
                        <m:e>
                          <m:m>
                            <m:mPr>
                              <m:mcs>
                                <m:mc>
                                  <m:mcPr>
                                    <m:count m:val="1"/>
                                    <m:mcJc m:val="center"/>
                                  </m:mcPr>
                                </m:mc>
                              </m:mcs>
                              <m:ctrlPr>
                                <a:rPr lang="en-US" altLang="zh-TW" sz="2400" i="1" smtClean="0">
                                  <a:solidFill>
                                    <a:srgbClr val="00B050"/>
                                  </a:solidFill>
                                  <a:latin typeface="Cambria Math" panose="02040503050406030204" pitchFamily="18" charset="0"/>
                                </a:rPr>
                              </m:ctrlPr>
                            </m:mPr>
                            <m:mr>
                              <m:e>
                                <m:r>
                                  <m:rPr>
                                    <m:brk m:alnAt="7"/>
                                  </m:rPr>
                                  <a:rPr lang="en-US" altLang="zh-TW" sz="2400" b="0" i="1" smtClean="0">
                                    <a:solidFill>
                                      <a:srgbClr val="00B050"/>
                                    </a:solidFill>
                                    <a:latin typeface="Cambria Math" panose="02040503050406030204" pitchFamily="18" charset="0"/>
                                  </a:rPr>
                                  <m:t>1</m:t>
                                </m:r>
                              </m:e>
                            </m:mr>
                            <m:mr>
                              <m:e>
                                <m:r>
                                  <a:rPr lang="en-US" altLang="zh-TW" sz="2400" b="0" i="1" smtClean="0">
                                    <a:solidFill>
                                      <a:srgbClr val="00B050"/>
                                    </a:solidFill>
                                    <a:latin typeface="Cambria Math" panose="02040503050406030204" pitchFamily="18" charset="0"/>
                                  </a:rPr>
                                  <m:t>0</m:t>
                                </m:r>
                              </m:e>
                            </m:mr>
                          </m:m>
                        </m:e>
                      </m:d>
                    </m:oMath>
                  </m:oMathPara>
                </a14:m>
                <a:endParaRPr lang="zh-TW" altLang="en-US" sz="2400" dirty="0">
                  <a:solidFill>
                    <a:srgbClr val="00B050"/>
                  </a:solidFill>
                </a:endParaRPr>
              </a:p>
            </p:txBody>
          </p:sp>
        </mc:Choice>
        <mc:Fallback xmlns="">
          <p:sp>
            <p:nvSpPr>
              <p:cNvPr id="35" name="文字方塊 66">
                <a:extLst>
                  <a:ext uri="{FF2B5EF4-FFF2-40B4-BE49-F238E27FC236}">
                    <a16:creationId xmlns:a16="http://schemas.microsoft.com/office/drawing/2014/main" id="{5A9527D7-2971-46AC-8BBA-ECD1BBAA4B1C}"/>
                  </a:ext>
                </a:extLst>
              </p:cNvPr>
              <p:cNvSpPr txBox="1">
                <a:spLocks noRot="1" noChangeAspect="1" noMove="1" noResize="1" noEditPoints="1" noAdjustHandles="1" noChangeArrowheads="1" noChangeShapeType="1" noTextEdit="1"/>
              </p:cNvSpPr>
              <p:nvPr/>
            </p:nvSpPr>
            <p:spPr>
              <a:xfrm>
                <a:off x="8598671" y="3887276"/>
                <a:ext cx="463653" cy="615810"/>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6" name="文字方塊 67">
                <a:extLst>
                  <a:ext uri="{FF2B5EF4-FFF2-40B4-BE49-F238E27FC236}">
                    <a16:creationId xmlns:a16="http://schemas.microsoft.com/office/drawing/2014/main" id="{B89E17CF-80F6-42ED-8806-E128B84159A7}"/>
                  </a:ext>
                </a:extLst>
              </p:cNvPr>
              <p:cNvSpPr txBox="1"/>
              <p:nvPr/>
            </p:nvSpPr>
            <p:spPr>
              <a:xfrm>
                <a:off x="9928635" y="3884861"/>
                <a:ext cx="866006" cy="61581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sz="2400" i="1" smtClean="0">
                              <a:solidFill>
                                <a:srgbClr val="0000FF"/>
                              </a:solidFill>
                              <a:latin typeface="Cambria Math" panose="02040503050406030204" pitchFamily="18" charset="0"/>
                            </a:rPr>
                          </m:ctrlPr>
                        </m:dPr>
                        <m:e>
                          <m:m>
                            <m:mPr>
                              <m:mcs>
                                <m:mc>
                                  <m:mcPr>
                                    <m:count m:val="1"/>
                                    <m:mcJc m:val="center"/>
                                  </m:mcPr>
                                </m:mc>
                              </m:mcs>
                              <m:ctrlPr>
                                <a:rPr lang="en-US" altLang="zh-TW" sz="2400" i="1" smtClean="0">
                                  <a:solidFill>
                                    <a:srgbClr val="0000FF"/>
                                  </a:solidFill>
                                  <a:latin typeface="Cambria Math" panose="02040503050406030204" pitchFamily="18" charset="0"/>
                                </a:rPr>
                              </m:ctrlPr>
                            </m:mPr>
                            <m:mr>
                              <m:e>
                                <m:r>
                                  <m:rPr>
                                    <m:brk m:alnAt="7"/>
                                  </m:rPr>
                                  <a:rPr lang="en-US" altLang="zh-TW" sz="2400" b="0" i="1" smtClean="0">
                                    <a:solidFill>
                                      <a:srgbClr val="0000FF"/>
                                    </a:solidFill>
                                    <a:latin typeface="Cambria Math" panose="02040503050406030204" pitchFamily="18" charset="0"/>
                                  </a:rPr>
                                  <m:t>0</m:t>
                                </m:r>
                                <m:r>
                                  <a:rPr lang="en-US" altLang="zh-TW" sz="2400" b="0" i="1" smtClean="0">
                                    <a:solidFill>
                                      <a:srgbClr val="0000FF"/>
                                    </a:solidFill>
                                    <a:latin typeface="Cambria Math" panose="02040503050406030204" pitchFamily="18" charset="0"/>
                                  </a:rPr>
                                  <m:t>.98</m:t>
                                </m:r>
                              </m:e>
                            </m:mr>
                            <m:mr>
                              <m:e>
                                <m:r>
                                  <a:rPr lang="en-US" altLang="zh-TW" sz="2400" b="0" i="1" smtClean="0">
                                    <a:solidFill>
                                      <a:srgbClr val="0000FF"/>
                                    </a:solidFill>
                                    <a:latin typeface="Cambria Math" panose="02040503050406030204" pitchFamily="18" charset="0"/>
                                  </a:rPr>
                                  <m:t>0.12</m:t>
                                </m:r>
                              </m:e>
                            </m:mr>
                          </m:m>
                        </m:e>
                      </m:d>
                    </m:oMath>
                  </m:oMathPara>
                </a14:m>
                <a:endParaRPr lang="zh-TW" altLang="en-US" sz="2400" dirty="0">
                  <a:solidFill>
                    <a:srgbClr val="0000FF"/>
                  </a:solidFill>
                </a:endParaRPr>
              </a:p>
            </p:txBody>
          </p:sp>
        </mc:Choice>
        <mc:Fallback xmlns="">
          <p:sp>
            <p:nvSpPr>
              <p:cNvPr id="36" name="文字方塊 67">
                <a:extLst>
                  <a:ext uri="{FF2B5EF4-FFF2-40B4-BE49-F238E27FC236}">
                    <a16:creationId xmlns:a16="http://schemas.microsoft.com/office/drawing/2014/main" id="{B89E17CF-80F6-42ED-8806-E128B84159A7}"/>
                  </a:ext>
                </a:extLst>
              </p:cNvPr>
              <p:cNvSpPr txBox="1">
                <a:spLocks noRot="1" noChangeAspect="1" noMove="1" noResize="1" noEditPoints="1" noAdjustHandles="1" noChangeArrowheads="1" noChangeShapeType="1" noTextEdit="1"/>
              </p:cNvSpPr>
              <p:nvPr/>
            </p:nvSpPr>
            <p:spPr>
              <a:xfrm>
                <a:off x="9928635" y="3884861"/>
                <a:ext cx="866006" cy="615810"/>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7" name="矩形 4">
                <a:extLst>
                  <a:ext uri="{FF2B5EF4-FFF2-40B4-BE49-F238E27FC236}">
                    <a16:creationId xmlns:a16="http://schemas.microsoft.com/office/drawing/2014/main" id="{3CED7E94-264E-4EB8-BDE9-A8AB3CC7D65A}"/>
                  </a:ext>
                </a:extLst>
              </p:cNvPr>
              <p:cNvSpPr/>
              <p:nvPr/>
            </p:nvSpPr>
            <p:spPr>
              <a:xfrm>
                <a:off x="9360366" y="3982484"/>
                <a:ext cx="53412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TW" sz="2800" i="1">
                          <a:latin typeface="Cambria Math" panose="02040503050406030204" pitchFamily="18" charset="0"/>
                        </a:rPr>
                        <m:t>=</m:t>
                      </m:r>
                    </m:oMath>
                  </m:oMathPara>
                </a14:m>
                <a:endParaRPr lang="zh-TW" altLang="en-US" sz="2800" dirty="0">
                  <a:solidFill>
                    <a:srgbClr val="0000FF"/>
                  </a:solidFill>
                </a:endParaRPr>
              </a:p>
            </p:txBody>
          </p:sp>
        </mc:Choice>
        <mc:Fallback xmlns="">
          <p:sp>
            <p:nvSpPr>
              <p:cNvPr id="37" name="矩形 4">
                <a:extLst>
                  <a:ext uri="{FF2B5EF4-FFF2-40B4-BE49-F238E27FC236}">
                    <a16:creationId xmlns:a16="http://schemas.microsoft.com/office/drawing/2014/main" id="{3CED7E94-264E-4EB8-BDE9-A8AB3CC7D65A}"/>
                  </a:ext>
                </a:extLst>
              </p:cNvPr>
              <p:cNvSpPr>
                <a:spLocks noRot="1" noChangeAspect="1" noMove="1" noResize="1" noEditPoints="1" noAdjustHandles="1" noChangeArrowheads="1" noChangeShapeType="1" noTextEdit="1"/>
              </p:cNvSpPr>
              <p:nvPr/>
            </p:nvSpPr>
            <p:spPr>
              <a:xfrm>
                <a:off x="9360366" y="3982484"/>
                <a:ext cx="534121"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38" name="文字方塊 96">
                <a:extLst>
                  <a:ext uri="{FF2B5EF4-FFF2-40B4-BE49-F238E27FC236}">
                    <a16:creationId xmlns:a16="http://schemas.microsoft.com/office/drawing/2014/main" id="{966C0D6D-7EF9-41E0-B886-44AB39472811}"/>
                  </a:ext>
                </a:extLst>
              </p:cNvPr>
              <p:cNvSpPr txBox="1"/>
              <p:nvPr/>
            </p:nvSpPr>
            <p:spPr>
              <a:xfrm>
                <a:off x="6934915" y="4879989"/>
                <a:ext cx="692882" cy="61209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en-US" altLang="zh-TW" sz="2400" i="1" smtClean="0">
                              <a:solidFill>
                                <a:srgbClr val="FF0000"/>
                              </a:solidFill>
                              <a:latin typeface="Cambria Math" panose="02040503050406030204" pitchFamily="18" charset="0"/>
                            </a:rPr>
                          </m:ctrlPr>
                        </m:dPr>
                        <m:e>
                          <m:m>
                            <m:mPr>
                              <m:mcs>
                                <m:mc>
                                  <m:mcPr>
                                    <m:count m:val="1"/>
                                    <m:mcJc m:val="center"/>
                                  </m:mcPr>
                                </m:mc>
                              </m:mcs>
                              <m:ctrlPr>
                                <a:rPr lang="en-US" altLang="zh-TW" sz="2400" i="1" smtClean="0">
                                  <a:solidFill>
                                    <a:srgbClr val="FF0000"/>
                                  </a:solidFill>
                                  <a:latin typeface="Cambria Math" panose="02040503050406030204" pitchFamily="18" charset="0"/>
                                </a:rPr>
                              </m:ctrlPr>
                            </m:mPr>
                            <m:mr>
                              <m:e>
                                <m:r>
                                  <m:rPr>
                                    <m:brk m:alnAt="7"/>
                                  </m:rPr>
                                  <a:rPr lang="en-US" altLang="zh-TW" sz="2400" b="0" i="1" smtClean="0">
                                    <a:solidFill>
                                      <a:srgbClr val="FF0000"/>
                                    </a:solidFill>
                                    <a:latin typeface="Cambria Math" panose="02040503050406030204" pitchFamily="18" charset="0"/>
                                  </a:rPr>
                                  <m:t>4</m:t>
                                </m:r>
                              </m:e>
                            </m:mr>
                            <m:mr>
                              <m:e>
                                <m:r>
                                  <a:rPr lang="en-US" altLang="zh-TW" sz="2400" b="0" i="1" smtClean="0">
                                    <a:solidFill>
                                      <a:srgbClr val="FF0000"/>
                                    </a:solidFill>
                                    <a:latin typeface="Cambria Math" panose="02040503050406030204" pitchFamily="18" charset="0"/>
                                  </a:rPr>
                                  <m:t>−2</m:t>
                                </m:r>
                              </m:e>
                            </m:mr>
                          </m:m>
                        </m:e>
                      </m:d>
                    </m:oMath>
                  </m:oMathPara>
                </a14:m>
                <a:endParaRPr lang="zh-TW" altLang="en-US" sz="2400" dirty="0">
                  <a:solidFill>
                    <a:srgbClr val="FF0000"/>
                  </a:solidFill>
                </a:endParaRPr>
              </a:p>
            </p:txBody>
          </p:sp>
        </mc:Choice>
        <mc:Fallback xmlns="">
          <p:sp>
            <p:nvSpPr>
              <p:cNvPr id="38" name="文字方塊 96">
                <a:extLst>
                  <a:ext uri="{FF2B5EF4-FFF2-40B4-BE49-F238E27FC236}">
                    <a16:creationId xmlns:a16="http://schemas.microsoft.com/office/drawing/2014/main" id="{966C0D6D-7EF9-41E0-B886-44AB39472811}"/>
                  </a:ext>
                </a:extLst>
              </p:cNvPr>
              <p:cNvSpPr txBox="1">
                <a:spLocks noRot="1" noChangeAspect="1" noMove="1" noResize="1" noEditPoints="1" noAdjustHandles="1" noChangeArrowheads="1" noChangeShapeType="1" noTextEdit="1"/>
              </p:cNvSpPr>
              <p:nvPr/>
            </p:nvSpPr>
            <p:spPr>
              <a:xfrm>
                <a:off x="6934915" y="4879989"/>
                <a:ext cx="692882" cy="612091"/>
              </a:xfrm>
              <a:prstGeom prst="rect">
                <a:avLst/>
              </a:prstGeom>
              <a:blipFill>
                <a:blip r:embed="rId9"/>
                <a:stretch>
                  <a:fillRect/>
                </a:stretch>
              </a:blipFill>
            </p:spPr>
            <p:txBody>
              <a:bodyPr/>
              <a:lstStyle/>
              <a:p>
                <a:r>
                  <a:rPr lang="en-IN">
                    <a:noFill/>
                  </a:rPr>
                  <a:t> </a:t>
                </a:r>
              </a:p>
            </p:txBody>
          </p:sp>
        </mc:Fallback>
      </mc:AlternateContent>
      <p:sp>
        <p:nvSpPr>
          <p:cNvPr id="39" name="右大括弧 8">
            <a:extLst>
              <a:ext uri="{FF2B5EF4-FFF2-40B4-BE49-F238E27FC236}">
                <a16:creationId xmlns:a16="http://schemas.microsoft.com/office/drawing/2014/main" id="{6AF28DEC-F2B4-4713-92A3-31902F3D3629}"/>
              </a:ext>
            </a:extLst>
          </p:cNvPr>
          <p:cNvSpPr/>
          <p:nvPr/>
        </p:nvSpPr>
        <p:spPr>
          <a:xfrm rot="5400000">
            <a:off x="7249372" y="2828338"/>
            <a:ext cx="86654" cy="3703285"/>
          </a:xfrm>
          <a:prstGeom prst="rightBrace">
            <a:avLst>
              <a:gd name="adj1" fmla="val 115390"/>
              <a:gd name="adj2" fmla="val 50000"/>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grpSp>
        <p:nvGrpSpPr>
          <p:cNvPr id="40" name="群組 3">
            <a:extLst>
              <a:ext uri="{FF2B5EF4-FFF2-40B4-BE49-F238E27FC236}">
                <a16:creationId xmlns:a16="http://schemas.microsoft.com/office/drawing/2014/main" id="{3681CB30-7407-4461-BA0E-EADA07AB7F0E}"/>
              </a:ext>
            </a:extLst>
          </p:cNvPr>
          <p:cNvGrpSpPr/>
          <p:nvPr/>
        </p:nvGrpSpPr>
        <p:grpSpPr>
          <a:xfrm>
            <a:off x="5367090" y="2670788"/>
            <a:ext cx="3931141" cy="877076"/>
            <a:chOff x="-90748" y="4911258"/>
            <a:chExt cx="3931141" cy="877076"/>
          </a:xfrm>
        </p:grpSpPr>
        <p:sp>
          <p:nvSpPr>
            <p:cNvPr id="41" name="矩形 70">
              <a:extLst>
                <a:ext uri="{FF2B5EF4-FFF2-40B4-BE49-F238E27FC236}">
                  <a16:creationId xmlns:a16="http://schemas.microsoft.com/office/drawing/2014/main" id="{268EFC18-1505-490C-B6A8-65A27DCFB2C2}"/>
                </a:ext>
              </a:extLst>
            </p:cNvPr>
            <p:cNvSpPr/>
            <p:nvPr/>
          </p:nvSpPr>
          <p:spPr>
            <a:xfrm>
              <a:off x="2614785" y="4922520"/>
              <a:ext cx="450868" cy="854551"/>
            </a:xfrm>
            <a:prstGeom prst="rect">
              <a:avLst/>
            </a:prstGeom>
            <a:solidFill>
              <a:schemeClr val="accent3">
                <a:lumMod val="60000"/>
                <a:lumOff val="40000"/>
              </a:schemeClr>
            </a:solidFill>
            <a:ln>
              <a:solidFill>
                <a:srgbClr val="00B050"/>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a:t>b</a:t>
              </a:r>
              <a:endParaRPr lang="zh-TW" altLang="en-US" sz="2400" baseline="30000" dirty="0"/>
            </a:p>
          </p:txBody>
        </p:sp>
        <p:sp>
          <p:nvSpPr>
            <p:cNvPr id="42" name="矩形 142">
              <a:extLst>
                <a:ext uri="{FF2B5EF4-FFF2-40B4-BE49-F238E27FC236}">
                  <a16:creationId xmlns:a16="http://schemas.microsoft.com/office/drawing/2014/main" id="{82C76484-C5E9-41E0-BD1A-7E3BC15E7A04}"/>
                </a:ext>
              </a:extLst>
            </p:cNvPr>
            <p:cNvSpPr/>
            <p:nvPr/>
          </p:nvSpPr>
          <p:spPr>
            <a:xfrm>
              <a:off x="719464" y="4920295"/>
              <a:ext cx="807843" cy="832399"/>
            </a:xfrm>
            <a:prstGeom prst="rect">
              <a:avLst/>
            </a:prstGeom>
            <a:solidFill>
              <a:schemeClr val="accent6">
                <a:lumMod val="40000"/>
                <a:lumOff val="60000"/>
              </a:schemeClr>
            </a:solidFill>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W</a:t>
              </a:r>
              <a:endParaRPr lang="zh-TW" altLang="en-US" sz="2400" baseline="30000" dirty="0"/>
            </a:p>
          </p:txBody>
        </p:sp>
        <p:sp>
          <p:nvSpPr>
            <p:cNvPr id="43" name="矩形 143">
              <a:extLst>
                <a:ext uri="{FF2B5EF4-FFF2-40B4-BE49-F238E27FC236}">
                  <a16:creationId xmlns:a16="http://schemas.microsoft.com/office/drawing/2014/main" id="{30E127DD-A362-40DB-A231-C64680FBD556}"/>
                </a:ext>
              </a:extLst>
            </p:cNvPr>
            <p:cNvSpPr/>
            <p:nvPr/>
          </p:nvSpPr>
          <p:spPr>
            <a:xfrm>
              <a:off x="1616336" y="4911258"/>
              <a:ext cx="441359" cy="877076"/>
            </a:xfrm>
            <a:prstGeom prst="rect">
              <a:avLst/>
            </a:prstGeom>
            <a:solidFill>
              <a:schemeClr val="accent1">
                <a:lumMod val="20000"/>
                <a:lumOff val="80000"/>
              </a:schemeClr>
            </a:solidFill>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TW" sz="2400" dirty="0"/>
                <a:t>x</a:t>
              </a:r>
              <a:endParaRPr lang="zh-TW" altLang="en-US" sz="2400" dirty="0"/>
            </a:p>
          </p:txBody>
        </p:sp>
        <p:sp>
          <p:nvSpPr>
            <p:cNvPr id="44" name="文字方塊 2">
              <a:extLst>
                <a:ext uri="{FF2B5EF4-FFF2-40B4-BE49-F238E27FC236}">
                  <a16:creationId xmlns:a16="http://schemas.microsoft.com/office/drawing/2014/main" id="{C9CCABD3-63AD-4B74-93B6-F10F256191F7}"/>
                </a:ext>
              </a:extLst>
            </p:cNvPr>
            <p:cNvSpPr txBox="1"/>
            <p:nvPr/>
          </p:nvSpPr>
          <p:spPr>
            <a:xfrm>
              <a:off x="2226981" y="5106861"/>
              <a:ext cx="360621" cy="461665"/>
            </a:xfrm>
            <a:prstGeom prst="rect">
              <a:avLst/>
            </a:prstGeom>
            <a:noFill/>
          </p:spPr>
          <p:txBody>
            <a:bodyPr wrap="square" rtlCol="0">
              <a:spAutoFit/>
            </a:bodyPr>
            <a:lstStyle/>
            <a:p>
              <a:pPr algn="ctr"/>
              <a:r>
                <a:rPr lang="en-US" altLang="zh-TW" sz="2400" dirty="0"/>
                <a:t>+</a:t>
              </a:r>
              <a:endParaRPr lang="zh-TW" altLang="en-US" sz="2400" dirty="0"/>
            </a:p>
          </p:txBody>
        </p:sp>
        <mc:AlternateContent xmlns:mc="http://schemas.openxmlformats.org/markup-compatibility/2006" xmlns:a14="http://schemas.microsoft.com/office/drawing/2010/main">
          <mc:Choice Requires="a14">
            <p:sp>
              <p:nvSpPr>
                <p:cNvPr id="45" name="文字方塊 144">
                  <a:extLst>
                    <a:ext uri="{FF2B5EF4-FFF2-40B4-BE49-F238E27FC236}">
                      <a16:creationId xmlns:a16="http://schemas.microsoft.com/office/drawing/2014/main" id="{DA0642CE-DAFB-4C61-B662-7729E0892C18}"/>
                    </a:ext>
                  </a:extLst>
                </p:cNvPr>
                <p:cNvSpPr txBox="1"/>
                <p:nvPr/>
              </p:nvSpPr>
              <p:spPr>
                <a:xfrm>
                  <a:off x="-90748" y="5165130"/>
                  <a:ext cx="3931141" cy="369332"/>
                </a:xfrm>
                <a:prstGeom prst="rect">
                  <a:avLst/>
                </a:prstGeom>
                <a:noFill/>
              </p:spPr>
              <p:txBody>
                <a:bodyPr wrap="none" lIns="0" tIns="0" rIns="0" bIns="0" rtlCol="0">
                  <a:spAutoFit/>
                </a:bodyPr>
                <a:lstStyle/>
                <a:p>
                  <a:r>
                    <a:rPr lang="en-US" altLang="zh-TW" sz="2400" b="0" dirty="0"/>
                    <a:t>      </a:t>
                  </a:r>
                  <a14:m>
                    <m:oMath xmlns:m="http://schemas.openxmlformats.org/officeDocument/2006/math">
                      <m:r>
                        <a:rPr lang="zh-TW" altLang="en-US" sz="2400" i="1" smtClean="0">
                          <a:latin typeface="Cambria Math" panose="02040503050406030204" pitchFamily="18" charset="0"/>
                        </a:rPr>
                        <m:t>𝜎</m:t>
                      </m:r>
                      <m:d>
                        <m:dPr>
                          <m:ctrlPr>
                            <a:rPr lang="en-US" altLang="zh-TW" sz="2400" i="1" smtClean="0">
                              <a:latin typeface="Cambria Math" panose="02040503050406030204" pitchFamily="18" charset="0"/>
                            </a:rPr>
                          </m:ctrlPr>
                        </m:dPr>
                        <m:e>
                          <m:r>
                            <a:rPr lang="en-US" altLang="zh-TW" sz="2400" b="0" i="1" smtClean="0">
                              <a:latin typeface="Cambria Math" panose="02040503050406030204" pitchFamily="18" charset="0"/>
                            </a:rPr>
                            <m:t>                                      </m:t>
                          </m:r>
                        </m:e>
                      </m:d>
                      <m:r>
                        <a:rPr lang="en-US" altLang="zh-TW" sz="2400" b="0" i="1" smtClean="0">
                          <a:latin typeface="Cambria Math" panose="02040503050406030204" pitchFamily="18" charset="0"/>
                        </a:rPr>
                        <m:t> = </m:t>
                      </m:r>
                    </m:oMath>
                  </a14:m>
                  <a:endParaRPr lang="zh-TW" altLang="en-US" sz="2400" dirty="0"/>
                </a:p>
              </p:txBody>
            </p:sp>
          </mc:Choice>
          <mc:Fallback xmlns="">
            <p:sp>
              <p:nvSpPr>
                <p:cNvPr id="96" name="文字方塊 144"/>
                <p:cNvSpPr txBox="1">
                  <a:spLocks noRot="1" noChangeAspect="1" noMove="1" noResize="1" noEditPoints="1" noAdjustHandles="1" noChangeArrowheads="1" noChangeShapeType="1" noTextEdit="1"/>
                </p:cNvSpPr>
                <p:nvPr/>
              </p:nvSpPr>
              <p:spPr>
                <a:xfrm>
                  <a:off x="-90748" y="5165130"/>
                  <a:ext cx="3931141" cy="369332"/>
                </a:xfrm>
                <a:prstGeom prst="rect">
                  <a:avLst/>
                </a:prstGeom>
                <a:blipFill>
                  <a:blip r:embed="rId10"/>
                  <a:stretch>
                    <a:fillRect/>
                  </a:stretch>
                </a:blipFill>
              </p:spPr>
              <p:txBody>
                <a:bodyPr/>
                <a:lstStyle/>
                <a:p>
                  <a:r>
                    <a:rPr lang="en-US">
                      <a:noFill/>
                    </a:rPr>
                    <a:t> </a:t>
                  </a:r>
                </a:p>
              </p:txBody>
            </p:sp>
          </mc:Fallback>
        </mc:AlternateContent>
      </p:grpSp>
      <p:sp>
        <p:nvSpPr>
          <p:cNvPr id="46" name="矩形 88">
            <a:extLst>
              <a:ext uri="{FF2B5EF4-FFF2-40B4-BE49-F238E27FC236}">
                <a16:creationId xmlns:a16="http://schemas.microsoft.com/office/drawing/2014/main" id="{51BA8BB8-8F1D-427A-9957-C12E8C635429}"/>
              </a:ext>
            </a:extLst>
          </p:cNvPr>
          <p:cNvSpPr/>
          <p:nvPr/>
        </p:nvSpPr>
        <p:spPr>
          <a:xfrm>
            <a:off x="9345170" y="2668032"/>
            <a:ext cx="441359" cy="87707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TW" sz="2400" dirty="0"/>
              <a:t>a</a:t>
            </a:r>
            <a:endParaRPr lang="zh-TW" altLang="en-US" sz="2400" baseline="30000" dirty="0"/>
          </a:p>
        </p:txBody>
      </p:sp>
    </p:spTree>
    <p:extLst>
      <p:ext uri="{BB962C8B-B14F-4D97-AF65-F5344CB8AC3E}">
        <p14:creationId xmlns:p14="http://schemas.microsoft.com/office/powerpoint/2010/main" val="2075068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9"/>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1"/>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6"/>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7"/>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40"/>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P spid="19" grpId="0"/>
      <p:bldP spid="22" grpId="0"/>
      <p:bldP spid="23" grpId="0"/>
      <p:bldP spid="24" grpId="0"/>
      <p:bldP spid="25" grpId="0"/>
      <p:bldP spid="26" grpId="0"/>
      <p:bldP spid="29" grpId="0"/>
      <p:bldP spid="30" grpId="0"/>
      <p:bldP spid="31" grpId="0"/>
      <p:bldP spid="32" grpId="0"/>
      <p:bldP spid="33" grpId="0"/>
      <p:bldP spid="34" grpId="0"/>
      <p:bldP spid="35" grpId="0"/>
      <p:bldP spid="36" grpId="0"/>
      <p:bldP spid="37" grpId="0"/>
      <p:bldP spid="38" grpId="0"/>
      <p:bldP spid="39" grpId="0" animBg="1"/>
      <p:bldP spid="4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D92EB-1A66-429D-997F-866CE18119E5}"/>
              </a:ext>
            </a:extLst>
          </p:cNvPr>
          <p:cNvSpPr>
            <a:spLocks noGrp="1"/>
          </p:cNvSpPr>
          <p:nvPr>
            <p:ph type="title"/>
          </p:nvPr>
        </p:nvSpPr>
        <p:spPr/>
        <p:txBody>
          <a:bodyPr/>
          <a:lstStyle/>
          <a:p>
            <a:r>
              <a:rPr lang="en-IN" dirty="0"/>
              <a:t>Matrix Form Continued</a:t>
            </a:r>
          </a:p>
        </p:txBody>
      </p:sp>
      <p:grpSp>
        <p:nvGrpSpPr>
          <p:cNvPr id="67" name="Group 66">
            <a:extLst>
              <a:ext uri="{FF2B5EF4-FFF2-40B4-BE49-F238E27FC236}">
                <a16:creationId xmlns:a16="http://schemas.microsoft.com/office/drawing/2014/main" id="{03A58F0D-0E9F-4F8B-BFBE-84DF16CF544B}"/>
              </a:ext>
            </a:extLst>
          </p:cNvPr>
          <p:cNvGrpSpPr/>
          <p:nvPr/>
        </p:nvGrpSpPr>
        <p:grpSpPr>
          <a:xfrm>
            <a:off x="2601997" y="2098441"/>
            <a:ext cx="5975895" cy="4277953"/>
            <a:chOff x="1846623" y="3052598"/>
            <a:chExt cx="5975895" cy="4277953"/>
          </a:xfrm>
        </p:grpSpPr>
        <p:sp>
          <p:nvSpPr>
            <p:cNvPr id="3" name="矩形 77">
              <a:extLst>
                <a:ext uri="{FF2B5EF4-FFF2-40B4-BE49-F238E27FC236}">
                  <a16:creationId xmlns:a16="http://schemas.microsoft.com/office/drawing/2014/main" id="{549B50FE-197E-45C9-AB6D-C22A45C30CF2}"/>
                </a:ext>
              </a:extLst>
            </p:cNvPr>
            <p:cNvSpPr/>
            <p:nvPr/>
          </p:nvSpPr>
          <p:spPr>
            <a:xfrm>
              <a:off x="7180166" y="3070423"/>
              <a:ext cx="498951" cy="2625052"/>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4" name="矩形 73">
              <a:extLst>
                <a:ext uri="{FF2B5EF4-FFF2-40B4-BE49-F238E27FC236}">
                  <a16:creationId xmlns:a16="http://schemas.microsoft.com/office/drawing/2014/main" id="{A6E5C93C-039B-4BBA-BDBC-8981021DB160}"/>
                </a:ext>
              </a:extLst>
            </p:cNvPr>
            <p:cNvSpPr/>
            <p:nvPr/>
          </p:nvSpPr>
          <p:spPr>
            <a:xfrm>
              <a:off x="3029726" y="3122841"/>
              <a:ext cx="746342" cy="2675868"/>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5" name="矩形 74">
              <a:extLst>
                <a:ext uri="{FF2B5EF4-FFF2-40B4-BE49-F238E27FC236}">
                  <a16:creationId xmlns:a16="http://schemas.microsoft.com/office/drawing/2014/main" id="{97C63672-E3E8-424D-BD98-70BCBBC6CF81}"/>
                </a:ext>
              </a:extLst>
            </p:cNvPr>
            <p:cNvSpPr/>
            <p:nvPr/>
          </p:nvSpPr>
          <p:spPr>
            <a:xfrm>
              <a:off x="4355312" y="3106494"/>
              <a:ext cx="746342" cy="2675868"/>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6" name="矩形 75">
              <a:extLst>
                <a:ext uri="{FF2B5EF4-FFF2-40B4-BE49-F238E27FC236}">
                  <a16:creationId xmlns:a16="http://schemas.microsoft.com/office/drawing/2014/main" id="{CFB910ED-DBD0-402F-B77A-CC07944D6301}"/>
                </a:ext>
              </a:extLst>
            </p:cNvPr>
            <p:cNvSpPr/>
            <p:nvPr/>
          </p:nvSpPr>
          <p:spPr>
            <a:xfrm>
              <a:off x="5766871" y="3122841"/>
              <a:ext cx="746342" cy="2675868"/>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7" name="矩形 76">
              <a:extLst>
                <a:ext uri="{FF2B5EF4-FFF2-40B4-BE49-F238E27FC236}">
                  <a16:creationId xmlns:a16="http://schemas.microsoft.com/office/drawing/2014/main" id="{B62B4177-8DBB-4986-A71C-8E0520FB19B3}"/>
                </a:ext>
              </a:extLst>
            </p:cNvPr>
            <p:cNvSpPr/>
            <p:nvPr/>
          </p:nvSpPr>
          <p:spPr>
            <a:xfrm>
              <a:off x="1846623" y="3150482"/>
              <a:ext cx="498951" cy="2625052"/>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cxnSp>
          <p:nvCxnSpPr>
            <p:cNvPr id="8" name="直線單箭頭接點 92">
              <a:extLst>
                <a:ext uri="{FF2B5EF4-FFF2-40B4-BE49-F238E27FC236}">
                  <a16:creationId xmlns:a16="http://schemas.microsoft.com/office/drawing/2014/main" id="{5A782EEC-274C-476C-B8C0-ECF7972B6FA1}"/>
                </a:ext>
              </a:extLst>
            </p:cNvPr>
            <p:cNvCxnSpPr/>
            <p:nvPr/>
          </p:nvCxnSpPr>
          <p:spPr>
            <a:xfrm>
              <a:off x="6153678" y="4171261"/>
              <a:ext cx="1018599"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線單箭頭接點 93">
              <a:extLst>
                <a:ext uri="{FF2B5EF4-FFF2-40B4-BE49-F238E27FC236}">
                  <a16:creationId xmlns:a16="http://schemas.microsoft.com/office/drawing/2014/main" id="{446A1739-EBBD-4DB2-AF90-BF2FF249950D}"/>
                </a:ext>
              </a:extLst>
            </p:cNvPr>
            <p:cNvCxnSpPr/>
            <p:nvPr/>
          </p:nvCxnSpPr>
          <p:spPr>
            <a:xfrm>
              <a:off x="6262994" y="5417151"/>
              <a:ext cx="90574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線單箭頭接點 94">
              <a:extLst>
                <a:ext uri="{FF2B5EF4-FFF2-40B4-BE49-F238E27FC236}">
                  <a16:creationId xmlns:a16="http://schemas.microsoft.com/office/drawing/2014/main" id="{2E01A92C-B3F7-4A93-8863-17D157C32070}"/>
                </a:ext>
              </a:extLst>
            </p:cNvPr>
            <p:cNvCxnSpPr/>
            <p:nvPr/>
          </p:nvCxnSpPr>
          <p:spPr>
            <a:xfrm>
              <a:off x="6129794" y="3392458"/>
              <a:ext cx="1050372"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矩形 95">
              <a:extLst>
                <a:ext uri="{FF2B5EF4-FFF2-40B4-BE49-F238E27FC236}">
                  <a16:creationId xmlns:a16="http://schemas.microsoft.com/office/drawing/2014/main" id="{8B74A1F3-1BAD-4EEA-8C16-3F0FC8EC364D}"/>
                </a:ext>
              </a:extLst>
            </p:cNvPr>
            <p:cNvSpPr/>
            <p:nvPr/>
          </p:nvSpPr>
          <p:spPr>
            <a:xfrm>
              <a:off x="1915011" y="3868175"/>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12" name="矩形 96">
              <a:extLst>
                <a:ext uri="{FF2B5EF4-FFF2-40B4-BE49-F238E27FC236}">
                  <a16:creationId xmlns:a16="http://schemas.microsoft.com/office/drawing/2014/main" id="{A5DEEA20-8F49-4698-8505-EF45050A4769}"/>
                </a:ext>
              </a:extLst>
            </p:cNvPr>
            <p:cNvSpPr/>
            <p:nvPr/>
          </p:nvSpPr>
          <p:spPr>
            <a:xfrm>
              <a:off x="1920829" y="3297846"/>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mc:AlternateContent xmlns:mc="http://schemas.openxmlformats.org/markup-compatibility/2006" xmlns:a14="http://schemas.microsoft.com/office/drawing/2010/main">
          <mc:Choice Requires="a14">
            <p:graphicFrame>
              <p:nvGraphicFramePr>
                <p:cNvPr id="13" name="Object 12">
                  <a:extLst>
                    <a:ext uri="{FF2B5EF4-FFF2-40B4-BE49-F238E27FC236}">
                      <a16:creationId xmlns:a16="http://schemas.microsoft.com/office/drawing/2014/main" id="{95F78812-20DC-4FA6-8293-A0D5F5962603}"/>
                    </a:ext>
                  </a:extLst>
                </p:cNvPr>
                <p:cNvGraphicFramePr>
                  <a:graphicFrameLocks noChangeAspect="1"/>
                </p:cNvGraphicFramePr>
                <p:nvPr>
                  <p:extLst>
                    <p:ext uri="{D42A27DB-BD31-4B8C-83A1-F6EECF244321}">
                      <p14:modId xmlns:p14="http://schemas.microsoft.com/office/powerpoint/2010/main" val="1715550906"/>
                    </p:ext>
                  </p:extLst>
                </p:nvPr>
              </p:nvGraphicFramePr>
              <p:xfrm>
                <a:off x="1933528" y="3202596"/>
                <a:ext cx="325438" cy="461962"/>
              </p:xfrm>
              <a:graphic>
                <a:graphicData uri="http://schemas.openxmlformats.org/presentationml/2006/ole">
                  <mc:AlternateContent>
                    <mc:Choice xmlns:v="urn:schemas-microsoft-com:vml" Requires="v">
                      <p:oleObj spid="_x0000_s6146" name="方程式" r:id="rId3" imgW="152280" imgH="215640" progId="Equation.3">
                        <p:embed/>
                      </p:oleObj>
                    </mc:Choice>
                    <mc:Fallback>
                      <p:oleObj name="方程式" r:id="rId3" imgW="152280" imgH="215640" progId="Equation.3">
                        <p:embed/>
                        <p:pic>
                          <p:nvPicPr>
                            <p:cNvPr id="13" name="Object 12">
                              <a:extLst>
                                <a:ext uri="{FF2B5EF4-FFF2-40B4-BE49-F238E27FC236}">
                                  <a16:creationId xmlns:a16="http://schemas.microsoft.com/office/drawing/2014/main" id="{95F78812-20DC-4FA6-8293-A0D5F5962603}"/>
                                </a:ext>
                              </a:extLst>
                            </p:cNvPr>
                            <p:cNvPicPr>
                              <a:picLocks noChangeAspect="1" noChangeArrowheads="1"/>
                            </p:cNvPicPr>
                            <p:nvPr/>
                          </p:nvPicPr>
                          <p:blipFill>
                            <a:blip r:embed="rId4"/>
                            <a:srcRect/>
                            <a:stretch>
                              <a:fillRect/>
                            </a:stretch>
                          </p:blipFill>
                          <p:spPr bwMode="auto">
                            <a:xfrm>
                              <a:off x="1933528" y="3202596"/>
                              <a:ext cx="325438" cy="461962"/>
                            </a:xfrm>
                            <a:prstGeom prst="rect">
                              <a:avLst/>
                            </a:prstGeom>
                            <a:noFill/>
                            <a:extLst>
                              <a:ext uri="{909E8E84-426E-40DD-AFC4-6F175D3DCCD1}">
                                <a14:hiddenFill>
                                  <a:solidFill>
                                    <a:srgbClr val="FFFFFF"/>
                                  </a:solidFill>
                                </a14:hiddenFill>
                              </a:ext>
                            </a:extLst>
                          </p:spPr>
                        </p:pic>
                      </p:oleObj>
                    </mc:Fallback>
                  </mc:AlternateContent>
                </a:graphicData>
              </a:graphic>
            </p:graphicFrame>
          </mc:Choice>
          <mc:Fallback xmlns="">
            <p:graphicFrame>
              <p:nvGraphicFramePr>
                <p:cNvPr id="13" name="Object 12">
                  <a:extLst>
                    <a:ext uri="{FF2B5EF4-FFF2-40B4-BE49-F238E27FC236}">
                      <a16:creationId xmlns:a16="http://schemas.microsoft.com/office/drawing/2014/main" id="{95F78812-20DC-4FA6-8293-A0D5F5962603}"/>
                    </a:ext>
                  </a:extLst>
                </p:cNvPr>
                <p:cNvGraphicFramePr>
                  <a:graphicFrameLocks noChangeAspect="1"/>
                </p:cNvGraphicFramePr>
                <p:nvPr>
                  <p:extLst>
                    <p:ext uri="{D42A27DB-BD31-4B8C-83A1-F6EECF244321}">
                      <p14:modId xmlns:p14="http://schemas.microsoft.com/office/powerpoint/2010/main" val="1715550906"/>
                    </p:ext>
                  </p:extLst>
                </p:nvPr>
              </p:nvGraphicFramePr>
              <p:xfrm>
                <a:off x="1933528" y="3202596"/>
                <a:ext cx="325438" cy="461962"/>
              </p:xfrm>
              <a:graphic>
                <a:graphicData uri="http://schemas.openxmlformats.org/presentationml/2006/ole">
                  <mc:AlternateContent>
                    <mc:Choice xmlns:v="urn:schemas-microsoft-com:vml" Requires="v">
                      <p:oleObj name="方程式" r:id="rId5" imgW="152280" imgH="215640" progId="Equation.3">
                        <p:embed/>
                      </p:oleObj>
                    </mc:Choice>
                    <mc:Fallback>
                      <p:oleObj name="方程式" r:id="rId5" imgW="152280" imgH="215640" progId="Equation.3">
                        <p:embed/>
                        <p:pic>
                          <p:nvPicPr>
                            <p:cNvPr id="13" name="Object 12">
                              <a:extLst>
                                <a:ext uri="{FF2B5EF4-FFF2-40B4-BE49-F238E27FC236}">
                                  <a16:creationId xmlns:a16="http://schemas.microsoft.com/office/drawing/2014/main" id="{95F78812-20DC-4FA6-8293-A0D5F5962603}"/>
                                </a:ext>
                              </a:extLst>
                            </p:cNvPr>
                            <p:cNvPicPr>
                              <a:picLocks noChangeAspect="1" noChangeArrowheads="1"/>
                            </p:cNvPicPr>
                            <p:nvPr/>
                          </p:nvPicPr>
                          <p:blipFill>
                            <a:blip r:embed="rId6"/>
                            <a:srcRect/>
                            <a:stretch>
                              <a:fillRect/>
                            </a:stretch>
                          </p:blipFill>
                          <p:spPr bwMode="auto">
                            <a:xfrm>
                              <a:off x="1933528" y="3202596"/>
                              <a:ext cx="325438" cy="461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14" name="Object 12">
                  <a:extLst>
                    <a:ext uri="{FF2B5EF4-FFF2-40B4-BE49-F238E27FC236}">
                      <a16:creationId xmlns:a16="http://schemas.microsoft.com/office/drawing/2014/main" id="{CA116F61-A3C1-4BB5-A2A1-84E2AE617639}"/>
                    </a:ext>
                  </a:extLst>
                </p:cNvPr>
                <p:cNvGraphicFramePr>
                  <a:graphicFrameLocks noChangeAspect="1"/>
                </p:cNvGraphicFramePr>
                <p:nvPr>
                  <p:extLst>
                    <p:ext uri="{D42A27DB-BD31-4B8C-83A1-F6EECF244321}">
                      <p14:modId xmlns:p14="http://schemas.microsoft.com/office/powerpoint/2010/main" val="2415465458"/>
                    </p:ext>
                  </p:extLst>
                </p:nvPr>
              </p:nvGraphicFramePr>
              <p:xfrm>
                <a:off x="1938824" y="3785325"/>
                <a:ext cx="352425" cy="461963"/>
              </p:xfrm>
              <a:graphic>
                <a:graphicData uri="http://schemas.openxmlformats.org/presentationml/2006/ole">
                  <mc:AlternateContent>
                    <mc:Choice xmlns:v="urn:schemas-microsoft-com:vml" Requires="v">
                      <p:oleObj spid="_x0000_s6147" name="方程式" r:id="rId7" imgW="164880" imgH="215640" progId="Equation.3">
                        <p:embed/>
                      </p:oleObj>
                    </mc:Choice>
                    <mc:Fallback>
                      <p:oleObj name="方程式" r:id="rId7" imgW="164880" imgH="215640" progId="Equation.3">
                        <p:embed/>
                        <p:pic>
                          <p:nvPicPr>
                            <p:cNvPr id="14" name="Object 12">
                              <a:extLst>
                                <a:ext uri="{FF2B5EF4-FFF2-40B4-BE49-F238E27FC236}">
                                  <a16:creationId xmlns:a16="http://schemas.microsoft.com/office/drawing/2014/main" id="{CA116F61-A3C1-4BB5-A2A1-84E2AE617639}"/>
                                </a:ext>
                              </a:extLst>
                            </p:cNvPr>
                            <p:cNvPicPr>
                              <a:picLocks noChangeAspect="1" noChangeArrowheads="1"/>
                            </p:cNvPicPr>
                            <p:nvPr/>
                          </p:nvPicPr>
                          <p:blipFill>
                            <a:blip r:embed="rId8"/>
                            <a:srcRect/>
                            <a:stretch>
                              <a:fillRect/>
                            </a:stretch>
                          </p:blipFill>
                          <p:spPr bwMode="auto">
                            <a:xfrm>
                              <a:off x="1938824" y="3785325"/>
                              <a:ext cx="352425" cy="461963"/>
                            </a:xfrm>
                            <a:prstGeom prst="rect">
                              <a:avLst/>
                            </a:prstGeom>
                            <a:noFill/>
                            <a:extLst>
                              <a:ext uri="{909E8E84-426E-40DD-AFC4-6F175D3DCCD1}">
                                <a14:hiddenFill>
                                  <a:solidFill>
                                    <a:srgbClr val="FFFFFF"/>
                                  </a:solidFill>
                                </a14:hiddenFill>
                              </a:ext>
                            </a:extLst>
                          </p:spPr>
                        </p:pic>
                      </p:oleObj>
                    </mc:Fallback>
                  </mc:AlternateContent>
                </a:graphicData>
              </a:graphic>
            </p:graphicFrame>
          </mc:Choice>
          <mc:Fallback xmlns="">
            <p:graphicFrame>
              <p:nvGraphicFramePr>
                <p:cNvPr id="14" name="Object 12">
                  <a:extLst>
                    <a:ext uri="{FF2B5EF4-FFF2-40B4-BE49-F238E27FC236}">
                      <a16:creationId xmlns:a16="http://schemas.microsoft.com/office/drawing/2014/main" id="{CA116F61-A3C1-4BB5-A2A1-84E2AE617639}"/>
                    </a:ext>
                  </a:extLst>
                </p:cNvPr>
                <p:cNvGraphicFramePr>
                  <a:graphicFrameLocks noChangeAspect="1"/>
                </p:cNvGraphicFramePr>
                <p:nvPr>
                  <p:extLst>
                    <p:ext uri="{D42A27DB-BD31-4B8C-83A1-F6EECF244321}">
                      <p14:modId xmlns:p14="http://schemas.microsoft.com/office/powerpoint/2010/main" val="2415465458"/>
                    </p:ext>
                  </p:extLst>
                </p:nvPr>
              </p:nvGraphicFramePr>
              <p:xfrm>
                <a:off x="1938824" y="3785325"/>
                <a:ext cx="352425" cy="461963"/>
              </p:xfrm>
              <a:graphic>
                <a:graphicData uri="http://schemas.openxmlformats.org/presentationml/2006/ole">
                  <mc:AlternateContent>
                    <mc:Choice xmlns:v="urn:schemas-microsoft-com:vml" Requires="v">
                      <p:oleObj name="方程式" r:id="rId9" imgW="164880" imgH="215640" progId="Equation.3">
                        <p:embed/>
                      </p:oleObj>
                    </mc:Choice>
                    <mc:Fallback>
                      <p:oleObj name="方程式" r:id="rId9" imgW="164880" imgH="215640" progId="Equation.3">
                        <p:embed/>
                        <p:pic>
                          <p:nvPicPr>
                            <p:cNvPr id="14" name="Object 12">
                              <a:extLst>
                                <a:ext uri="{FF2B5EF4-FFF2-40B4-BE49-F238E27FC236}">
                                  <a16:creationId xmlns:a16="http://schemas.microsoft.com/office/drawing/2014/main" id="{CA116F61-A3C1-4BB5-A2A1-84E2AE617639}"/>
                                </a:ext>
                              </a:extLst>
                            </p:cNvPr>
                            <p:cNvPicPr>
                              <a:picLocks noChangeAspect="1" noChangeArrowheads="1"/>
                            </p:cNvPicPr>
                            <p:nvPr/>
                          </p:nvPicPr>
                          <p:blipFill>
                            <a:blip r:embed="rId10"/>
                            <a:srcRect/>
                            <a:stretch>
                              <a:fillRect/>
                            </a:stretch>
                          </p:blipFill>
                          <p:spPr bwMode="auto">
                            <a:xfrm>
                              <a:off x="1938824" y="3785325"/>
                              <a:ext cx="352425" cy="461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Fallback>
        </mc:AlternateContent>
        <p:sp>
          <p:nvSpPr>
            <p:cNvPr id="15" name="橢圓 99">
              <a:extLst>
                <a:ext uri="{FF2B5EF4-FFF2-40B4-BE49-F238E27FC236}">
                  <a16:creationId xmlns:a16="http://schemas.microsoft.com/office/drawing/2014/main" id="{4AE2C7F3-98D2-4B0C-87FF-FE28080B13CE}"/>
                </a:ext>
              </a:extLst>
            </p:cNvPr>
            <p:cNvSpPr/>
            <p:nvPr/>
          </p:nvSpPr>
          <p:spPr>
            <a:xfrm>
              <a:off x="3126836" y="3133843"/>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16" name="橢圓 100">
              <a:extLst>
                <a:ext uri="{FF2B5EF4-FFF2-40B4-BE49-F238E27FC236}">
                  <a16:creationId xmlns:a16="http://schemas.microsoft.com/office/drawing/2014/main" id="{71564652-62EB-4365-9DEC-10E03BF07178}"/>
                </a:ext>
              </a:extLst>
            </p:cNvPr>
            <p:cNvSpPr/>
            <p:nvPr/>
          </p:nvSpPr>
          <p:spPr>
            <a:xfrm>
              <a:off x="3129178" y="3912413"/>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17" name="橢圓 101">
              <a:extLst>
                <a:ext uri="{FF2B5EF4-FFF2-40B4-BE49-F238E27FC236}">
                  <a16:creationId xmlns:a16="http://schemas.microsoft.com/office/drawing/2014/main" id="{E4FD5EED-7659-4903-B726-4847E3862474}"/>
                </a:ext>
              </a:extLst>
            </p:cNvPr>
            <p:cNvSpPr/>
            <p:nvPr/>
          </p:nvSpPr>
          <p:spPr>
            <a:xfrm>
              <a:off x="3117545" y="5140425"/>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18" name="文字方塊 102">
              <a:extLst>
                <a:ext uri="{FF2B5EF4-FFF2-40B4-BE49-F238E27FC236}">
                  <a16:creationId xmlns:a16="http://schemas.microsoft.com/office/drawing/2014/main" id="{52906F59-06A5-4F04-82D4-7A7F0478F9F3}"/>
                </a:ext>
              </a:extLst>
            </p:cNvPr>
            <p:cNvSpPr txBox="1"/>
            <p:nvPr/>
          </p:nvSpPr>
          <p:spPr>
            <a:xfrm rot="5400000">
              <a:off x="3114798" y="4562718"/>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19" name="矩形 103">
              <a:extLst>
                <a:ext uri="{FF2B5EF4-FFF2-40B4-BE49-F238E27FC236}">
                  <a16:creationId xmlns:a16="http://schemas.microsoft.com/office/drawing/2014/main" id="{BD529510-A7B3-490B-9951-C6B0C8750F58}"/>
                </a:ext>
              </a:extLst>
            </p:cNvPr>
            <p:cNvSpPr/>
            <p:nvPr/>
          </p:nvSpPr>
          <p:spPr>
            <a:xfrm>
              <a:off x="1924536" y="5265932"/>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mc:AlternateContent xmlns:mc="http://schemas.openxmlformats.org/markup-compatibility/2006" xmlns:a14="http://schemas.microsoft.com/office/drawing/2010/main">
          <mc:Choice Requires="a14">
            <p:graphicFrame>
              <p:nvGraphicFramePr>
                <p:cNvPr id="20" name="Object 12">
                  <a:extLst>
                    <a:ext uri="{FF2B5EF4-FFF2-40B4-BE49-F238E27FC236}">
                      <a16:creationId xmlns:a16="http://schemas.microsoft.com/office/drawing/2014/main" id="{2617A093-74F8-430D-96D7-532C9D049339}"/>
                    </a:ext>
                  </a:extLst>
                </p:cNvPr>
                <p:cNvGraphicFramePr>
                  <a:graphicFrameLocks noChangeAspect="1"/>
                </p:cNvGraphicFramePr>
                <p:nvPr>
                  <p:extLst>
                    <p:ext uri="{D42A27DB-BD31-4B8C-83A1-F6EECF244321}">
                      <p14:modId xmlns:p14="http://schemas.microsoft.com/office/powerpoint/2010/main" val="656948569"/>
                    </p:ext>
                  </p:extLst>
                </p:nvPr>
              </p:nvGraphicFramePr>
              <p:xfrm>
                <a:off x="1921420" y="5169678"/>
                <a:ext cx="407988" cy="488950"/>
              </p:xfrm>
              <a:graphic>
                <a:graphicData uri="http://schemas.openxmlformats.org/presentationml/2006/ole">
                  <mc:AlternateContent>
                    <mc:Choice xmlns:v="urn:schemas-microsoft-com:vml" Requires="v">
                      <p:oleObj spid="_x0000_s6148" name="方程式" r:id="rId11" imgW="190440" imgH="228600" progId="Equation.3">
                        <p:embed/>
                      </p:oleObj>
                    </mc:Choice>
                    <mc:Fallback>
                      <p:oleObj name="方程式" r:id="rId11" imgW="190440" imgH="228600" progId="Equation.3">
                        <p:embed/>
                        <p:pic>
                          <p:nvPicPr>
                            <p:cNvPr id="20" name="Object 12">
                              <a:extLst>
                                <a:ext uri="{FF2B5EF4-FFF2-40B4-BE49-F238E27FC236}">
                                  <a16:creationId xmlns:a16="http://schemas.microsoft.com/office/drawing/2014/main" id="{2617A093-74F8-430D-96D7-532C9D049339}"/>
                                </a:ext>
                              </a:extLst>
                            </p:cNvPr>
                            <p:cNvPicPr>
                              <a:picLocks noChangeAspect="1" noChangeArrowheads="1"/>
                            </p:cNvPicPr>
                            <p:nvPr/>
                          </p:nvPicPr>
                          <p:blipFill>
                            <a:blip r:embed="rId10"/>
                            <a:srcRect/>
                            <a:stretch>
                              <a:fillRect/>
                            </a:stretch>
                          </p:blipFill>
                          <p:spPr bwMode="auto">
                            <a:xfrm>
                              <a:off x="1921420" y="5169678"/>
                              <a:ext cx="407988" cy="488950"/>
                            </a:xfrm>
                            <a:prstGeom prst="rect">
                              <a:avLst/>
                            </a:prstGeom>
                            <a:noFill/>
                            <a:extLst>
                              <a:ext uri="{909E8E84-426E-40DD-AFC4-6F175D3DCCD1}">
                                <a14:hiddenFill>
                                  <a:solidFill>
                                    <a:srgbClr val="FFFFFF"/>
                                  </a:solidFill>
                                </a14:hiddenFill>
                              </a:ext>
                            </a:extLst>
                          </p:spPr>
                        </p:pic>
                      </p:oleObj>
                    </mc:Fallback>
                  </mc:AlternateContent>
                </a:graphicData>
              </a:graphic>
            </p:graphicFrame>
          </mc:Choice>
          <mc:Fallback xmlns="">
            <p:graphicFrame>
              <p:nvGraphicFramePr>
                <p:cNvPr id="20" name="Object 12">
                  <a:extLst>
                    <a:ext uri="{FF2B5EF4-FFF2-40B4-BE49-F238E27FC236}">
                      <a16:creationId xmlns:a16="http://schemas.microsoft.com/office/drawing/2014/main" id="{2617A093-74F8-430D-96D7-532C9D049339}"/>
                    </a:ext>
                  </a:extLst>
                </p:cNvPr>
                <p:cNvGraphicFramePr>
                  <a:graphicFrameLocks noChangeAspect="1"/>
                </p:cNvGraphicFramePr>
                <p:nvPr>
                  <p:extLst>
                    <p:ext uri="{D42A27DB-BD31-4B8C-83A1-F6EECF244321}">
                      <p14:modId xmlns:p14="http://schemas.microsoft.com/office/powerpoint/2010/main" val="656948569"/>
                    </p:ext>
                  </p:extLst>
                </p:nvPr>
              </p:nvGraphicFramePr>
              <p:xfrm>
                <a:off x="1921420" y="5169678"/>
                <a:ext cx="407988" cy="488950"/>
              </p:xfrm>
              <a:graphic>
                <a:graphicData uri="http://schemas.openxmlformats.org/presentationml/2006/ole">
                  <mc:AlternateContent>
                    <mc:Choice xmlns:v="urn:schemas-microsoft-com:vml" Requires="v">
                      <p:oleObj name="方程式" r:id="rId12" imgW="190440" imgH="228600" progId="Equation.3">
                        <p:embed/>
                      </p:oleObj>
                    </mc:Choice>
                    <mc:Fallback>
                      <p:oleObj name="方程式" r:id="rId12" imgW="190440" imgH="228600" progId="Equation.3">
                        <p:embed/>
                        <p:pic>
                          <p:nvPicPr>
                            <p:cNvPr id="20" name="Object 12">
                              <a:extLst>
                                <a:ext uri="{FF2B5EF4-FFF2-40B4-BE49-F238E27FC236}">
                                  <a16:creationId xmlns:a16="http://schemas.microsoft.com/office/drawing/2014/main" id="{2617A093-74F8-430D-96D7-532C9D049339}"/>
                                </a:ext>
                              </a:extLst>
                            </p:cNvPr>
                            <p:cNvPicPr>
                              <a:picLocks noChangeAspect="1" noChangeArrowheads="1"/>
                            </p:cNvPicPr>
                            <p:nvPr/>
                          </p:nvPicPr>
                          <p:blipFill>
                            <a:blip r:embed="rId13"/>
                            <a:srcRect/>
                            <a:stretch>
                              <a:fillRect/>
                            </a:stretch>
                          </p:blipFill>
                          <p:spPr bwMode="auto">
                            <a:xfrm>
                              <a:off x="1921420" y="5169678"/>
                              <a:ext cx="407988" cy="488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Fallback>
        </mc:AlternateContent>
        <p:sp>
          <p:nvSpPr>
            <p:cNvPr id="21" name="文字方塊 105">
              <a:extLst>
                <a:ext uri="{FF2B5EF4-FFF2-40B4-BE49-F238E27FC236}">
                  <a16:creationId xmlns:a16="http://schemas.microsoft.com/office/drawing/2014/main" id="{EDF44DB7-AAB4-4D21-B644-BE7688A2A9D8}"/>
                </a:ext>
              </a:extLst>
            </p:cNvPr>
            <p:cNvSpPr txBox="1"/>
            <p:nvPr/>
          </p:nvSpPr>
          <p:spPr>
            <a:xfrm rot="5400000">
              <a:off x="1800468" y="4550874"/>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22" name="橢圓 106">
              <a:extLst>
                <a:ext uri="{FF2B5EF4-FFF2-40B4-BE49-F238E27FC236}">
                  <a16:creationId xmlns:a16="http://schemas.microsoft.com/office/drawing/2014/main" id="{3D439168-3763-49DF-802A-4CDDCF15169A}"/>
                </a:ext>
              </a:extLst>
            </p:cNvPr>
            <p:cNvSpPr/>
            <p:nvPr/>
          </p:nvSpPr>
          <p:spPr>
            <a:xfrm>
              <a:off x="4442398" y="3133843"/>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23" name="橢圓 107">
              <a:extLst>
                <a:ext uri="{FF2B5EF4-FFF2-40B4-BE49-F238E27FC236}">
                  <a16:creationId xmlns:a16="http://schemas.microsoft.com/office/drawing/2014/main" id="{659600CE-B1AA-4EB9-9BCA-17F428FD6A27}"/>
                </a:ext>
              </a:extLst>
            </p:cNvPr>
            <p:cNvSpPr/>
            <p:nvPr/>
          </p:nvSpPr>
          <p:spPr>
            <a:xfrm>
              <a:off x="4444740" y="3912413"/>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24" name="橢圓 108">
              <a:extLst>
                <a:ext uri="{FF2B5EF4-FFF2-40B4-BE49-F238E27FC236}">
                  <a16:creationId xmlns:a16="http://schemas.microsoft.com/office/drawing/2014/main" id="{297C1066-0299-4FB9-9088-98645184B435}"/>
                </a:ext>
              </a:extLst>
            </p:cNvPr>
            <p:cNvSpPr/>
            <p:nvPr/>
          </p:nvSpPr>
          <p:spPr>
            <a:xfrm>
              <a:off x="4433107" y="5140425"/>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25" name="文字方塊 109">
              <a:extLst>
                <a:ext uri="{FF2B5EF4-FFF2-40B4-BE49-F238E27FC236}">
                  <a16:creationId xmlns:a16="http://schemas.microsoft.com/office/drawing/2014/main" id="{21CAD3E1-9C6B-437C-B9F6-A0CF4125A120}"/>
                </a:ext>
              </a:extLst>
            </p:cNvPr>
            <p:cNvSpPr txBox="1"/>
            <p:nvPr/>
          </p:nvSpPr>
          <p:spPr>
            <a:xfrm rot="5400000">
              <a:off x="4430360" y="4562718"/>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26" name="橢圓 110">
              <a:extLst>
                <a:ext uri="{FF2B5EF4-FFF2-40B4-BE49-F238E27FC236}">
                  <a16:creationId xmlns:a16="http://schemas.microsoft.com/office/drawing/2014/main" id="{69174A38-1A2A-4A5A-8E95-826C46E77DB2}"/>
                </a:ext>
              </a:extLst>
            </p:cNvPr>
            <p:cNvSpPr/>
            <p:nvPr/>
          </p:nvSpPr>
          <p:spPr>
            <a:xfrm>
              <a:off x="5842715" y="3114735"/>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27" name="橢圓 111">
              <a:extLst>
                <a:ext uri="{FF2B5EF4-FFF2-40B4-BE49-F238E27FC236}">
                  <a16:creationId xmlns:a16="http://schemas.microsoft.com/office/drawing/2014/main" id="{C885E0CE-6E40-4745-AFE7-0E3564EB1C66}"/>
                </a:ext>
              </a:extLst>
            </p:cNvPr>
            <p:cNvSpPr/>
            <p:nvPr/>
          </p:nvSpPr>
          <p:spPr>
            <a:xfrm>
              <a:off x="5845057" y="3874644"/>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28" name="橢圓 112">
              <a:extLst>
                <a:ext uri="{FF2B5EF4-FFF2-40B4-BE49-F238E27FC236}">
                  <a16:creationId xmlns:a16="http://schemas.microsoft.com/office/drawing/2014/main" id="{CFE22BB5-A1A7-499F-8904-1EB41B437305}"/>
                </a:ext>
              </a:extLst>
            </p:cNvPr>
            <p:cNvSpPr/>
            <p:nvPr/>
          </p:nvSpPr>
          <p:spPr>
            <a:xfrm>
              <a:off x="5852085" y="5121317"/>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29" name="文字方塊 113">
              <a:extLst>
                <a:ext uri="{FF2B5EF4-FFF2-40B4-BE49-F238E27FC236}">
                  <a16:creationId xmlns:a16="http://schemas.microsoft.com/office/drawing/2014/main" id="{E43E5B3F-6281-48BD-9891-5855C900E6B3}"/>
                </a:ext>
              </a:extLst>
            </p:cNvPr>
            <p:cNvSpPr txBox="1"/>
            <p:nvPr/>
          </p:nvSpPr>
          <p:spPr>
            <a:xfrm rot="5400000">
              <a:off x="5849338" y="4540447"/>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30" name="文字方塊 114">
              <a:extLst>
                <a:ext uri="{FF2B5EF4-FFF2-40B4-BE49-F238E27FC236}">
                  <a16:creationId xmlns:a16="http://schemas.microsoft.com/office/drawing/2014/main" id="{17A25660-47F2-47AE-8EFE-1394AF47C3A3}"/>
                </a:ext>
              </a:extLst>
            </p:cNvPr>
            <p:cNvSpPr txBox="1"/>
            <p:nvPr/>
          </p:nvSpPr>
          <p:spPr>
            <a:xfrm>
              <a:off x="5014443" y="3075259"/>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31" name="文字方塊 115">
              <a:extLst>
                <a:ext uri="{FF2B5EF4-FFF2-40B4-BE49-F238E27FC236}">
                  <a16:creationId xmlns:a16="http://schemas.microsoft.com/office/drawing/2014/main" id="{15AF23DE-DBA3-4284-9DF7-452BFBE43389}"/>
                </a:ext>
              </a:extLst>
            </p:cNvPr>
            <p:cNvSpPr txBox="1"/>
            <p:nvPr/>
          </p:nvSpPr>
          <p:spPr>
            <a:xfrm>
              <a:off x="5032066" y="3860758"/>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32" name="文字方塊 116">
              <a:extLst>
                <a:ext uri="{FF2B5EF4-FFF2-40B4-BE49-F238E27FC236}">
                  <a16:creationId xmlns:a16="http://schemas.microsoft.com/office/drawing/2014/main" id="{4BE9FB58-66EC-48C4-830E-3332D965604A}"/>
                </a:ext>
              </a:extLst>
            </p:cNvPr>
            <p:cNvSpPr txBox="1"/>
            <p:nvPr/>
          </p:nvSpPr>
          <p:spPr>
            <a:xfrm>
              <a:off x="5044246" y="5117050"/>
              <a:ext cx="769257" cy="523220"/>
            </a:xfrm>
            <a:prstGeom prst="rect">
              <a:avLst/>
            </a:prstGeom>
            <a:noFill/>
          </p:spPr>
          <p:txBody>
            <a:bodyPr wrap="square" rtlCol="0">
              <a:spAutoFit/>
            </a:bodyPr>
            <a:lstStyle/>
            <a:p>
              <a:pPr algn="ctr"/>
              <a:r>
                <a:rPr lang="en-US" altLang="zh-TW" sz="2800" dirty="0"/>
                <a:t>……</a:t>
              </a:r>
              <a:endParaRPr lang="zh-TW" altLang="en-US" sz="2800" dirty="0"/>
            </a:p>
          </p:txBody>
        </p:sp>
        <p:cxnSp>
          <p:nvCxnSpPr>
            <p:cNvPr id="33" name="直線單箭頭接點 117">
              <a:extLst>
                <a:ext uri="{FF2B5EF4-FFF2-40B4-BE49-F238E27FC236}">
                  <a16:creationId xmlns:a16="http://schemas.microsoft.com/office/drawing/2014/main" id="{4DF74E3B-262D-4742-A0B9-C14FF2739A15}"/>
                </a:ext>
              </a:extLst>
            </p:cNvPr>
            <p:cNvCxnSpPr>
              <a:stCxn id="15" idx="6"/>
              <a:endCxn id="22" idx="2"/>
            </p:cNvCxnSpPr>
            <p:nvPr/>
          </p:nvCxnSpPr>
          <p:spPr>
            <a:xfrm>
              <a:off x="3700994" y="3420922"/>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線單箭頭接點 118">
              <a:extLst>
                <a:ext uri="{FF2B5EF4-FFF2-40B4-BE49-F238E27FC236}">
                  <a16:creationId xmlns:a16="http://schemas.microsoft.com/office/drawing/2014/main" id="{EA1798F5-240D-47A8-BD44-621C6EFD97BE}"/>
                </a:ext>
              </a:extLst>
            </p:cNvPr>
            <p:cNvCxnSpPr/>
            <p:nvPr/>
          </p:nvCxnSpPr>
          <p:spPr>
            <a:xfrm>
              <a:off x="3700994" y="4212674"/>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線單箭頭接點 119">
              <a:extLst>
                <a:ext uri="{FF2B5EF4-FFF2-40B4-BE49-F238E27FC236}">
                  <a16:creationId xmlns:a16="http://schemas.microsoft.com/office/drawing/2014/main" id="{966152B7-7C5F-41B2-9EDF-47372F8E7188}"/>
                </a:ext>
              </a:extLst>
            </p:cNvPr>
            <p:cNvCxnSpPr/>
            <p:nvPr/>
          </p:nvCxnSpPr>
          <p:spPr>
            <a:xfrm>
              <a:off x="3691703" y="5434643"/>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線單箭頭接點 120">
              <a:extLst>
                <a:ext uri="{FF2B5EF4-FFF2-40B4-BE49-F238E27FC236}">
                  <a16:creationId xmlns:a16="http://schemas.microsoft.com/office/drawing/2014/main" id="{3A0DEB4B-C3F3-4C42-B2E2-69F25F8E6848}"/>
                </a:ext>
              </a:extLst>
            </p:cNvPr>
            <p:cNvCxnSpPr>
              <a:stCxn id="16" idx="6"/>
              <a:endCxn id="22" idx="2"/>
            </p:cNvCxnSpPr>
            <p:nvPr/>
          </p:nvCxnSpPr>
          <p:spPr>
            <a:xfrm flipV="1">
              <a:off x="3703336" y="3420922"/>
              <a:ext cx="739062"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單箭頭接點 121">
              <a:extLst>
                <a:ext uri="{FF2B5EF4-FFF2-40B4-BE49-F238E27FC236}">
                  <a16:creationId xmlns:a16="http://schemas.microsoft.com/office/drawing/2014/main" id="{1C23B429-1290-4CAA-A19A-93C8048014D5}"/>
                </a:ext>
              </a:extLst>
            </p:cNvPr>
            <p:cNvCxnSpPr>
              <a:stCxn id="15" idx="6"/>
              <a:endCxn id="23" idx="2"/>
            </p:cNvCxnSpPr>
            <p:nvPr/>
          </p:nvCxnSpPr>
          <p:spPr>
            <a:xfrm>
              <a:off x="3700994" y="3420922"/>
              <a:ext cx="743746"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線單箭頭接點 122">
              <a:extLst>
                <a:ext uri="{FF2B5EF4-FFF2-40B4-BE49-F238E27FC236}">
                  <a16:creationId xmlns:a16="http://schemas.microsoft.com/office/drawing/2014/main" id="{8F525828-3C51-4816-90F6-3610D2C8CFC2}"/>
                </a:ext>
              </a:extLst>
            </p:cNvPr>
            <p:cNvCxnSpPr>
              <a:stCxn id="15" idx="6"/>
              <a:endCxn id="24" idx="2"/>
            </p:cNvCxnSpPr>
            <p:nvPr/>
          </p:nvCxnSpPr>
          <p:spPr>
            <a:xfrm>
              <a:off x="3700994" y="3420922"/>
              <a:ext cx="732113"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線單箭頭接點 123">
              <a:extLst>
                <a:ext uri="{FF2B5EF4-FFF2-40B4-BE49-F238E27FC236}">
                  <a16:creationId xmlns:a16="http://schemas.microsoft.com/office/drawing/2014/main" id="{51192070-6F72-4CDE-887F-A3E4B9DE754D}"/>
                </a:ext>
              </a:extLst>
            </p:cNvPr>
            <p:cNvCxnSpPr>
              <a:stCxn id="16" idx="6"/>
              <a:endCxn id="24" idx="2"/>
            </p:cNvCxnSpPr>
            <p:nvPr/>
          </p:nvCxnSpPr>
          <p:spPr>
            <a:xfrm>
              <a:off x="3703336" y="4199492"/>
              <a:ext cx="729771"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線單箭頭接點 124">
              <a:extLst>
                <a:ext uri="{FF2B5EF4-FFF2-40B4-BE49-F238E27FC236}">
                  <a16:creationId xmlns:a16="http://schemas.microsoft.com/office/drawing/2014/main" id="{93394DB0-2CA1-4173-AEA5-408C673532AE}"/>
                </a:ext>
              </a:extLst>
            </p:cNvPr>
            <p:cNvCxnSpPr>
              <a:stCxn id="17" idx="6"/>
              <a:endCxn id="22" idx="2"/>
            </p:cNvCxnSpPr>
            <p:nvPr/>
          </p:nvCxnSpPr>
          <p:spPr>
            <a:xfrm flipV="1">
              <a:off x="3691703" y="3420922"/>
              <a:ext cx="750695"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線單箭頭接點 125">
              <a:extLst>
                <a:ext uri="{FF2B5EF4-FFF2-40B4-BE49-F238E27FC236}">
                  <a16:creationId xmlns:a16="http://schemas.microsoft.com/office/drawing/2014/main" id="{95B92B06-3EFE-4952-A506-DBA235B15085}"/>
                </a:ext>
              </a:extLst>
            </p:cNvPr>
            <p:cNvCxnSpPr>
              <a:stCxn id="17" idx="6"/>
              <a:endCxn id="23" idx="2"/>
            </p:cNvCxnSpPr>
            <p:nvPr/>
          </p:nvCxnSpPr>
          <p:spPr>
            <a:xfrm flipV="1">
              <a:off x="3691703" y="4199492"/>
              <a:ext cx="753037"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線單箭頭接點 126">
              <a:extLst>
                <a:ext uri="{FF2B5EF4-FFF2-40B4-BE49-F238E27FC236}">
                  <a16:creationId xmlns:a16="http://schemas.microsoft.com/office/drawing/2014/main" id="{9B0EC727-9ECA-4777-8A29-D9B83B011AEF}"/>
                </a:ext>
              </a:extLst>
            </p:cNvPr>
            <p:cNvCxnSpPr>
              <a:endCxn id="15" idx="2"/>
            </p:cNvCxnSpPr>
            <p:nvPr/>
          </p:nvCxnSpPr>
          <p:spPr>
            <a:xfrm flipV="1">
              <a:off x="2267436" y="3420922"/>
              <a:ext cx="859400" cy="2999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線單箭頭接點 127">
              <a:extLst>
                <a:ext uri="{FF2B5EF4-FFF2-40B4-BE49-F238E27FC236}">
                  <a16:creationId xmlns:a16="http://schemas.microsoft.com/office/drawing/2014/main" id="{A9367495-1408-4661-A74F-902FAFD79801}"/>
                </a:ext>
              </a:extLst>
            </p:cNvPr>
            <p:cNvCxnSpPr>
              <a:stCxn id="12" idx="3"/>
              <a:endCxn id="16" idx="2"/>
            </p:cNvCxnSpPr>
            <p:nvPr/>
          </p:nvCxnSpPr>
          <p:spPr>
            <a:xfrm>
              <a:off x="2263729" y="3469296"/>
              <a:ext cx="865449" cy="73019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線單箭頭接點 128">
              <a:extLst>
                <a:ext uri="{FF2B5EF4-FFF2-40B4-BE49-F238E27FC236}">
                  <a16:creationId xmlns:a16="http://schemas.microsoft.com/office/drawing/2014/main" id="{798C42B4-AA3B-487E-8C05-1DC88B1C01C5}"/>
                </a:ext>
              </a:extLst>
            </p:cNvPr>
            <p:cNvCxnSpPr>
              <a:stCxn id="12" idx="3"/>
              <a:endCxn id="17" idx="2"/>
            </p:cNvCxnSpPr>
            <p:nvPr/>
          </p:nvCxnSpPr>
          <p:spPr>
            <a:xfrm>
              <a:off x="2263729" y="3469296"/>
              <a:ext cx="853816" cy="195820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線單箭頭接點 129">
              <a:extLst>
                <a:ext uri="{FF2B5EF4-FFF2-40B4-BE49-F238E27FC236}">
                  <a16:creationId xmlns:a16="http://schemas.microsoft.com/office/drawing/2014/main" id="{253D523F-427D-4ABA-93BA-11F542C795F5}"/>
                </a:ext>
              </a:extLst>
            </p:cNvPr>
            <p:cNvCxnSpPr>
              <a:stCxn id="14" idx="3"/>
              <a:endCxn id="15" idx="2"/>
            </p:cNvCxnSpPr>
            <p:nvPr/>
          </p:nvCxnSpPr>
          <p:spPr>
            <a:xfrm flipV="1">
              <a:off x="2291249" y="3420922"/>
              <a:ext cx="835587" cy="59538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線單箭頭接點 130">
              <a:extLst>
                <a:ext uri="{FF2B5EF4-FFF2-40B4-BE49-F238E27FC236}">
                  <a16:creationId xmlns:a16="http://schemas.microsoft.com/office/drawing/2014/main" id="{38D1A512-DB18-4F9C-B267-526A4C22BC82}"/>
                </a:ext>
              </a:extLst>
            </p:cNvPr>
            <p:cNvCxnSpPr>
              <a:stCxn id="11" idx="3"/>
              <a:endCxn id="16" idx="2"/>
            </p:cNvCxnSpPr>
            <p:nvPr/>
          </p:nvCxnSpPr>
          <p:spPr>
            <a:xfrm>
              <a:off x="2257911" y="4039625"/>
              <a:ext cx="871267" cy="15986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線單箭頭接點 131">
              <a:extLst>
                <a:ext uri="{FF2B5EF4-FFF2-40B4-BE49-F238E27FC236}">
                  <a16:creationId xmlns:a16="http://schemas.microsoft.com/office/drawing/2014/main" id="{70109565-822B-4310-B212-930428773C67}"/>
                </a:ext>
              </a:extLst>
            </p:cNvPr>
            <p:cNvCxnSpPr>
              <a:stCxn id="11" idx="3"/>
              <a:endCxn id="17" idx="2"/>
            </p:cNvCxnSpPr>
            <p:nvPr/>
          </p:nvCxnSpPr>
          <p:spPr>
            <a:xfrm>
              <a:off x="2257911" y="4039625"/>
              <a:ext cx="859634" cy="138787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線單箭頭接點 132">
              <a:extLst>
                <a:ext uri="{FF2B5EF4-FFF2-40B4-BE49-F238E27FC236}">
                  <a16:creationId xmlns:a16="http://schemas.microsoft.com/office/drawing/2014/main" id="{E27C91FB-66E1-4DDB-9A6E-DEA35A3B4392}"/>
                </a:ext>
              </a:extLst>
            </p:cNvPr>
            <p:cNvCxnSpPr>
              <a:stCxn id="20" idx="3"/>
              <a:endCxn id="15" idx="2"/>
            </p:cNvCxnSpPr>
            <p:nvPr/>
          </p:nvCxnSpPr>
          <p:spPr>
            <a:xfrm flipV="1">
              <a:off x="2329408" y="3420922"/>
              <a:ext cx="797428" cy="199323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線單箭頭接點 133">
              <a:extLst>
                <a:ext uri="{FF2B5EF4-FFF2-40B4-BE49-F238E27FC236}">
                  <a16:creationId xmlns:a16="http://schemas.microsoft.com/office/drawing/2014/main" id="{F9CFC885-A96C-4ED5-9BB0-F28602B0601B}"/>
                </a:ext>
              </a:extLst>
            </p:cNvPr>
            <p:cNvCxnSpPr>
              <a:stCxn id="20" idx="3"/>
              <a:endCxn id="16" idx="2"/>
            </p:cNvCxnSpPr>
            <p:nvPr/>
          </p:nvCxnSpPr>
          <p:spPr>
            <a:xfrm flipV="1">
              <a:off x="2303039" y="4199492"/>
              <a:ext cx="826139" cy="121460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線單箭頭接點 134">
              <a:extLst>
                <a:ext uri="{FF2B5EF4-FFF2-40B4-BE49-F238E27FC236}">
                  <a16:creationId xmlns:a16="http://schemas.microsoft.com/office/drawing/2014/main" id="{F9C4BC88-5F6F-4250-95FF-D3CB9A704227}"/>
                </a:ext>
              </a:extLst>
            </p:cNvPr>
            <p:cNvCxnSpPr>
              <a:stCxn id="20" idx="3"/>
              <a:endCxn id="17" idx="2"/>
            </p:cNvCxnSpPr>
            <p:nvPr/>
          </p:nvCxnSpPr>
          <p:spPr>
            <a:xfrm>
              <a:off x="2303039" y="5414098"/>
              <a:ext cx="814506" cy="1340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文字方塊 135">
              <a:extLst>
                <a:ext uri="{FF2B5EF4-FFF2-40B4-BE49-F238E27FC236}">
                  <a16:creationId xmlns:a16="http://schemas.microsoft.com/office/drawing/2014/main" id="{36BEB123-68B5-43EA-BEB5-5A9C90A66DDB}"/>
                </a:ext>
              </a:extLst>
            </p:cNvPr>
            <p:cNvSpPr txBox="1"/>
            <p:nvPr/>
          </p:nvSpPr>
          <p:spPr>
            <a:xfrm rot="5400000">
              <a:off x="7122356" y="4571419"/>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52" name="文字方塊 136">
              <a:extLst>
                <a:ext uri="{FF2B5EF4-FFF2-40B4-BE49-F238E27FC236}">
                  <a16:creationId xmlns:a16="http://schemas.microsoft.com/office/drawing/2014/main" id="{1D1DAAF4-67C0-4D75-87C1-D73D0985C918}"/>
                </a:ext>
              </a:extLst>
            </p:cNvPr>
            <p:cNvSpPr txBox="1"/>
            <p:nvPr/>
          </p:nvSpPr>
          <p:spPr>
            <a:xfrm>
              <a:off x="7191449" y="3052598"/>
              <a:ext cx="631069" cy="523220"/>
            </a:xfrm>
            <a:prstGeom prst="rect">
              <a:avLst/>
            </a:prstGeom>
            <a:noFill/>
          </p:spPr>
          <p:txBody>
            <a:bodyPr wrap="square" rtlCol="0">
              <a:spAutoFit/>
            </a:bodyPr>
            <a:lstStyle/>
            <a:p>
              <a:r>
                <a:rPr lang="en-US" altLang="zh-TW" sz="2800" dirty="0"/>
                <a:t>y</a:t>
              </a:r>
              <a:r>
                <a:rPr lang="en-US" altLang="zh-TW" sz="2800" baseline="-25000" dirty="0"/>
                <a:t>1</a:t>
              </a:r>
              <a:endParaRPr lang="zh-TW" altLang="en-US" sz="2800" baseline="-25000" dirty="0"/>
            </a:p>
          </p:txBody>
        </p:sp>
        <p:sp>
          <p:nvSpPr>
            <p:cNvPr id="53" name="文字方塊 137">
              <a:extLst>
                <a:ext uri="{FF2B5EF4-FFF2-40B4-BE49-F238E27FC236}">
                  <a16:creationId xmlns:a16="http://schemas.microsoft.com/office/drawing/2014/main" id="{62C8480E-8AF9-42B9-9025-445D7DA26536}"/>
                </a:ext>
              </a:extLst>
            </p:cNvPr>
            <p:cNvSpPr txBox="1"/>
            <p:nvPr/>
          </p:nvSpPr>
          <p:spPr>
            <a:xfrm>
              <a:off x="7180166" y="3850818"/>
              <a:ext cx="631069" cy="523220"/>
            </a:xfrm>
            <a:prstGeom prst="rect">
              <a:avLst/>
            </a:prstGeom>
            <a:noFill/>
          </p:spPr>
          <p:txBody>
            <a:bodyPr wrap="square" rtlCol="0">
              <a:spAutoFit/>
            </a:bodyPr>
            <a:lstStyle/>
            <a:p>
              <a:r>
                <a:rPr lang="en-US" altLang="zh-TW" sz="2800" dirty="0"/>
                <a:t>y</a:t>
              </a:r>
              <a:r>
                <a:rPr lang="en-US" altLang="zh-TW" sz="2800" baseline="-25000" dirty="0"/>
                <a:t>2</a:t>
              </a:r>
              <a:endParaRPr lang="zh-TW" altLang="en-US" sz="2800" baseline="-25000" dirty="0"/>
            </a:p>
          </p:txBody>
        </p:sp>
        <p:sp>
          <p:nvSpPr>
            <p:cNvPr id="54" name="文字方塊 138">
              <a:extLst>
                <a:ext uri="{FF2B5EF4-FFF2-40B4-BE49-F238E27FC236}">
                  <a16:creationId xmlns:a16="http://schemas.microsoft.com/office/drawing/2014/main" id="{831EDC89-1269-4E51-9ED2-E3900E5AC144}"/>
                </a:ext>
              </a:extLst>
            </p:cNvPr>
            <p:cNvSpPr txBox="1"/>
            <p:nvPr/>
          </p:nvSpPr>
          <p:spPr>
            <a:xfrm>
              <a:off x="7180166" y="5117050"/>
              <a:ext cx="631069" cy="523220"/>
            </a:xfrm>
            <a:prstGeom prst="rect">
              <a:avLst/>
            </a:prstGeom>
            <a:noFill/>
          </p:spPr>
          <p:txBody>
            <a:bodyPr wrap="square" rtlCol="0">
              <a:spAutoFit/>
            </a:bodyPr>
            <a:lstStyle/>
            <a:p>
              <a:r>
                <a:rPr lang="en-US" altLang="zh-TW" sz="2800" dirty="0" err="1"/>
                <a:t>y</a:t>
              </a:r>
              <a:r>
                <a:rPr lang="en-US" altLang="zh-TW" sz="2800" baseline="-25000" dirty="0" err="1"/>
                <a:t>M</a:t>
              </a:r>
              <a:endParaRPr lang="zh-TW" altLang="en-US" sz="2800" baseline="-25000" dirty="0"/>
            </a:p>
          </p:txBody>
        </p:sp>
        <p:sp>
          <p:nvSpPr>
            <p:cNvPr id="55" name="矩形 69">
              <a:extLst>
                <a:ext uri="{FF2B5EF4-FFF2-40B4-BE49-F238E27FC236}">
                  <a16:creationId xmlns:a16="http://schemas.microsoft.com/office/drawing/2014/main" id="{A628B110-0178-42AE-9945-796CF727BEA6}"/>
                </a:ext>
              </a:extLst>
            </p:cNvPr>
            <p:cNvSpPr/>
            <p:nvPr/>
          </p:nvSpPr>
          <p:spPr>
            <a:xfrm>
              <a:off x="2318544" y="3702110"/>
              <a:ext cx="807843" cy="832399"/>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W</a:t>
              </a:r>
              <a:r>
                <a:rPr lang="en-US" altLang="zh-TW" sz="2400" baseline="30000" dirty="0"/>
                <a:t>1</a:t>
              </a:r>
              <a:endParaRPr lang="zh-TW" altLang="en-US" sz="2400" baseline="30000" dirty="0"/>
            </a:p>
          </p:txBody>
        </p:sp>
        <p:sp>
          <p:nvSpPr>
            <p:cNvPr id="56" name="矩形 87">
              <a:extLst>
                <a:ext uri="{FF2B5EF4-FFF2-40B4-BE49-F238E27FC236}">
                  <a16:creationId xmlns:a16="http://schemas.microsoft.com/office/drawing/2014/main" id="{32344FB9-313B-44B4-9B28-12E441108D47}"/>
                </a:ext>
              </a:extLst>
            </p:cNvPr>
            <p:cNvSpPr/>
            <p:nvPr/>
          </p:nvSpPr>
          <p:spPr>
            <a:xfrm>
              <a:off x="2292896" y="5097356"/>
              <a:ext cx="441359" cy="87707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TW" sz="2400" dirty="0"/>
                <a:t>x</a:t>
              </a:r>
              <a:endParaRPr lang="zh-TW" altLang="en-US" sz="2400" dirty="0"/>
            </a:p>
          </p:txBody>
        </p:sp>
        <p:sp>
          <p:nvSpPr>
            <p:cNvPr id="57" name="矩形 88">
              <a:extLst>
                <a:ext uri="{FF2B5EF4-FFF2-40B4-BE49-F238E27FC236}">
                  <a16:creationId xmlns:a16="http://schemas.microsoft.com/office/drawing/2014/main" id="{F67CA9C6-0243-4B06-ADE6-02CD5D238935}"/>
                </a:ext>
              </a:extLst>
            </p:cNvPr>
            <p:cNvSpPr/>
            <p:nvPr/>
          </p:nvSpPr>
          <p:spPr>
            <a:xfrm>
              <a:off x="3540087" y="5097356"/>
              <a:ext cx="441359" cy="87707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TW" sz="2400" dirty="0"/>
                <a:t>a</a:t>
              </a:r>
              <a:r>
                <a:rPr lang="en-US" altLang="zh-TW" sz="2400" baseline="30000" dirty="0"/>
                <a:t>1</a:t>
              </a:r>
              <a:endParaRPr lang="zh-TW" altLang="en-US" sz="2400" baseline="30000" dirty="0"/>
            </a:p>
          </p:txBody>
        </p:sp>
        <p:grpSp>
          <p:nvGrpSpPr>
            <p:cNvPr id="58" name="群組 3">
              <a:extLst>
                <a:ext uri="{FF2B5EF4-FFF2-40B4-BE49-F238E27FC236}">
                  <a16:creationId xmlns:a16="http://schemas.microsoft.com/office/drawing/2014/main" id="{F0642E21-74E3-43B1-A578-73CB37E7D92C}"/>
                </a:ext>
              </a:extLst>
            </p:cNvPr>
            <p:cNvGrpSpPr/>
            <p:nvPr/>
          </p:nvGrpSpPr>
          <p:grpSpPr>
            <a:xfrm>
              <a:off x="2997507" y="6453475"/>
              <a:ext cx="3459858" cy="877076"/>
              <a:chOff x="-76694" y="4911258"/>
              <a:chExt cx="3459858" cy="877076"/>
            </a:xfrm>
          </p:grpSpPr>
          <p:sp>
            <p:nvSpPr>
              <p:cNvPr id="59" name="矩形 70">
                <a:extLst>
                  <a:ext uri="{FF2B5EF4-FFF2-40B4-BE49-F238E27FC236}">
                    <a16:creationId xmlns:a16="http://schemas.microsoft.com/office/drawing/2014/main" id="{749BDA0E-459B-4CF1-8FC5-A1D43B83FEF8}"/>
                  </a:ext>
                </a:extLst>
              </p:cNvPr>
              <p:cNvSpPr/>
              <p:nvPr/>
            </p:nvSpPr>
            <p:spPr>
              <a:xfrm>
                <a:off x="2804292" y="4913061"/>
                <a:ext cx="450868" cy="85455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a:t>b</a:t>
                </a:r>
                <a:r>
                  <a:rPr lang="en-US" altLang="zh-TW" sz="2400" baseline="30000" dirty="0"/>
                  <a:t>1</a:t>
                </a:r>
                <a:endParaRPr lang="zh-TW" altLang="en-US" sz="2400" baseline="30000" dirty="0"/>
              </a:p>
            </p:txBody>
          </p:sp>
          <p:sp>
            <p:nvSpPr>
              <p:cNvPr id="60" name="矩形 142">
                <a:extLst>
                  <a:ext uri="{FF2B5EF4-FFF2-40B4-BE49-F238E27FC236}">
                    <a16:creationId xmlns:a16="http://schemas.microsoft.com/office/drawing/2014/main" id="{F8DC0470-B4D0-4D16-BA63-63FD9337193D}"/>
                  </a:ext>
                </a:extLst>
              </p:cNvPr>
              <p:cNvSpPr/>
              <p:nvPr/>
            </p:nvSpPr>
            <p:spPr>
              <a:xfrm>
                <a:off x="982807" y="4935213"/>
                <a:ext cx="807843" cy="832399"/>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W</a:t>
                </a:r>
                <a:r>
                  <a:rPr lang="en-US" altLang="zh-TW" sz="2400" baseline="30000" dirty="0"/>
                  <a:t>1</a:t>
                </a:r>
                <a:endParaRPr lang="zh-TW" altLang="en-US" sz="2400" baseline="30000" dirty="0"/>
              </a:p>
            </p:txBody>
          </p:sp>
          <p:sp>
            <p:nvSpPr>
              <p:cNvPr id="61" name="矩形 143">
                <a:extLst>
                  <a:ext uri="{FF2B5EF4-FFF2-40B4-BE49-F238E27FC236}">
                    <a16:creationId xmlns:a16="http://schemas.microsoft.com/office/drawing/2014/main" id="{4C4FDE67-44CE-47F9-A016-7EC328A00925}"/>
                  </a:ext>
                </a:extLst>
              </p:cNvPr>
              <p:cNvSpPr/>
              <p:nvPr/>
            </p:nvSpPr>
            <p:spPr>
              <a:xfrm>
                <a:off x="1883749" y="4911258"/>
                <a:ext cx="441359" cy="87707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TW" sz="2400" dirty="0"/>
                  <a:t>x</a:t>
                </a:r>
                <a:endParaRPr lang="zh-TW" altLang="en-US" sz="2400" dirty="0"/>
              </a:p>
            </p:txBody>
          </p:sp>
          <p:sp>
            <p:nvSpPr>
              <p:cNvPr id="62" name="文字方塊 2">
                <a:extLst>
                  <a:ext uri="{FF2B5EF4-FFF2-40B4-BE49-F238E27FC236}">
                    <a16:creationId xmlns:a16="http://schemas.microsoft.com/office/drawing/2014/main" id="{826472BC-0811-4172-AACB-8034878C3E13}"/>
                  </a:ext>
                </a:extLst>
              </p:cNvPr>
              <p:cNvSpPr txBox="1"/>
              <p:nvPr/>
            </p:nvSpPr>
            <p:spPr>
              <a:xfrm>
                <a:off x="2384389" y="5106861"/>
                <a:ext cx="360621" cy="461665"/>
              </a:xfrm>
              <a:prstGeom prst="rect">
                <a:avLst/>
              </a:prstGeom>
              <a:noFill/>
            </p:spPr>
            <p:txBody>
              <a:bodyPr wrap="square" rtlCol="0">
                <a:spAutoFit/>
              </a:bodyPr>
              <a:lstStyle/>
              <a:p>
                <a:pPr algn="ctr"/>
                <a:r>
                  <a:rPr lang="en-US" altLang="zh-TW" sz="2400" dirty="0"/>
                  <a:t>+</a:t>
                </a:r>
                <a:endParaRPr lang="zh-TW" altLang="en-US" sz="2400" dirty="0"/>
              </a:p>
            </p:txBody>
          </p:sp>
          <mc:AlternateContent xmlns:mc="http://schemas.openxmlformats.org/markup-compatibility/2006" xmlns:a14="http://schemas.microsoft.com/office/drawing/2010/main">
            <mc:Choice Requires="a14">
              <p:sp>
                <p:nvSpPr>
                  <p:cNvPr id="63" name="文字方塊 144">
                    <a:extLst>
                      <a:ext uri="{FF2B5EF4-FFF2-40B4-BE49-F238E27FC236}">
                        <a16:creationId xmlns:a16="http://schemas.microsoft.com/office/drawing/2014/main" id="{FDDA9777-9FB2-4915-8C9F-735D0A058599}"/>
                      </a:ext>
                    </a:extLst>
                  </p:cNvPr>
                  <p:cNvSpPr txBox="1"/>
                  <p:nvPr/>
                </p:nvSpPr>
                <p:spPr>
                  <a:xfrm>
                    <a:off x="-76694" y="5114234"/>
                    <a:ext cx="3459858" cy="369332"/>
                  </a:xfrm>
                  <a:prstGeom prst="rect">
                    <a:avLst/>
                  </a:prstGeom>
                  <a:noFill/>
                </p:spPr>
                <p:txBody>
                  <a:bodyPr wrap="none" lIns="0" tIns="0" rIns="0" bIns="0" rtlCol="0">
                    <a:spAutoFit/>
                  </a:bodyPr>
                  <a:lstStyle/>
                  <a:p>
                    <a:r>
                      <a:rPr lang="en-US" altLang="zh-TW" sz="2400" b="0" dirty="0"/>
                      <a:t>      </a:t>
                    </a:r>
                    <a14:m>
                      <m:oMath xmlns:m="http://schemas.openxmlformats.org/officeDocument/2006/math">
                        <m:r>
                          <a:rPr lang="en-US" altLang="zh-TW" sz="2400" b="0" i="1" smtClean="0">
                            <a:latin typeface="Cambria Math" panose="02040503050406030204" pitchFamily="18" charset="0"/>
                          </a:rPr>
                          <m:t>=</m:t>
                        </m:r>
                        <m:r>
                          <a:rPr lang="zh-TW" altLang="en-US" sz="2400" i="1" smtClean="0">
                            <a:latin typeface="Cambria Math" panose="02040503050406030204" pitchFamily="18" charset="0"/>
                          </a:rPr>
                          <m:t>𝜎</m:t>
                        </m:r>
                        <m:d>
                          <m:dPr>
                            <m:ctrlPr>
                              <a:rPr lang="en-US" altLang="zh-TW" sz="2400" i="1" smtClean="0">
                                <a:latin typeface="Cambria Math" panose="02040503050406030204" pitchFamily="18" charset="0"/>
                              </a:rPr>
                            </m:ctrlPr>
                          </m:dPr>
                          <m:e>
                            <m:r>
                              <a:rPr lang="en-US" altLang="zh-TW" sz="2400" b="0" i="1" smtClean="0">
                                <a:latin typeface="Cambria Math" panose="02040503050406030204" pitchFamily="18" charset="0"/>
                              </a:rPr>
                              <m:t>                                  </m:t>
                            </m:r>
                          </m:e>
                        </m:d>
                      </m:oMath>
                    </a14:m>
                    <a:endParaRPr lang="zh-TW" altLang="en-US" sz="2400" dirty="0"/>
                  </a:p>
                </p:txBody>
              </p:sp>
            </mc:Choice>
            <mc:Fallback xmlns="">
              <p:sp>
                <p:nvSpPr>
                  <p:cNvPr id="70" name="文字方塊 144"/>
                  <p:cNvSpPr txBox="1">
                    <a:spLocks noRot="1" noChangeAspect="1" noMove="1" noResize="1" noEditPoints="1" noAdjustHandles="1" noChangeArrowheads="1" noChangeShapeType="1" noTextEdit="1"/>
                  </p:cNvSpPr>
                  <p:nvPr/>
                </p:nvSpPr>
                <p:spPr>
                  <a:xfrm>
                    <a:off x="-76694" y="5114234"/>
                    <a:ext cx="3459858" cy="369332"/>
                  </a:xfrm>
                  <a:prstGeom prst="rect">
                    <a:avLst/>
                  </a:prstGeom>
                  <a:blipFill>
                    <a:blip r:embed="rId14"/>
                    <a:stretch>
                      <a:fillRect/>
                    </a:stretch>
                  </a:blipFill>
                </p:spPr>
                <p:txBody>
                  <a:bodyPr/>
                  <a:lstStyle/>
                  <a:p>
                    <a:r>
                      <a:rPr lang="en-US">
                        <a:noFill/>
                      </a:rPr>
                      <a:t> </a:t>
                    </a:r>
                  </a:p>
                </p:txBody>
              </p:sp>
            </mc:Fallback>
          </mc:AlternateContent>
        </p:grpSp>
        <p:sp>
          <p:nvSpPr>
            <p:cNvPr id="64" name="矩形 172">
              <a:extLst>
                <a:ext uri="{FF2B5EF4-FFF2-40B4-BE49-F238E27FC236}">
                  <a16:creationId xmlns:a16="http://schemas.microsoft.com/office/drawing/2014/main" id="{29DD4894-20AC-4535-9F01-13FF8299A8CA}"/>
                </a:ext>
              </a:extLst>
            </p:cNvPr>
            <p:cNvSpPr/>
            <p:nvPr/>
          </p:nvSpPr>
          <p:spPr>
            <a:xfrm>
              <a:off x="2881004" y="4255785"/>
              <a:ext cx="450868" cy="85455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a:t>b</a:t>
              </a:r>
              <a:r>
                <a:rPr lang="en-US" altLang="zh-TW" sz="2400" baseline="30000" dirty="0"/>
                <a:t>1</a:t>
              </a:r>
              <a:endParaRPr lang="zh-TW" altLang="en-US" sz="2400" baseline="30000" dirty="0"/>
            </a:p>
          </p:txBody>
        </p:sp>
        <p:cxnSp>
          <p:nvCxnSpPr>
            <p:cNvPr id="65" name="直線單箭頭接點 6">
              <a:extLst>
                <a:ext uri="{FF2B5EF4-FFF2-40B4-BE49-F238E27FC236}">
                  <a16:creationId xmlns:a16="http://schemas.microsoft.com/office/drawing/2014/main" id="{B572A18A-ACF3-4568-9975-0623301CCA0B}"/>
                </a:ext>
              </a:extLst>
            </p:cNvPr>
            <p:cNvCxnSpPr>
              <a:endCxn id="57" idx="2"/>
            </p:cNvCxnSpPr>
            <p:nvPr/>
          </p:nvCxnSpPr>
          <p:spPr>
            <a:xfrm flipV="1">
              <a:off x="3133899" y="5974432"/>
              <a:ext cx="626868" cy="81102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6" name="矩形 88">
              <a:extLst>
                <a:ext uri="{FF2B5EF4-FFF2-40B4-BE49-F238E27FC236}">
                  <a16:creationId xmlns:a16="http://schemas.microsoft.com/office/drawing/2014/main" id="{AB27AEC0-AD60-48B6-B40B-D8644E167ED8}"/>
                </a:ext>
              </a:extLst>
            </p:cNvPr>
            <p:cNvSpPr/>
            <p:nvPr/>
          </p:nvSpPr>
          <p:spPr>
            <a:xfrm>
              <a:off x="2889361" y="6415638"/>
              <a:ext cx="441359" cy="87707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TW" sz="2400" dirty="0"/>
                <a:t>a</a:t>
              </a:r>
              <a:r>
                <a:rPr lang="en-US" altLang="zh-TW" sz="2400" baseline="30000" dirty="0"/>
                <a:t>1</a:t>
              </a:r>
              <a:endParaRPr lang="zh-TW" altLang="en-US" sz="2400" baseline="30000" dirty="0"/>
            </a:p>
          </p:txBody>
        </p:sp>
      </p:grpSp>
    </p:spTree>
    <p:extLst>
      <p:ext uri="{BB962C8B-B14F-4D97-AF65-F5344CB8AC3E}">
        <p14:creationId xmlns:p14="http://schemas.microsoft.com/office/powerpoint/2010/main" val="30358143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7" name="Group 166">
            <a:extLst>
              <a:ext uri="{FF2B5EF4-FFF2-40B4-BE49-F238E27FC236}">
                <a16:creationId xmlns:a16="http://schemas.microsoft.com/office/drawing/2014/main" id="{23E2E6AB-F5A9-4E6B-AF7A-1718B0820D4B}"/>
              </a:ext>
            </a:extLst>
          </p:cNvPr>
          <p:cNvGrpSpPr/>
          <p:nvPr/>
        </p:nvGrpSpPr>
        <p:grpSpPr>
          <a:xfrm>
            <a:off x="1262303" y="1079308"/>
            <a:ext cx="8823142" cy="4820762"/>
            <a:chOff x="162373" y="2590056"/>
            <a:chExt cx="8823142" cy="4820762"/>
          </a:xfrm>
        </p:grpSpPr>
        <p:sp>
          <p:nvSpPr>
            <p:cNvPr id="80" name="矩形 77">
              <a:extLst>
                <a:ext uri="{FF2B5EF4-FFF2-40B4-BE49-F238E27FC236}">
                  <a16:creationId xmlns:a16="http://schemas.microsoft.com/office/drawing/2014/main" id="{63B10909-91B0-4318-B6B9-2029095FB627}"/>
                </a:ext>
              </a:extLst>
            </p:cNvPr>
            <p:cNvSpPr/>
            <p:nvPr/>
          </p:nvSpPr>
          <p:spPr>
            <a:xfrm>
              <a:off x="7180166" y="2607881"/>
              <a:ext cx="498951" cy="2625052"/>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81" name="矩形 73">
              <a:extLst>
                <a:ext uri="{FF2B5EF4-FFF2-40B4-BE49-F238E27FC236}">
                  <a16:creationId xmlns:a16="http://schemas.microsoft.com/office/drawing/2014/main" id="{5287477E-4D2F-4045-AAAD-FE53C666E26A}"/>
                </a:ext>
              </a:extLst>
            </p:cNvPr>
            <p:cNvSpPr/>
            <p:nvPr/>
          </p:nvSpPr>
          <p:spPr>
            <a:xfrm>
              <a:off x="3029726" y="2660299"/>
              <a:ext cx="746342" cy="2675868"/>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82" name="矩形 74">
              <a:extLst>
                <a:ext uri="{FF2B5EF4-FFF2-40B4-BE49-F238E27FC236}">
                  <a16:creationId xmlns:a16="http://schemas.microsoft.com/office/drawing/2014/main" id="{80CAA856-9A6B-4B12-AB91-9F3142344D47}"/>
                </a:ext>
              </a:extLst>
            </p:cNvPr>
            <p:cNvSpPr/>
            <p:nvPr/>
          </p:nvSpPr>
          <p:spPr>
            <a:xfrm>
              <a:off x="4355312" y="2643952"/>
              <a:ext cx="746342" cy="2675868"/>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83" name="矩形 75">
              <a:extLst>
                <a:ext uri="{FF2B5EF4-FFF2-40B4-BE49-F238E27FC236}">
                  <a16:creationId xmlns:a16="http://schemas.microsoft.com/office/drawing/2014/main" id="{4CDEFFBF-9E98-4801-AF39-D1A1E784CF9F}"/>
                </a:ext>
              </a:extLst>
            </p:cNvPr>
            <p:cNvSpPr/>
            <p:nvPr/>
          </p:nvSpPr>
          <p:spPr>
            <a:xfrm>
              <a:off x="5766871" y="2660299"/>
              <a:ext cx="746342" cy="2675868"/>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84" name="矩形 76">
              <a:extLst>
                <a:ext uri="{FF2B5EF4-FFF2-40B4-BE49-F238E27FC236}">
                  <a16:creationId xmlns:a16="http://schemas.microsoft.com/office/drawing/2014/main" id="{3D8F6F5D-BA7D-4626-802F-6F98D958631B}"/>
                </a:ext>
              </a:extLst>
            </p:cNvPr>
            <p:cNvSpPr/>
            <p:nvPr/>
          </p:nvSpPr>
          <p:spPr>
            <a:xfrm>
              <a:off x="1846623" y="2687940"/>
              <a:ext cx="498951" cy="2625052"/>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cxnSp>
          <p:nvCxnSpPr>
            <p:cNvPr id="85" name="直線單箭頭接點 92">
              <a:extLst>
                <a:ext uri="{FF2B5EF4-FFF2-40B4-BE49-F238E27FC236}">
                  <a16:creationId xmlns:a16="http://schemas.microsoft.com/office/drawing/2014/main" id="{BB54D2CB-BE5E-424F-B5AC-C39EF235FE66}"/>
                </a:ext>
              </a:extLst>
            </p:cNvPr>
            <p:cNvCxnSpPr/>
            <p:nvPr/>
          </p:nvCxnSpPr>
          <p:spPr>
            <a:xfrm>
              <a:off x="6153678" y="3708719"/>
              <a:ext cx="1018599"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6" name="直線單箭頭接點 93">
              <a:extLst>
                <a:ext uri="{FF2B5EF4-FFF2-40B4-BE49-F238E27FC236}">
                  <a16:creationId xmlns:a16="http://schemas.microsoft.com/office/drawing/2014/main" id="{7655DBBC-3008-4C8A-ABBE-0C6A3C0E9356}"/>
                </a:ext>
              </a:extLst>
            </p:cNvPr>
            <p:cNvCxnSpPr/>
            <p:nvPr/>
          </p:nvCxnSpPr>
          <p:spPr>
            <a:xfrm>
              <a:off x="6262994" y="4954609"/>
              <a:ext cx="90574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直線單箭頭接點 94">
              <a:extLst>
                <a:ext uri="{FF2B5EF4-FFF2-40B4-BE49-F238E27FC236}">
                  <a16:creationId xmlns:a16="http://schemas.microsoft.com/office/drawing/2014/main" id="{8766D963-1F36-4F15-A8C8-8375EFE6E629}"/>
                </a:ext>
              </a:extLst>
            </p:cNvPr>
            <p:cNvCxnSpPr/>
            <p:nvPr/>
          </p:nvCxnSpPr>
          <p:spPr>
            <a:xfrm>
              <a:off x="6129794" y="2929916"/>
              <a:ext cx="1050372"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8" name="矩形 95">
              <a:extLst>
                <a:ext uri="{FF2B5EF4-FFF2-40B4-BE49-F238E27FC236}">
                  <a16:creationId xmlns:a16="http://schemas.microsoft.com/office/drawing/2014/main" id="{03851E78-A607-42EB-9B54-7E81F602BA14}"/>
                </a:ext>
              </a:extLst>
            </p:cNvPr>
            <p:cNvSpPr/>
            <p:nvPr/>
          </p:nvSpPr>
          <p:spPr>
            <a:xfrm>
              <a:off x="1915011" y="3405633"/>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89" name="矩形 96">
              <a:extLst>
                <a:ext uri="{FF2B5EF4-FFF2-40B4-BE49-F238E27FC236}">
                  <a16:creationId xmlns:a16="http://schemas.microsoft.com/office/drawing/2014/main" id="{EC7D9CEF-9541-4D2E-ACA7-E4E8AA4B14E3}"/>
                </a:ext>
              </a:extLst>
            </p:cNvPr>
            <p:cNvSpPr/>
            <p:nvPr/>
          </p:nvSpPr>
          <p:spPr>
            <a:xfrm>
              <a:off x="1920829" y="2835304"/>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mc:AlternateContent xmlns:mc="http://schemas.openxmlformats.org/markup-compatibility/2006" xmlns:a14="http://schemas.microsoft.com/office/drawing/2010/main">
          <mc:Choice Requires="a14">
            <p:graphicFrame>
              <p:nvGraphicFramePr>
                <p:cNvPr id="90" name="Object 12">
                  <a:extLst>
                    <a:ext uri="{FF2B5EF4-FFF2-40B4-BE49-F238E27FC236}">
                      <a16:creationId xmlns:a16="http://schemas.microsoft.com/office/drawing/2014/main" id="{9421FFBA-0B78-44B2-A85B-675BE7A2B328}"/>
                    </a:ext>
                  </a:extLst>
                </p:cNvPr>
                <p:cNvGraphicFramePr>
                  <a:graphicFrameLocks noChangeAspect="1"/>
                </p:cNvGraphicFramePr>
                <p:nvPr>
                  <p:extLst>
                    <p:ext uri="{D42A27DB-BD31-4B8C-83A1-F6EECF244321}">
                      <p14:modId xmlns:p14="http://schemas.microsoft.com/office/powerpoint/2010/main" val="725953849"/>
                    </p:ext>
                  </p:extLst>
                </p:nvPr>
              </p:nvGraphicFramePr>
              <p:xfrm>
                <a:off x="1933528" y="2740054"/>
                <a:ext cx="325438" cy="461962"/>
              </p:xfrm>
              <a:graphic>
                <a:graphicData uri="http://schemas.openxmlformats.org/presentationml/2006/ole">
                  <mc:AlternateContent>
                    <mc:Choice xmlns:v="urn:schemas-microsoft-com:vml" Requires="v">
                      <p:oleObj spid="_x0000_s7170" name="方程式" r:id="rId3" imgW="152280" imgH="215640" progId="Equation.3">
                        <p:embed/>
                      </p:oleObj>
                    </mc:Choice>
                    <mc:Fallback>
                      <p:oleObj name="方程式" r:id="rId3" imgW="152280" imgH="215640" progId="Equation.3">
                        <p:embed/>
                        <p:pic>
                          <p:nvPicPr>
                            <p:cNvPr id="90" name="Object 12">
                              <a:extLst>
                                <a:ext uri="{FF2B5EF4-FFF2-40B4-BE49-F238E27FC236}">
                                  <a16:creationId xmlns:a16="http://schemas.microsoft.com/office/drawing/2014/main" id="{9421FFBA-0B78-44B2-A85B-675BE7A2B328}"/>
                                </a:ext>
                              </a:extLst>
                            </p:cNvPr>
                            <p:cNvPicPr>
                              <a:picLocks noChangeAspect="1" noChangeArrowheads="1"/>
                            </p:cNvPicPr>
                            <p:nvPr/>
                          </p:nvPicPr>
                          <p:blipFill>
                            <a:blip r:embed="rId4"/>
                            <a:srcRect/>
                            <a:stretch>
                              <a:fillRect/>
                            </a:stretch>
                          </p:blipFill>
                          <p:spPr bwMode="auto">
                            <a:xfrm>
                              <a:off x="1933528" y="2740054"/>
                              <a:ext cx="325438" cy="461962"/>
                            </a:xfrm>
                            <a:prstGeom prst="rect">
                              <a:avLst/>
                            </a:prstGeom>
                            <a:noFill/>
                            <a:extLst>
                              <a:ext uri="{909E8E84-426E-40DD-AFC4-6F175D3DCCD1}">
                                <a14:hiddenFill>
                                  <a:solidFill>
                                    <a:srgbClr val="FFFFFF"/>
                                  </a:solidFill>
                                </a14:hiddenFill>
                              </a:ext>
                            </a:extLst>
                          </p:spPr>
                        </p:pic>
                      </p:oleObj>
                    </mc:Fallback>
                  </mc:AlternateContent>
                </a:graphicData>
              </a:graphic>
            </p:graphicFrame>
          </mc:Choice>
          <mc:Fallback xmlns="">
            <p:graphicFrame>
              <p:nvGraphicFramePr>
                <p:cNvPr id="90" name="Object 12">
                  <a:extLst>
                    <a:ext uri="{FF2B5EF4-FFF2-40B4-BE49-F238E27FC236}">
                      <a16:creationId xmlns:a16="http://schemas.microsoft.com/office/drawing/2014/main" id="{9421FFBA-0B78-44B2-A85B-675BE7A2B328}"/>
                    </a:ext>
                  </a:extLst>
                </p:cNvPr>
                <p:cNvGraphicFramePr>
                  <a:graphicFrameLocks noChangeAspect="1"/>
                </p:cNvGraphicFramePr>
                <p:nvPr>
                  <p:extLst>
                    <p:ext uri="{D42A27DB-BD31-4B8C-83A1-F6EECF244321}">
                      <p14:modId xmlns:p14="http://schemas.microsoft.com/office/powerpoint/2010/main" val="725953849"/>
                    </p:ext>
                  </p:extLst>
                </p:nvPr>
              </p:nvGraphicFramePr>
              <p:xfrm>
                <a:off x="1933528" y="2740054"/>
                <a:ext cx="325438" cy="461962"/>
              </p:xfrm>
              <a:graphic>
                <a:graphicData uri="http://schemas.openxmlformats.org/presentationml/2006/ole">
                  <mc:AlternateContent>
                    <mc:Choice xmlns:v="urn:schemas-microsoft-com:vml" Requires="v">
                      <p:oleObj name="方程式" r:id="rId5" imgW="152280" imgH="215640" progId="Equation.3">
                        <p:embed/>
                      </p:oleObj>
                    </mc:Choice>
                    <mc:Fallback>
                      <p:oleObj name="方程式" r:id="rId5" imgW="152280" imgH="215640" progId="Equation.3">
                        <p:embed/>
                        <p:pic>
                          <p:nvPicPr>
                            <p:cNvPr id="90" name="Object 12">
                              <a:extLst>
                                <a:ext uri="{FF2B5EF4-FFF2-40B4-BE49-F238E27FC236}">
                                  <a16:creationId xmlns:a16="http://schemas.microsoft.com/office/drawing/2014/main" id="{9421FFBA-0B78-44B2-A85B-675BE7A2B328}"/>
                                </a:ext>
                              </a:extLst>
                            </p:cNvPr>
                            <p:cNvPicPr>
                              <a:picLocks noChangeAspect="1" noChangeArrowheads="1"/>
                            </p:cNvPicPr>
                            <p:nvPr/>
                          </p:nvPicPr>
                          <p:blipFill>
                            <a:blip r:embed="rId6"/>
                            <a:srcRect/>
                            <a:stretch>
                              <a:fillRect/>
                            </a:stretch>
                          </p:blipFill>
                          <p:spPr bwMode="auto">
                            <a:xfrm>
                              <a:off x="1933528" y="2740054"/>
                              <a:ext cx="325438" cy="461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91" name="Object 12">
                  <a:extLst>
                    <a:ext uri="{FF2B5EF4-FFF2-40B4-BE49-F238E27FC236}">
                      <a16:creationId xmlns:a16="http://schemas.microsoft.com/office/drawing/2014/main" id="{AB3E8390-4722-483C-844E-09701AD51939}"/>
                    </a:ext>
                  </a:extLst>
                </p:cNvPr>
                <p:cNvGraphicFramePr>
                  <a:graphicFrameLocks noChangeAspect="1"/>
                </p:cNvGraphicFramePr>
                <p:nvPr>
                  <p:extLst>
                    <p:ext uri="{D42A27DB-BD31-4B8C-83A1-F6EECF244321}">
                      <p14:modId xmlns:p14="http://schemas.microsoft.com/office/powerpoint/2010/main" val="378057418"/>
                    </p:ext>
                  </p:extLst>
                </p:nvPr>
              </p:nvGraphicFramePr>
              <p:xfrm>
                <a:off x="1938824" y="3322783"/>
                <a:ext cx="352425" cy="461963"/>
              </p:xfrm>
              <a:graphic>
                <a:graphicData uri="http://schemas.openxmlformats.org/presentationml/2006/ole">
                  <mc:AlternateContent>
                    <mc:Choice xmlns:v="urn:schemas-microsoft-com:vml" Requires="v">
                      <p:oleObj spid="_x0000_s7171" name="方程式" r:id="rId7" imgW="164880" imgH="215640" progId="Equation.3">
                        <p:embed/>
                      </p:oleObj>
                    </mc:Choice>
                    <mc:Fallback>
                      <p:oleObj name="方程式" r:id="rId7" imgW="164880" imgH="215640" progId="Equation.3">
                        <p:embed/>
                        <p:pic>
                          <p:nvPicPr>
                            <p:cNvPr id="91" name="Object 12">
                              <a:extLst>
                                <a:ext uri="{FF2B5EF4-FFF2-40B4-BE49-F238E27FC236}">
                                  <a16:creationId xmlns:a16="http://schemas.microsoft.com/office/drawing/2014/main" id="{AB3E8390-4722-483C-844E-09701AD51939}"/>
                                </a:ext>
                              </a:extLst>
                            </p:cNvPr>
                            <p:cNvPicPr>
                              <a:picLocks noChangeAspect="1" noChangeArrowheads="1"/>
                            </p:cNvPicPr>
                            <p:nvPr/>
                          </p:nvPicPr>
                          <p:blipFill>
                            <a:blip r:embed="rId8"/>
                            <a:srcRect/>
                            <a:stretch>
                              <a:fillRect/>
                            </a:stretch>
                          </p:blipFill>
                          <p:spPr bwMode="auto">
                            <a:xfrm>
                              <a:off x="1938824" y="3322783"/>
                              <a:ext cx="352425" cy="461963"/>
                            </a:xfrm>
                            <a:prstGeom prst="rect">
                              <a:avLst/>
                            </a:prstGeom>
                            <a:noFill/>
                            <a:extLst>
                              <a:ext uri="{909E8E84-426E-40DD-AFC4-6F175D3DCCD1}">
                                <a14:hiddenFill>
                                  <a:solidFill>
                                    <a:srgbClr val="FFFFFF"/>
                                  </a:solidFill>
                                </a14:hiddenFill>
                              </a:ext>
                            </a:extLst>
                          </p:spPr>
                        </p:pic>
                      </p:oleObj>
                    </mc:Fallback>
                  </mc:AlternateContent>
                </a:graphicData>
              </a:graphic>
            </p:graphicFrame>
          </mc:Choice>
          <mc:Fallback xmlns="">
            <p:graphicFrame>
              <p:nvGraphicFramePr>
                <p:cNvPr id="91" name="Object 12">
                  <a:extLst>
                    <a:ext uri="{FF2B5EF4-FFF2-40B4-BE49-F238E27FC236}">
                      <a16:creationId xmlns:a16="http://schemas.microsoft.com/office/drawing/2014/main" id="{AB3E8390-4722-483C-844E-09701AD51939}"/>
                    </a:ext>
                  </a:extLst>
                </p:cNvPr>
                <p:cNvGraphicFramePr>
                  <a:graphicFrameLocks noChangeAspect="1"/>
                </p:cNvGraphicFramePr>
                <p:nvPr>
                  <p:extLst>
                    <p:ext uri="{D42A27DB-BD31-4B8C-83A1-F6EECF244321}">
                      <p14:modId xmlns:p14="http://schemas.microsoft.com/office/powerpoint/2010/main" val="378057418"/>
                    </p:ext>
                  </p:extLst>
                </p:nvPr>
              </p:nvGraphicFramePr>
              <p:xfrm>
                <a:off x="1938824" y="3322783"/>
                <a:ext cx="352425" cy="461963"/>
              </p:xfrm>
              <a:graphic>
                <a:graphicData uri="http://schemas.openxmlformats.org/presentationml/2006/ole">
                  <mc:AlternateContent>
                    <mc:Choice xmlns:v="urn:schemas-microsoft-com:vml" Requires="v">
                      <p:oleObj name="方程式" r:id="rId9" imgW="164880" imgH="215640" progId="Equation.3">
                        <p:embed/>
                      </p:oleObj>
                    </mc:Choice>
                    <mc:Fallback>
                      <p:oleObj name="方程式" r:id="rId9" imgW="164880" imgH="215640" progId="Equation.3">
                        <p:embed/>
                        <p:pic>
                          <p:nvPicPr>
                            <p:cNvPr id="91" name="Object 12">
                              <a:extLst>
                                <a:ext uri="{FF2B5EF4-FFF2-40B4-BE49-F238E27FC236}">
                                  <a16:creationId xmlns:a16="http://schemas.microsoft.com/office/drawing/2014/main" id="{AB3E8390-4722-483C-844E-09701AD51939}"/>
                                </a:ext>
                              </a:extLst>
                            </p:cNvPr>
                            <p:cNvPicPr>
                              <a:picLocks noChangeAspect="1" noChangeArrowheads="1"/>
                            </p:cNvPicPr>
                            <p:nvPr/>
                          </p:nvPicPr>
                          <p:blipFill>
                            <a:blip r:embed="rId10"/>
                            <a:srcRect/>
                            <a:stretch>
                              <a:fillRect/>
                            </a:stretch>
                          </p:blipFill>
                          <p:spPr bwMode="auto">
                            <a:xfrm>
                              <a:off x="1938824" y="3322783"/>
                              <a:ext cx="352425" cy="461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Fallback>
        </mc:AlternateContent>
        <p:sp>
          <p:nvSpPr>
            <p:cNvPr id="92" name="橢圓 99">
              <a:extLst>
                <a:ext uri="{FF2B5EF4-FFF2-40B4-BE49-F238E27FC236}">
                  <a16:creationId xmlns:a16="http://schemas.microsoft.com/office/drawing/2014/main" id="{4F206AE6-6403-4B15-929F-22D81C87F755}"/>
                </a:ext>
              </a:extLst>
            </p:cNvPr>
            <p:cNvSpPr/>
            <p:nvPr/>
          </p:nvSpPr>
          <p:spPr>
            <a:xfrm>
              <a:off x="3126836" y="2671301"/>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93" name="橢圓 100">
              <a:extLst>
                <a:ext uri="{FF2B5EF4-FFF2-40B4-BE49-F238E27FC236}">
                  <a16:creationId xmlns:a16="http://schemas.microsoft.com/office/drawing/2014/main" id="{01CF9CD2-9188-4697-993E-ACB5F5F5D527}"/>
                </a:ext>
              </a:extLst>
            </p:cNvPr>
            <p:cNvSpPr/>
            <p:nvPr/>
          </p:nvSpPr>
          <p:spPr>
            <a:xfrm>
              <a:off x="3129178" y="3449871"/>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94" name="橢圓 101">
              <a:extLst>
                <a:ext uri="{FF2B5EF4-FFF2-40B4-BE49-F238E27FC236}">
                  <a16:creationId xmlns:a16="http://schemas.microsoft.com/office/drawing/2014/main" id="{B589C441-C8B0-45EF-BB63-E4FC37FEFAC4}"/>
                </a:ext>
              </a:extLst>
            </p:cNvPr>
            <p:cNvSpPr/>
            <p:nvPr/>
          </p:nvSpPr>
          <p:spPr>
            <a:xfrm>
              <a:off x="3117545" y="4677883"/>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95" name="文字方塊 102">
              <a:extLst>
                <a:ext uri="{FF2B5EF4-FFF2-40B4-BE49-F238E27FC236}">
                  <a16:creationId xmlns:a16="http://schemas.microsoft.com/office/drawing/2014/main" id="{6E80BD4F-8395-432D-BAC5-A24596FDE488}"/>
                </a:ext>
              </a:extLst>
            </p:cNvPr>
            <p:cNvSpPr txBox="1"/>
            <p:nvPr/>
          </p:nvSpPr>
          <p:spPr>
            <a:xfrm rot="5400000">
              <a:off x="3114798" y="4100176"/>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96" name="矩形 103">
              <a:extLst>
                <a:ext uri="{FF2B5EF4-FFF2-40B4-BE49-F238E27FC236}">
                  <a16:creationId xmlns:a16="http://schemas.microsoft.com/office/drawing/2014/main" id="{B643F3E1-35AD-498C-9B67-17C4FB9D42BD}"/>
                </a:ext>
              </a:extLst>
            </p:cNvPr>
            <p:cNvSpPr/>
            <p:nvPr/>
          </p:nvSpPr>
          <p:spPr>
            <a:xfrm>
              <a:off x="1924536" y="4803390"/>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mc:AlternateContent xmlns:mc="http://schemas.openxmlformats.org/markup-compatibility/2006" xmlns:a14="http://schemas.microsoft.com/office/drawing/2010/main">
          <mc:Choice Requires="a14">
            <p:graphicFrame>
              <p:nvGraphicFramePr>
                <p:cNvPr id="97" name="Object 12">
                  <a:extLst>
                    <a:ext uri="{FF2B5EF4-FFF2-40B4-BE49-F238E27FC236}">
                      <a16:creationId xmlns:a16="http://schemas.microsoft.com/office/drawing/2014/main" id="{2A202C08-42C3-4C6F-880A-F30AB94369EF}"/>
                    </a:ext>
                  </a:extLst>
                </p:cNvPr>
                <p:cNvGraphicFramePr>
                  <a:graphicFrameLocks noChangeAspect="1"/>
                </p:cNvGraphicFramePr>
                <p:nvPr>
                  <p:extLst>
                    <p:ext uri="{D42A27DB-BD31-4B8C-83A1-F6EECF244321}">
                      <p14:modId xmlns:p14="http://schemas.microsoft.com/office/powerpoint/2010/main" val="377982425"/>
                    </p:ext>
                  </p:extLst>
                </p:nvPr>
              </p:nvGraphicFramePr>
              <p:xfrm>
                <a:off x="1921420" y="4707136"/>
                <a:ext cx="407988" cy="488950"/>
              </p:xfrm>
              <a:graphic>
                <a:graphicData uri="http://schemas.openxmlformats.org/presentationml/2006/ole">
                  <mc:AlternateContent>
                    <mc:Choice xmlns:v="urn:schemas-microsoft-com:vml" Requires="v">
                      <p:oleObj spid="_x0000_s7172" name="方程式" r:id="rId11" imgW="190440" imgH="228600" progId="Equation.3">
                        <p:embed/>
                      </p:oleObj>
                    </mc:Choice>
                    <mc:Fallback>
                      <p:oleObj name="方程式" r:id="rId11" imgW="190440" imgH="228600" progId="Equation.3">
                        <p:embed/>
                        <p:pic>
                          <p:nvPicPr>
                            <p:cNvPr id="97" name="Object 12">
                              <a:extLst>
                                <a:ext uri="{FF2B5EF4-FFF2-40B4-BE49-F238E27FC236}">
                                  <a16:creationId xmlns:a16="http://schemas.microsoft.com/office/drawing/2014/main" id="{2A202C08-42C3-4C6F-880A-F30AB94369EF}"/>
                                </a:ext>
                              </a:extLst>
                            </p:cNvPr>
                            <p:cNvPicPr>
                              <a:picLocks noChangeAspect="1" noChangeArrowheads="1"/>
                            </p:cNvPicPr>
                            <p:nvPr/>
                          </p:nvPicPr>
                          <p:blipFill>
                            <a:blip r:embed="rId10"/>
                            <a:srcRect/>
                            <a:stretch>
                              <a:fillRect/>
                            </a:stretch>
                          </p:blipFill>
                          <p:spPr bwMode="auto">
                            <a:xfrm>
                              <a:off x="1921420" y="4707136"/>
                              <a:ext cx="407988" cy="488950"/>
                            </a:xfrm>
                            <a:prstGeom prst="rect">
                              <a:avLst/>
                            </a:prstGeom>
                            <a:noFill/>
                            <a:extLst>
                              <a:ext uri="{909E8E84-426E-40DD-AFC4-6F175D3DCCD1}">
                                <a14:hiddenFill>
                                  <a:solidFill>
                                    <a:srgbClr val="FFFFFF"/>
                                  </a:solidFill>
                                </a14:hiddenFill>
                              </a:ext>
                            </a:extLst>
                          </p:spPr>
                        </p:pic>
                      </p:oleObj>
                    </mc:Fallback>
                  </mc:AlternateContent>
                </a:graphicData>
              </a:graphic>
            </p:graphicFrame>
          </mc:Choice>
          <mc:Fallback xmlns="">
            <p:graphicFrame>
              <p:nvGraphicFramePr>
                <p:cNvPr id="97" name="Object 12">
                  <a:extLst>
                    <a:ext uri="{FF2B5EF4-FFF2-40B4-BE49-F238E27FC236}">
                      <a16:creationId xmlns:a16="http://schemas.microsoft.com/office/drawing/2014/main" id="{2A202C08-42C3-4C6F-880A-F30AB94369EF}"/>
                    </a:ext>
                  </a:extLst>
                </p:cNvPr>
                <p:cNvGraphicFramePr>
                  <a:graphicFrameLocks noChangeAspect="1"/>
                </p:cNvGraphicFramePr>
                <p:nvPr>
                  <p:extLst>
                    <p:ext uri="{D42A27DB-BD31-4B8C-83A1-F6EECF244321}">
                      <p14:modId xmlns:p14="http://schemas.microsoft.com/office/powerpoint/2010/main" val="377982425"/>
                    </p:ext>
                  </p:extLst>
                </p:nvPr>
              </p:nvGraphicFramePr>
              <p:xfrm>
                <a:off x="1921420" y="4707136"/>
                <a:ext cx="407988" cy="488950"/>
              </p:xfrm>
              <a:graphic>
                <a:graphicData uri="http://schemas.openxmlformats.org/presentationml/2006/ole">
                  <mc:AlternateContent>
                    <mc:Choice xmlns:v="urn:schemas-microsoft-com:vml" Requires="v">
                      <p:oleObj name="方程式" r:id="rId12" imgW="190440" imgH="228600" progId="Equation.3">
                        <p:embed/>
                      </p:oleObj>
                    </mc:Choice>
                    <mc:Fallback>
                      <p:oleObj name="方程式" r:id="rId12" imgW="190440" imgH="228600" progId="Equation.3">
                        <p:embed/>
                        <p:pic>
                          <p:nvPicPr>
                            <p:cNvPr id="97" name="Object 12">
                              <a:extLst>
                                <a:ext uri="{FF2B5EF4-FFF2-40B4-BE49-F238E27FC236}">
                                  <a16:creationId xmlns:a16="http://schemas.microsoft.com/office/drawing/2014/main" id="{2A202C08-42C3-4C6F-880A-F30AB94369EF}"/>
                                </a:ext>
                              </a:extLst>
                            </p:cNvPr>
                            <p:cNvPicPr>
                              <a:picLocks noChangeAspect="1" noChangeArrowheads="1"/>
                            </p:cNvPicPr>
                            <p:nvPr/>
                          </p:nvPicPr>
                          <p:blipFill>
                            <a:blip r:embed="rId13"/>
                            <a:srcRect/>
                            <a:stretch>
                              <a:fillRect/>
                            </a:stretch>
                          </p:blipFill>
                          <p:spPr bwMode="auto">
                            <a:xfrm>
                              <a:off x="1921420" y="4707136"/>
                              <a:ext cx="407988" cy="488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Fallback>
        </mc:AlternateContent>
        <p:sp>
          <p:nvSpPr>
            <p:cNvPr id="98" name="文字方塊 105">
              <a:extLst>
                <a:ext uri="{FF2B5EF4-FFF2-40B4-BE49-F238E27FC236}">
                  <a16:creationId xmlns:a16="http://schemas.microsoft.com/office/drawing/2014/main" id="{BEC74404-2773-4BBE-88BB-52CEA956FA2E}"/>
                </a:ext>
              </a:extLst>
            </p:cNvPr>
            <p:cNvSpPr txBox="1"/>
            <p:nvPr/>
          </p:nvSpPr>
          <p:spPr>
            <a:xfrm rot="5400000">
              <a:off x="1800468" y="4088332"/>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99" name="橢圓 106">
              <a:extLst>
                <a:ext uri="{FF2B5EF4-FFF2-40B4-BE49-F238E27FC236}">
                  <a16:creationId xmlns:a16="http://schemas.microsoft.com/office/drawing/2014/main" id="{A07D059B-2038-4607-872F-FD21F4190589}"/>
                </a:ext>
              </a:extLst>
            </p:cNvPr>
            <p:cNvSpPr/>
            <p:nvPr/>
          </p:nvSpPr>
          <p:spPr>
            <a:xfrm>
              <a:off x="4442398" y="2671301"/>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100" name="橢圓 107">
              <a:extLst>
                <a:ext uri="{FF2B5EF4-FFF2-40B4-BE49-F238E27FC236}">
                  <a16:creationId xmlns:a16="http://schemas.microsoft.com/office/drawing/2014/main" id="{637CE047-1409-45BA-A52D-4EB72C671BA7}"/>
                </a:ext>
              </a:extLst>
            </p:cNvPr>
            <p:cNvSpPr/>
            <p:nvPr/>
          </p:nvSpPr>
          <p:spPr>
            <a:xfrm>
              <a:off x="4444740" y="3449871"/>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101" name="橢圓 108">
              <a:extLst>
                <a:ext uri="{FF2B5EF4-FFF2-40B4-BE49-F238E27FC236}">
                  <a16:creationId xmlns:a16="http://schemas.microsoft.com/office/drawing/2014/main" id="{D919FD23-19B2-434B-8DC0-E1B46518C95E}"/>
                </a:ext>
              </a:extLst>
            </p:cNvPr>
            <p:cNvSpPr/>
            <p:nvPr/>
          </p:nvSpPr>
          <p:spPr>
            <a:xfrm>
              <a:off x="4433107" y="4677883"/>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102" name="文字方塊 109">
              <a:extLst>
                <a:ext uri="{FF2B5EF4-FFF2-40B4-BE49-F238E27FC236}">
                  <a16:creationId xmlns:a16="http://schemas.microsoft.com/office/drawing/2014/main" id="{23E177C0-68A2-4719-8661-D48C9CEE6B47}"/>
                </a:ext>
              </a:extLst>
            </p:cNvPr>
            <p:cNvSpPr txBox="1"/>
            <p:nvPr/>
          </p:nvSpPr>
          <p:spPr>
            <a:xfrm rot="5400000">
              <a:off x="4430360" y="4100176"/>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103" name="橢圓 110">
              <a:extLst>
                <a:ext uri="{FF2B5EF4-FFF2-40B4-BE49-F238E27FC236}">
                  <a16:creationId xmlns:a16="http://schemas.microsoft.com/office/drawing/2014/main" id="{972DE926-F268-4693-A27B-B7873E3B96F9}"/>
                </a:ext>
              </a:extLst>
            </p:cNvPr>
            <p:cNvSpPr/>
            <p:nvPr/>
          </p:nvSpPr>
          <p:spPr>
            <a:xfrm>
              <a:off x="5842715" y="2652193"/>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104" name="橢圓 111">
              <a:extLst>
                <a:ext uri="{FF2B5EF4-FFF2-40B4-BE49-F238E27FC236}">
                  <a16:creationId xmlns:a16="http://schemas.microsoft.com/office/drawing/2014/main" id="{A5104C07-BC61-4351-9ACA-17493B609C96}"/>
                </a:ext>
              </a:extLst>
            </p:cNvPr>
            <p:cNvSpPr/>
            <p:nvPr/>
          </p:nvSpPr>
          <p:spPr>
            <a:xfrm>
              <a:off x="5845057" y="3412102"/>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105" name="橢圓 112">
              <a:extLst>
                <a:ext uri="{FF2B5EF4-FFF2-40B4-BE49-F238E27FC236}">
                  <a16:creationId xmlns:a16="http://schemas.microsoft.com/office/drawing/2014/main" id="{E57615EA-2599-43E2-912D-405F65E106BD}"/>
                </a:ext>
              </a:extLst>
            </p:cNvPr>
            <p:cNvSpPr/>
            <p:nvPr/>
          </p:nvSpPr>
          <p:spPr>
            <a:xfrm>
              <a:off x="5852085" y="4658775"/>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106" name="文字方塊 113">
              <a:extLst>
                <a:ext uri="{FF2B5EF4-FFF2-40B4-BE49-F238E27FC236}">
                  <a16:creationId xmlns:a16="http://schemas.microsoft.com/office/drawing/2014/main" id="{79F07397-49C7-4331-8CA9-EC0D6BDEB1F0}"/>
                </a:ext>
              </a:extLst>
            </p:cNvPr>
            <p:cNvSpPr txBox="1"/>
            <p:nvPr/>
          </p:nvSpPr>
          <p:spPr>
            <a:xfrm rot="5400000">
              <a:off x="5849338" y="4077905"/>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107" name="文字方塊 114">
              <a:extLst>
                <a:ext uri="{FF2B5EF4-FFF2-40B4-BE49-F238E27FC236}">
                  <a16:creationId xmlns:a16="http://schemas.microsoft.com/office/drawing/2014/main" id="{9A34D281-2EBB-4ED1-A0D8-F39556425546}"/>
                </a:ext>
              </a:extLst>
            </p:cNvPr>
            <p:cNvSpPr txBox="1"/>
            <p:nvPr/>
          </p:nvSpPr>
          <p:spPr>
            <a:xfrm>
              <a:off x="5014443" y="2612717"/>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108" name="文字方塊 115">
              <a:extLst>
                <a:ext uri="{FF2B5EF4-FFF2-40B4-BE49-F238E27FC236}">
                  <a16:creationId xmlns:a16="http://schemas.microsoft.com/office/drawing/2014/main" id="{2BB91282-3906-4563-801F-E109E0CCC581}"/>
                </a:ext>
              </a:extLst>
            </p:cNvPr>
            <p:cNvSpPr txBox="1"/>
            <p:nvPr/>
          </p:nvSpPr>
          <p:spPr>
            <a:xfrm>
              <a:off x="5032066" y="3398216"/>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109" name="文字方塊 116">
              <a:extLst>
                <a:ext uri="{FF2B5EF4-FFF2-40B4-BE49-F238E27FC236}">
                  <a16:creationId xmlns:a16="http://schemas.microsoft.com/office/drawing/2014/main" id="{CB081FF4-BCC0-472D-AFEA-354F827C5F05}"/>
                </a:ext>
              </a:extLst>
            </p:cNvPr>
            <p:cNvSpPr txBox="1"/>
            <p:nvPr/>
          </p:nvSpPr>
          <p:spPr>
            <a:xfrm>
              <a:off x="5044246" y="4654508"/>
              <a:ext cx="769257" cy="523220"/>
            </a:xfrm>
            <a:prstGeom prst="rect">
              <a:avLst/>
            </a:prstGeom>
            <a:noFill/>
          </p:spPr>
          <p:txBody>
            <a:bodyPr wrap="square" rtlCol="0">
              <a:spAutoFit/>
            </a:bodyPr>
            <a:lstStyle/>
            <a:p>
              <a:pPr algn="ctr"/>
              <a:r>
                <a:rPr lang="en-US" altLang="zh-TW" sz="2800" dirty="0"/>
                <a:t>……</a:t>
              </a:r>
              <a:endParaRPr lang="zh-TW" altLang="en-US" sz="2800" dirty="0"/>
            </a:p>
          </p:txBody>
        </p:sp>
        <p:cxnSp>
          <p:nvCxnSpPr>
            <p:cNvPr id="110" name="直線單箭頭接點 117">
              <a:extLst>
                <a:ext uri="{FF2B5EF4-FFF2-40B4-BE49-F238E27FC236}">
                  <a16:creationId xmlns:a16="http://schemas.microsoft.com/office/drawing/2014/main" id="{720CD3B9-8A20-4170-BB2C-1CB5E7D6CFAD}"/>
                </a:ext>
              </a:extLst>
            </p:cNvPr>
            <p:cNvCxnSpPr>
              <a:stCxn id="92" idx="6"/>
              <a:endCxn id="99" idx="2"/>
            </p:cNvCxnSpPr>
            <p:nvPr/>
          </p:nvCxnSpPr>
          <p:spPr>
            <a:xfrm>
              <a:off x="3700994" y="2958380"/>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1" name="直線單箭頭接點 118">
              <a:extLst>
                <a:ext uri="{FF2B5EF4-FFF2-40B4-BE49-F238E27FC236}">
                  <a16:creationId xmlns:a16="http://schemas.microsoft.com/office/drawing/2014/main" id="{A6EEA8BB-F599-4102-944E-05A1EE9DC17A}"/>
                </a:ext>
              </a:extLst>
            </p:cNvPr>
            <p:cNvCxnSpPr/>
            <p:nvPr/>
          </p:nvCxnSpPr>
          <p:spPr>
            <a:xfrm>
              <a:off x="3700994" y="3750132"/>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直線單箭頭接點 119">
              <a:extLst>
                <a:ext uri="{FF2B5EF4-FFF2-40B4-BE49-F238E27FC236}">
                  <a16:creationId xmlns:a16="http://schemas.microsoft.com/office/drawing/2014/main" id="{1A4874AC-8FBC-4A2A-8B01-D28ACCD807C5}"/>
                </a:ext>
              </a:extLst>
            </p:cNvPr>
            <p:cNvCxnSpPr/>
            <p:nvPr/>
          </p:nvCxnSpPr>
          <p:spPr>
            <a:xfrm>
              <a:off x="3691703" y="4972101"/>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3" name="直線單箭頭接點 120">
              <a:extLst>
                <a:ext uri="{FF2B5EF4-FFF2-40B4-BE49-F238E27FC236}">
                  <a16:creationId xmlns:a16="http://schemas.microsoft.com/office/drawing/2014/main" id="{0E8E15D5-157F-43F3-A2A8-64D26063367F}"/>
                </a:ext>
              </a:extLst>
            </p:cNvPr>
            <p:cNvCxnSpPr>
              <a:stCxn id="93" idx="6"/>
              <a:endCxn id="99" idx="2"/>
            </p:cNvCxnSpPr>
            <p:nvPr/>
          </p:nvCxnSpPr>
          <p:spPr>
            <a:xfrm flipV="1">
              <a:off x="3703336" y="2958380"/>
              <a:ext cx="739062"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直線單箭頭接點 121">
              <a:extLst>
                <a:ext uri="{FF2B5EF4-FFF2-40B4-BE49-F238E27FC236}">
                  <a16:creationId xmlns:a16="http://schemas.microsoft.com/office/drawing/2014/main" id="{B9F89E7B-5EDF-4B25-817C-B300566CBB75}"/>
                </a:ext>
              </a:extLst>
            </p:cNvPr>
            <p:cNvCxnSpPr>
              <a:stCxn id="92" idx="6"/>
              <a:endCxn id="100" idx="2"/>
            </p:cNvCxnSpPr>
            <p:nvPr/>
          </p:nvCxnSpPr>
          <p:spPr>
            <a:xfrm>
              <a:off x="3700994" y="2958380"/>
              <a:ext cx="743746"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直線單箭頭接點 122">
              <a:extLst>
                <a:ext uri="{FF2B5EF4-FFF2-40B4-BE49-F238E27FC236}">
                  <a16:creationId xmlns:a16="http://schemas.microsoft.com/office/drawing/2014/main" id="{598F11AB-E081-49C4-B492-848779F3D84D}"/>
                </a:ext>
              </a:extLst>
            </p:cNvPr>
            <p:cNvCxnSpPr>
              <a:stCxn id="92" idx="6"/>
              <a:endCxn id="101" idx="2"/>
            </p:cNvCxnSpPr>
            <p:nvPr/>
          </p:nvCxnSpPr>
          <p:spPr>
            <a:xfrm>
              <a:off x="3700994" y="2958380"/>
              <a:ext cx="732113"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6" name="直線單箭頭接點 123">
              <a:extLst>
                <a:ext uri="{FF2B5EF4-FFF2-40B4-BE49-F238E27FC236}">
                  <a16:creationId xmlns:a16="http://schemas.microsoft.com/office/drawing/2014/main" id="{502FFF46-DFC0-4DF9-B56B-CB6E04FD5F9D}"/>
                </a:ext>
              </a:extLst>
            </p:cNvPr>
            <p:cNvCxnSpPr>
              <a:stCxn id="93" idx="6"/>
              <a:endCxn id="101" idx="2"/>
            </p:cNvCxnSpPr>
            <p:nvPr/>
          </p:nvCxnSpPr>
          <p:spPr>
            <a:xfrm>
              <a:off x="3703336" y="3736950"/>
              <a:ext cx="729771"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7" name="直線單箭頭接點 124">
              <a:extLst>
                <a:ext uri="{FF2B5EF4-FFF2-40B4-BE49-F238E27FC236}">
                  <a16:creationId xmlns:a16="http://schemas.microsoft.com/office/drawing/2014/main" id="{FACC7486-1170-42A4-BDC2-5B2F43516C3D}"/>
                </a:ext>
              </a:extLst>
            </p:cNvPr>
            <p:cNvCxnSpPr>
              <a:stCxn id="94" idx="6"/>
              <a:endCxn id="99" idx="2"/>
            </p:cNvCxnSpPr>
            <p:nvPr/>
          </p:nvCxnSpPr>
          <p:spPr>
            <a:xfrm flipV="1">
              <a:off x="3691703" y="2958380"/>
              <a:ext cx="750695"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直線單箭頭接點 125">
              <a:extLst>
                <a:ext uri="{FF2B5EF4-FFF2-40B4-BE49-F238E27FC236}">
                  <a16:creationId xmlns:a16="http://schemas.microsoft.com/office/drawing/2014/main" id="{0DA0FCDE-7461-4086-85C8-BCE9B6C0C1C2}"/>
                </a:ext>
              </a:extLst>
            </p:cNvPr>
            <p:cNvCxnSpPr>
              <a:stCxn id="94" idx="6"/>
              <a:endCxn id="100" idx="2"/>
            </p:cNvCxnSpPr>
            <p:nvPr/>
          </p:nvCxnSpPr>
          <p:spPr>
            <a:xfrm flipV="1">
              <a:off x="3691703" y="3736950"/>
              <a:ext cx="753037"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9" name="直線單箭頭接點 126">
              <a:extLst>
                <a:ext uri="{FF2B5EF4-FFF2-40B4-BE49-F238E27FC236}">
                  <a16:creationId xmlns:a16="http://schemas.microsoft.com/office/drawing/2014/main" id="{D2D2F39D-5A19-4A9D-8296-8989C262D10A}"/>
                </a:ext>
              </a:extLst>
            </p:cNvPr>
            <p:cNvCxnSpPr>
              <a:endCxn id="92" idx="2"/>
            </p:cNvCxnSpPr>
            <p:nvPr/>
          </p:nvCxnSpPr>
          <p:spPr>
            <a:xfrm flipV="1">
              <a:off x="2267436" y="2958380"/>
              <a:ext cx="859400" cy="2999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0" name="直線單箭頭接點 127">
              <a:extLst>
                <a:ext uri="{FF2B5EF4-FFF2-40B4-BE49-F238E27FC236}">
                  <a16:creationId xmlns:a16="http://schemas.microsoft.com/office/drawing/2014/main" id="{16DF29DD-BF7B-49A8-A4F9-1ADC4648B497}"/>
                </a:ext>
              </a:extLst>
            </p:cNvPr>
            <p:cNvCxnSpPr>
              <a:stCxn id="89" idx="3"/>
              <a:endCxn id="93" idx="2"/>
            </p:cNvCxnSpPr>
            <p:nvPr/>
          </p:nvCxnSpPr>
          <p:spPr>
            <a:xfrm>
              <a:off x="2263729" y="3006754"/>
              <a:ext cx="865449" cy="73019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1" name="直線單箭頭接點 128">
              <a:extLst>
                <a:ext uri="{FF2B5EF4-FFF2-40B4-BE49-F238E27FC236}">
                  <a16:creationId xmlns:a16="http://schemas.microsoft.com/office/drawing/2014/main" id="{18D5174E-2487-47C8-8345-52D13ABA21C7}"/>
                </a:ext>
              </a:extLst>
            </p:cNvPr>
            <p:cNvCxnSpPr>
              <a:stCxn id="89" idx="3"/>
              <a:endCxn id="94" idx="2"/>
            </p:cNvCxnSpPr>
            <p:nvPr/>
          </p:nvCxnSpPr>
          <p:spPr>
            <a:xfrm>
              <a:off x="2263729" y="3006754"/>
              <a:ext cx="853816" cy="195820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2" name="直線單箭頭接點 129">
              <a:extLst>
                <a:ext uri="{FF2B5EF4-FFF2-40B4-BE49-F238E27FC236}">
                  <a16:creationId xmlns:a16="http://schemas.microsoft.com/office/drawing/2014/main" id="{E6591EC5-75F4-410C-B5B1-4C5BFBE74EF9}"/>
                </a:ext>
              </a:extLst>
            </p:cNvPr>
            <p:cNvCxnSpPr>
              <a:stCxn id="91" idx="3"/>
              <a:endCxn id="92" idx="2"/>
            </p:cNvCxnSpPr>
            <p:nvPr/>
          </p:nvCxnSpPr>
          <p:spPr>
            <a:xfrm flipV="1">
              <a:off x="2291249" y="2958380"/>
              <a:ext cx="835587" cy="59538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3" name="直線單箭頭接點 130">
              <a:extLst>
                <a:ext uri="{FF2B5EF4-FFF2-40B4-BE49-F238E27FC236}">
                  <a16:creationId xmlns:a16="http://schemas.microsoft.com/office/drawing/2014/main" id="{FD75DEFB-678B-4858-8F03-C2BBB80C6120}"/>
                </a:ext>
              </a:extLst>
            </p:cNvPr>
            <p:cNvCxnSpPr>
              <a:stCxn id="88" idx="3"/>
              <a:endCxn id="93" idx="2"/>
            </p:cNvCxnSpPr>
            <p:nvPr/>
          </p:nvCxnSpPr>
          <p:spPr>
            <a:xfrm>
              <a:off x="2257911" y="3577083"/>
              <a:ext cx="871267" cy="15986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4" name="直線單箭頭接點 131">
              <a:extLst>
                <a:ext uri="{FF2B5EF4-FFF2-40B4-BE49-F238E27FC236}">
                  <a16:creationId xmlns:a16="http://schemas.microsoft.com/office/drawing/2014/main" id="{C61D5172-E6D6-471F-97C7-1C857E3AF866}"/>
                </a:ext>
              </a:extLst>
            </p:cNvPr>
            <p:cNvCxnSpPr>
              <a:stCxn id="88" idx="3"/>
              <a:endCxn id="94" idx="2"/>
            </p:cNvCxnSpPr>
            <p:nvPr/>
          </p:nvCxnSpPr>
          <p:spPr>
            <a:xfrm>
              <a:off x="2257911" y="3577083"/>
              <a:ext cx="859634" cy="138787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5" name="直線單箭頭接點 132">
              <a:extLst>
                <a:ext uri="{FF2B5EF4-FFF2-40B4-BE49-F238E27FC236}">
                  <a16:creationId xmlns:a16="http://schemas.microsoft.com/office/drawing/2014/main" id="{4F8D5FC3-1AB8-47C7-8071-5433BF6B84AE}"/>
                </a:ext>
              </a:extLst>
            </p:cNvPr>
            <p:cNvCxnSpPr>
              <a:stCxn id="97" idx="3"/>
              <a:endCxn id="92" idx="2"/>
            </p:cNvCxnSpPr>
            <p:nvPr/>
          </p:nvCxnSpPr>
          <p:spPr>
            <a:xfrm flipV="1">
              <a:off x="2329408" y="2958380"/>
              <a:ext cx="797428" cy="199323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6" name="直線單箭頭接點 133">
              <a:extLst>
                <a:ext uri="{FF2B5EF4-FFF2-40B4-BE49-F238E27FC236}">
                  <a16:creationId xmlns:a16="http://schemas.microsoft.com/office/drawing/2014/main" id="{49FEAE68-C082-4694-9130-F04092AAB3EE}"/>
                </a:ext>
              </a:extLst>
            </p:cNvPr>
            <p:cNvCxnSpPr>
              <a:stCxn id="97" idx="3"/>
              <a:endCxn id="93" idx="2"/>
            </p:cNvCxnSpPr>
            <p:nvPr/>
          </p:nvCxnSpPr>
          <p:spPr>
            <a:xfrm flipV="1">
              <a:off x="2303039" y="3736950"/>
              <a:ext cx="826139" cy="121460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7" name="直線單箭頭接點 134">
              <a:extLst>
                <a:ext uri="{FF2B5EF4-FFF2-40B4-BE49-F238E27FC236}">
                  <a16:creationId xmlns:a16="http://schemas.microsoft.com/office/drawing/2014/main" id="{F8977984-3812-4E98-8474-F6A86A2D934C}"/>
                </a:ext>
              </a:extLst>
            </p:cNvPr>
            <p:cNvCxnSpPr>
              <a:stCxn id="97" idx="3"/>
              <a:endCxn id="94" idx="2"/>
            </p:cNvCxnSpPr>
            <p:nvPr/>
          </p:nvCxnSpPr>
          <p:spPr>
            <a:xfrm>
              <a:off x="2303039" y="4951556"/>
              <a:ext cx="814506" cy="1340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8" name="文字方塊 135">
              <a:extLst>
                <a:ext uri="{FF2B5EF4-FFF2-40B4-BE49-F238E27FC236}">
                  <a16:creationId xmlns:a16="http://schemas.microsoft.com/office/drawing/2014/main" id="{1A39ABA1-FDE4-4FEF-94A0-BD72E572CEA8}"/>
                </a:ext>
              </a:extLst>
            </p:cNvPr>
            <p:cNvSpPr txBox="1"/>
            <p:nvPr/>
          </p:nvSpPr>
          <p:spPr>
            <a:xfrm rot="5400000">
              <a:off x="7122356" y="4108877"/>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129" name="文字方塊 136">
              <a:extLst>
                <a:ext uri="{FF2B5EF4-FFF2-40B4-BE49-F238E27FC236}">
                  <a16:creationId xmlns:a16="http://schemas.microsoft.com/office/drawing/2014/main" id="{E0233590-5BF0-4002-AA92-54D6E7B66853}"/>
                </a:ext>
              </a:extLst>
            </p:cNvPr>
            <p:cNvSpPr txBox="1"/>
            <p:nvPr/>
          </p:nvSpPr>
          <p:spPr>
            <a:xfrm>
              <a:off x="7191449" y="2590056"/>
              <a:ext cx="631069" cy="523220"/>
            </a:xfrm>
            <a:prstGeom prst="rect">
              <a:avLst/>
            </a:prstGeom>
            <a:noFill/>
          </p:spPr>
          <p:txBody>
            <a:bodyPr wrap="square" rtlCol="0">
              <a:spAutoFit/>
            </a:bodyPr>
            <a:lstStyle/>
            <a:p>
              <a:r>
                <a:rPr lang="en-US" altLang="zh-TW" sz="2800" dirty="0"/>
                <a:t>y</a:t>
              </a:r>
              <a:r>
                <a:rPr lang="en-US" altLang="zh-TW" sz="2800" baseline="-25000" dirty="0"/>
                <a:t>1</a:t>
              </a:r>
              <a:endParaRPr lang="zh-TW" altLang="en-US" sz="2800" baseline="-25000" dirty="0"/>
            </a:p>
          </p:txBody>
        </p:sp>
        <p:sp>
          <p:nvSpPr>
            <p:cNvPr id="130" name="文字方塊 137">
              <a:extLst>
                <a:ext uri="{FF2B5EF4-FFF2-40B4-BE49-F238E27FC236}">
                  <a16:creationId xmlns:a16="http://schemas.microsoft.com/office/drawing/2014/main" id="{A96DCD7D-797D-40E5-8474-A0CE70E27903}"/>
                </a:ext>
              </a:extLst>
            </p:cNvPr>
            <p:cNvSpPr txBox="1"/>
            <p:nvPr/>
          </p:nvSpPr>
          <p:spPr>
            <a:xfrm>
              <a:off x="7180166" y="3388276"/>
              <a:ext cx="631069" cy="523220"/>
            </a:xfrm>
            <a:prstGeom prst="rect">
              <a:avLst/>
            </a:prstGeom>
            <a:noFill/>
          </p:spPr>
          <p:txBody>
            <a:bodyPr wrap="square" rtlCol="0">
              <a:spAutoFit/>
            </a:bodyPr>
            <a:lstStyle/>
            <a:p>
              <a:r>
                <a:rPr lang="en-US" altLang="zh-TW" sz="2800" dirty="0"/>
                <a:t>y</a:t>
              </a:r>
              <a:r>
                <a:rPr lang="en-US" altLang="zh-TW" sz="2800" baseline="-25000" dirty="0"/>
                <a:t>2</a:t>
              </a:r>
              <a:endParaRPr lang="zh-TW" altLang="en-US" sz="2800" baseline="-25000" dirty="0"/>
            </a:p>
          </p:txBody>
        </p:sp>
        <p:sp>
          <p:nvSpPr>
            <p:cNvPr id="131" name="文字方塊 138">
              <a:extLst>
                <a:ext uri="{FF2B5EF4-FFF2-40B4-BE49-F238E27FC236}">
                  <a16:creationId xmlns:a16="http://schemas.microsoft.com/office/drawing/2014/main" id="{99196FEE-5DD7-4ABF-AC70-FB5D84FBFDAA}"/>
                </a:ext>
              </a:extLst>
            </p:cNvPr>
            <p:cNvSpPr txBox="1"/>
            <p:nvPr/>
          </p:nvSpPr>
          <p:spPr>
            <a:xfrm>
              <a:off x="7180166" y="4654508"/>
              <a:ext cx="631069" cy="523220"/>
            </a:xfrm>
            <a:prstGeom prst="rect">
              <a:avLst/>
            </a:prstGeom>
            <a:noFill/>
          </p:spPr>
          <p:txBody>
            <a:bodyPr wrap="square" rtlCol="0">
              <a:spAutoFit/>
            </a:bodyPr>
            <a:lstStyle/>
            <a:p>
              <a:r>
                <a:rPr lang="en-US" altLang="zh-TW" sz="2800" dirty="0" err="1"/>
                <a:t>y</a:t>
              </a:r>
              <a:r>
                <a:rPr lang="en-US" altLang="zh-TW" sz="2800" baseline="-25000" dirty="0" err="1"/>
                <a:t>M</a:t>
              </a:r>
              <a:endParaRPr lang="zh-TW" altLang="en-US" sz="2800" baseline="-25000" dirty="0"/>
            </a:p>
          </p:txBody>
        </p:sp>
        <p:sp>
          <p:nvSpPr>
            <p:cNvPr id="132" name="矩形 69">
              <a:extLst>
                <a:ext uri="{FF2B5EF4-FFF2-40B4-BE49-F238E27FC236}">
                  <a16:creationId xmlns:a16="http://schemas.microsoft.com/office/drawing/2014/main" id="{7CA5F109-B67B-4955-BB4C-2E4D8A98D10B}"/>
                </a:ext>
              </a:extLst>
            </p:cNvPr>
            <p:cNvSpPr/>
            <p:nvPr/>
          </p:nvSpPr>
          <p:spPr>
            <a:xfrm>
              <a:off x="2318544" y="3239568"/>
              <a:ext cx="807843" cy="832399"/>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W</a:t>
              </a:r>
              <a:r>
                <a:rPr lang="en-US" altLang="zh-TW" sz="2400" baseline="30000" dirty="0"/>
                <a:t>1</a:t>
              </a:r>
              <a:endParaRPr lang="zh-TW" altLang="en-US" sz="2400" baseline="30000" dirty="0"/>
            </a:p>
          </p:txBody>
        </p:sp>
        <p:sp>
          <p:nvSpPr>
            <p:cNvPr id="133" name="矩形 78">
              <a:extLst>
                <a:ext uri="{FF2B5EF4-FFF2-40B4-BE49-F238E27FC236}">
                  <a16:creationId xmlns:a16="http://schemas.microsoft.com/office/drawing/2014/main" id="{4889E882-0FC7-4D6D-98DC-5F9C73BD8725}"/>
                </a:ext>
              </a:extLst>
            </p:cNvPr>
            <p:cNvSpPr/>
            <p:nvPr/>
          </p:nvSpPr>
          <p:spPr>
            <a:xfrm>
              <a:off x="3706747" y="3247772"/>
              <a:ext cx="807843" cy="832399"/>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W</a:t>
              </a:r>
              <a:r>
                <a:rPr lang="en-US" altLang="zh-TW" sz="2400" baseline="30000" dirty="0"/>
                <a:t>2</a:t>
              </a:r>
              <a:endParaRPr lang="zh-TW" altLang="en-US" sz="2400" baseline="30000" dirty="0"/>
            </a:p>
          </p:txBody>
        </p:sp>
        <p:sp>
          <p:nvSpPr>
            <p:cNvPr id="134" name="矩形 79">
              <a:extLst>
                <a:ext uri="{FF2B5EF4-FFF2-40B4-BE49-F238E27FC236}">
                  <a16:creationId xmlns:a16="http://schemas.microsoft.com/office/drawing/2014/main" id="{DD71009B-6146-421E-A71E-B65593D6D576}"/>
                </a:ext>
              </a:extLst>
            </p:cNvPr>
            <p:cNvSpPr/>
            <p:nvPr/>
          </p:nvSpPr>
          <p:spPr>
            <a:xfrm>
              <a:off x="5172752" y="3240873"/>
              <a:ext cx="807843" cy="832399"/>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W</a:t>
              </a:r>
              <a:r>
                <a:rPr lang="en-US" altLang="zh-TW" sz="2400" baseline="30000" dirty="0"/>
                <a:t>L</a:t>
              </a:r>
              <a:endParaRPr lang="zh-TW" altLang="en-US" sz="2400" baseline="30000" dirty="0"/>
            </a:p>
          </p:txBody>
        </p:sp>
        <p:sp>
          <p:nvSpPr>
            <p:cNvPr id="135" name="矩形 81">
              <a:extLst>
                <a:ext uri="{FF2B5EF4-FFF2-40B4-BE49-F238E27FC236}">
                  <a16:creationId xmlns:a16="http://schemas.microsoft.com/office/drawing/2014/main" id="{946E2DC4-DCAB-4163-A9FA-ED1D4F5EA02A}"/>
                </a:ext>
              </a:extLst>
            </p:cNvPr>
            <p:cNvSpPr/>
            <p:nvPr/>
          </p:nvSpPr>
          <p:spPr>
            <a:xfrm>
              <a:off x="4322227" y="3581167"/>
              <a:ext cx="450868" cy="85455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a:t>b</a:t>
              </a:r>
              <a:r>
                <a:rPr lang="en-US" altLang="zh-TW" sz="2400" baseline="30000" dirty="0"/>
                <a:t>2</a:t>
              </a:r>
              <a:endParaRPr lang="zh-TW" altLang="en-US" sz="2400" baseline="30000" dirty="0"/>
            </a:p>
          </p:txBody>
        </p:sp>
        <p:sp>
          <p:nvSpPr>
            <p:cNvPr id="136" name="矩形 82">
              <a:extLst>
                <a:ext uri="{FF2B5EF4-FFF2-40B4-BE49-F238E27FC236}">
                  <a16:creationId xmlns:a16="http://schemas.microsoft.com/office/drawing/2014/main" id="{1AD25819-7DE0-4732-9B17-1E15358E48C2}"/>
                </a:ext>
              </a:extLst>
            </p:cNvPr>
            <p:cNvSpPr/>
            <p:nvPr/>
          </p:nvSpPr>
          <p:spPr>
            <a:xfrm>
              <a:off x="5812126" y="3557660"/>
              <a:ext cx="450868" cy="85455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err="1"/>
                <a:t>b</a:t>
              </a:r>
              <a:r>
                <a:rPr lang="en-US" altLang="zh-TW" sz="2400" baseline="30000" dirty="0" err="1"/>
                <a:t>L</a:t>
              </a:r>
              <a:endParaRPr lang="zh-TW" altLang="en-US" sz="2400" baseline="30000" dirty="0"/>
            </a:p>
          </p:txBody>
        </p:sp>
        <p:sp>
          <p:nvSpPr>
            <p:cNvPr id="137" name="矩形 87">
              <a:extLst>
                <a:ext uri="{FF2B5EF4-FFF2-40B4-BE49-F238E27FC236}">
                  <a16:creationId xmlns:a16="http://schemas.microsoft.com/office/drawing/2014/main" id="{8F5543E0-72C3-4B2F-B5B3-520439363221}"/>
                </a:ext>
              </a:extLst>
            </p:cNvPr>
            <p:cNvSpPr/>
            <p:nvPr/>
          </p:nvSpPr>
          <p:spPr>
            <a:xfrm>
              <a:off x="2230673" y="4634814"/>
              <a:ext cx="441359" cy="87707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TW" sz="2400" dirty="0"/>
                <a:t>x</a:t>
              </a:r>
              <a:endParaRPr lang="zh-TW" altLang="en-US" sz="2400" dirty="0"/>
            </a:p>
          </p:txBody>
        </p:sp>
        <p:sp>
          <p:nvSpPr>
            <p:cNvPr id="138" name="矩形 88">
              <a:extLst>
                <a:ext uri="{FF2B5EF4-FFF2-40B4-BE49-F238E27FC236}">
                  <a16:creationId xmlns:a16="http://schemas.microsoft.com/office/drawing/2014/main" id="{3854AA82-776E-424F-99B8-A9E6D81CAFC7}"/>
                </a:ext>
              </a:extLst>
            </p:cNvPr>
            <p:cNvSpPr/>
            <p:nvPr/>
          </p:nvSpPr>
          <p:spPr>
            <a:xfrm>
              <a:off x="3540087" y="4634814"/>
              <a:ext cx="441359" cy="87707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TW" sz="2400" dirty="0"/>
                <a:t>a</a:t>
              </a:r>
              <a:r>
                <a:rPr lang="en-US" altLang="zh-TW" sz="2400" baseline="30000" dirty="0"/>
                <a:t>1</a:t>
              </a:r>
              <a:endParaRPr lang="zh-TW" altLang="en-US" sz="2400" baseline="30000" dirty="0"/>
            </a:p>
          </p:txBody>
        </p:sp>
        <p:sp>
          <p:nvSpPr>
            <p:cNvPr id="139" name="矩形 89">
              <a:extLst>
                <a:ext uri="{FF2B5EF4-FFF2-40B4-BE49-F238E27FC236}">
                  <a16:creationId xmlns:a16="http://schemas.microsoft.com/office/drawing/2014/main" id="{B0556BDC-C237-48BA-AD86-0680B9907D48}"/>
                </a:ext>
              </a:extLst>
            </p:cNvPr>
            <p:cNvSpPr/>
            <p:nvPr/>
          </p:nvSpPr>
          <p:spPr>
            <a:xfrm>
              <a:off x="4875211" y="4648554"/>
              <a:ext cx="441359" cy="87707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TW" sz="2400" dirty="0"/>
                <a:t>a</a:t>
              </a:r>
              <a:r>
                <a:rPr lang="en-US" altLang="zh-TW" sz="2400" baseline="30000" dirty="0"/>
                <a:t>2</a:t>
              </a:r>
              <a:endParaRPr lang="zh-TW" altLang="en-US" sz="2400" baseline="30000" dirty="0"/>
            </a:p>
          </p:txBody>
        </p:sp>
        <p:sp>
          <p:nvSpPr>
            <p:cNvPr id="140" name="矩形 91">
              <a:extLst>
                <a:ext uri="{FF2B5EF4-FFF2-40B4-BE49-F238E27FC236}">
                  <a16:creationId xmlns:a16="http://schemas.microsoft.com/office/drawing/2014/main" id="{54584F3F-ABF9-4FE3-91B6-7358CD06C0A9}"/>
                </a:ext>
              </a:extLst>
            </p:cNvPr>
            <p:cNvSpPr/>
            <p:nvPr/>
          </p:nvSpPr>
          <p:spPr>
            <a:xfrm>
              <a:off x="6464825" y="4643497"/>
              <a:ext cx="441359" cy="87707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TW" sz="2400" dirty="0"/>
                <a:t>y</a:t>
              </a:r>
              <a:endParaRPr lang="zh-TW" altLang="en-US" sz="2400" baseline="30000" dirty="0"/>
            </a:p>
          </p:txBody>
        </p:sp>
        <p:grpSp>
          <p:nvGrpSpPr>
            <p:cNvPr id="141" name="群組 3">
              <a:extLst>
                <a:ext uri="{FF2B5EF4-FFF2-40B4-BE49-F238E27FC236}">
                  <a16:creationId xmlns:a16="http://schemas.microsoft.com/office/drawing/2014/main" id="{9EEF231F-810D-410E-BBB4-CC3D4438E7F1}"/>
                </a:ext>
              </a:extLst>
            </p:cNvPr>
            <p:cNvGrpSpPr/>
            <p:nvPr/>
          </p:nvGrpSpPr>
          <p:grpSpPr>
            <a:xfrm>
              <a:off x="162373" y="5713866"/>
              <a:ext cx="3002489" cy="877076"/>
              <a:chOff x="522337" y="4911258"/>
              <a:chExt cx="3002489" cy="877076"/>
            </a:xfrm>
          </p:grpSpPr>
          <p:sp>
            <p:nvSpPr>
              <p:cNvPr id="142" name="矩形 70">
                <a:extLst>
                  <a:ext uri="{FF2B5EF4-FFF2-40B4-BE49-F238E27FC236}">
                    <a16:creationId xmlns:a16="http://schemas.microsoft.com/office/drawing/2014/main" id="{E3FC62D9-8BAE-42D1-8C22-B252BD696356}"/>
                  </a:ext>
                </a:extLst>
              </p:cNvPr>
              <p:cNvSpPr/>
              <p:nvPr/>
            </p:nvSpPr>
            <p:spPr>
              <a:xfrm>
                <a:off x="2804292" y="4913061"/>
                <a:ext cx="450868" cy="85455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a:t>b</a:t>
                </a:r>
                <a:r>
                  <a:rPr lang="en-US" altLang="zh-TW" sz="2400" baseline="30000" dirty="0"/>
                  <a:t>1</a:t>
                </a:r>
                <a:endParaRPr lang="zh-TW" altLang="en-US" sz="2400" baseline="30000" dirty="0"/>
              </a:p>
            </p:txBody>
          </p:sp>
          <p:sp>
            <p:nvSpPr>
              <p:cNvPr id="143" name="矩形 142">
                <a:extLst>
                  <a:ext uri="{FF2B5EF4-FFF2-40B4-BE49-F238E27FC236}">
                    <a16:creationId xmlns:a16="http://schemas.microsoft.com/office/drawing/2014/main" id="{D529D582-9227-4D24-950A-999C227DE8D8}"/>
                  </a:ext>
                </a:extLst>
              </p:cNvPr>
              <p:cNvSpPr/>
              <p:nvPr/>
            </p:nvSpPr>
            <p:spPr>
              <a:xfrm>
                <a:off x="982807" y="4935213"/>
                <a:ext cx="807843" cy="832399"/>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W</a:t>
                </a:r>
                <a:r>
                  <a:rPr lang="en-US" altLang="zh-TW" sz="2400" baseline="30000" dirty="0"/>
                  <a:t>1</a:t>
                </a:r>
                <a:endParaRPr lang="zh-TW" altLang="en-US" sz="2400" baseline="30000" dirty="0"/>
              </a:p>
            </p:txBody>
          </p:sp>
          <p:sp>
            <p:nvSpPr>
              <p:cNvPr id="144" name="矩形 143">
                <a:extLst>
                  <a:ext uri="{FF2B5EF4-FFF2-40B4-BE49-F238E27FC236}">
                    <a16:creationId xmlns:a16="http://schemas.microsoft.com/office/drawing/2014/main" id="{47776457-FA26-47DC-8734-78975AE1DADA}"/>
                  </a:ext>
                </a:extLst>
              </p:cNvPr>
              <p:cNvSpPr/>
              <p:nvPr/>
            </p:nvSpPr>
            <p:spPr>
              <a:xfrm>
                <a:off x="1883749" y="4911258"/>
                <a:ext cx="441359" cy="87707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TW" sz="2400" dirty="0"/>
                  <a:t>x</a:t>
                </a:r>
                <a:endParaRPr lang="zh-TW" altLang="en-US" sz="2400" dirty="0"/>
              </a:p>
            </p:txBody>
          </p:sp>
          <p:sp>
            <p:nvSpPr>
              <p:cNvPr id="145" name="文字方塊 2">
                <a:extLst>
                  <a:ext uri="{FF2B5EF4-FFF2-40B4-BE49-F238E27FC236}">
                    <a16:creationId xmlns:a16="http://schemas.microsoft.com/office/drawing/2014/main" id="{F6F2A11C-A756-4D1B-A0F7-DEE00FE9C51C}"/>
                  </a:ext>
                </a:extLst>
              </p:cNvPr>
              <p:cNvSpPr txBox="1"/>
              <p:nvPr/>
            </p:nvSpPr>
            <p:spPr>
              <a:xfrm>
                <a:off x="2384389" y="5106861"/>
                <a:ext cx="360621" cy="461665"/>
              </a:xfrm>
              <a:prstGeom prst="rect">
                <a:avLst/>
              </a:prstGeom>
              <a:noFill/>
            </p:spPr>
            <p:txBody>
              <a:bodyPr wrap="square" rtlCol="0">
                <a:spAutoFit/>
              </a:bodyPr>
              <a:lstStyle/>
              <a:p>
                <a:pPr algn="ctr"/>
                <a:r>
                  <a:rPr lang="en-US" altLang="zh-TW" sz="2400" dirty="0"/>
                  <a:t>+</a:t>
                </a:r>
                <a:endParaRPr lang="zh-TW" altLang="en-US" sz="2400" dirty="0"/>
              </a:p>
            </p:txBody>
          </p:sp>
          <mc:AlternateContent xmlns:mc="http://schemas.openxmlformats.org/markup-compatibility/2006" xmlns:a14="http://schemas.microsoft.com/office/drawing/2010/main">
            <mc:Choice Requires="a14">
              <p:sp>
                <p:nvSpPr>
                  <p:cNvPr id="146" name="文字方塊 144">
                    <a:extLst>
                      <a:ext uri="{FF2B5EF4-FFF2-40B4-BE49-F238E27FC236}">
                        <a16:creationId xmlns:a16="http://schemas.microsoft.com/office/drawing/2014/main" id="{B348CFDE-B17F-483E-B2BC-3EB863A07312}"/>
                      </a:ext>
                    </a:extLst>
                  </p:cNvPr>
                  <p:cNvSpPr txBox="1"/>
                  <p:nvPr/>
                </p:nvSpPr>
                <p:spPr>
                  <a:xfrm>
                    <a:off x="522337" y="5165130"/>
                    <a:ext cx="300248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2400" i="1" smtClean="0">
                              <a:latin typeface="Cambria Math" panose="02040503050406030204" pitchFamily="18" charset="0"/>
                            </a:rPr>
                            <m:t>𝜎</m:t>
                          </m:r>
                          <m:d>
                            <m:dPr>
                              <m:ctrlPr>
                                <a:rPr lang="en-US" altLang="zh-TW" sz="2400" i="1" smtClean="0">
                                  <a:latin typeface="Cambria Math" panose="02040503050406030204" pitchFamily="18" charset="0"/>
                                </a:rPr>
                              </m:ctrlPr>
                            </m:dPr>
                            <m:e>
                              <m:r>
                                <a:rPr lang="en-US" altLang="zh-TW" sz="2400" b="0" i="1" smtClean="0">
                                  <a:latin typeface="Cambria Math" panose="02040503050406030204" pitchFamily="18" charset="0"/>
                                </a:rPr>
                                <m:t>                                    </m:t>
                              </m:r>
                            </m:e>
                          </m:d>
                        </m:oMath>
                      </m:oMathPara>
                    </a14:m>
                    <a:endParaRPr lang="zh-TW" altLang="en-US" sz="2400" dirty="0"/>
                  </a:p>
                </p:txBody>
              </p:sp>
            </mc:Choice>
            <mc:Fallback xmlns="">
              <p:sp>
                <p:nvSpPr>
                  <p:cNvPr id="146" name="文字方塊 144">
                    <a:extLst>
                      <a:ext uri="{FF2B5EF4-FFF2-40B4-BE49-F238E27FC236}">
                        <a16:creationId xmlns:a16="http://schemas.microsoft.com/office/drawing/2014/main" id="{B348CFDE-B17F-483E-B2BC-3EB863A07312}"/>
                      </a:ext>
                    </a:extLst>
                  </p:cNvPr>
                  <p:cNvSpPr txBox="1">
                    <a:spLocks noRot="1" noChangeAspect="1" noMove="1" noResize="1" noEditPoints="1" noAdjustHandles="1" noChangeArrowheads="1" noChangeShapeType="1" noTextEdit="1"/>
                  </p:cNvSpPr>
                  <p:nvPr/>
                </p:nvSpPr>
                <p:spPr>
                  <a:xfrm>
                    <a:off x="522337" y="5165130"/>
                    <a:ext cx="3002489" cy="369332"/>
                  </a:xfrm>
                  <a:prstGeom prst="rect">
                    <a:avLst/>
                  </a:prstGeom>
                  <a:blipFill>
                    <a:blip r:embed="rId14"/>
                    <a:stretch>
                      <a:fillRect/>
                    </a:stretch>
                  </a:blipFill>
                </p:spPr>
                <p:txBody>
                  <a:bodyPr/>
                  <a:lstStyle/>
                  <a:p>
                    <a:r>
                      <a:rPr lang="en-IN">
                        <a:noFill/>
                      </a:rPr>
                      <a:t> </a:t>
                    </a:r>
                  </a:p>
                </p:txBody>
              </p:sp>
            </mc:Fallback>
          </mc:AlternateContent>
        </p:grpSp>
        <p:grpSp>
          <p:nvGrpSpPr>
            <p:cNvPr id="147" name="群組 158">
              <a:extLst>
                <a:ext uri="{FF2B5EF4-FFF2-40B4-BE49-F238E27FC236}">
                  <a16:creationId xmlns:a16="http://schemas.microsoft.com/office/drawing/2014/main" id="{4DEF6424-21F4-4608-8B63-60B571CF8500}"/>
                </a:ext>
              </a:extLst>
            </p:cNvPr>
            <p:cNvGrpSpPr/>
            <p:nvPr/>
          </p:nvGrpSpPr>
          <p:grpSpPr>
            <a:xfrm>
              <a:off x="3164862" y="6085208"/>
              <a:ext cx="3002489" cy="877076"/>
              <a:chOff x="522337" y="4911258"/>
              <a:chExt cx="3002489" cy="877076"/>
            </a:xfrm>
          </p:grpSpPr>
          <p:sp>
            <p:nvSpPr>
              <p:cNvPr id="148" name="矩形 159">
                <a:extLst>
                  <a:ext uri="{FF2B5EF4-FFF2-40B4-BE49-F238E27FC236}">
                    <a16:creationId xmlns:a16="http://schemas.microsoft.com/office/drawing/2014/main" id="{08D5AB04-7023-4C07-8A3B-435CDDEFA25B}"/>
                  </a:ext>
                </a:extLst>
              </p:cNvPr>
              <p:cNvSpPr/>
              <p:nvPr/>
            </p:nvSpPr>
            <p:spPr>
              <a:xfrm>
                <a:off x="2804292" y="4913061"/>
                <a:ext cx="450868" cy="85455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a:t>b</a:t>
                </a:r>
                <a:r>
                  <a:rPr lang="en-US" altLang="zh-TW" sz="2400" baseline="30000" dirty="0"/>
                  <a:t>2</a:t>
                </a:r>
                <a:endParaRPr lang="zh-TW" altLang="en-US" sz="2400" baseline="30000" dirty="0"/>
              </a:p>
            </p:txBody>
          </p:sp>
          <p:sp>
            <p:nvSpPr>
              <p:cNvPr id="149" name="矩形 160">
                <a:extLst>
                  <a:ext uri="{FF2B5EF4-FFF2-40B4-BE49-F238E27FC236}">
                    <a16:creationId xmlns:a16="http://schemas.microsoft.com/office/drawing/2014/main" id="{50E189A1-0D2E-4489-9CC8-FC77DE605C7B}"/>
                  </a:ext>
                </a:extLst>
              </p:cNvPr>
              <p:cNvSpPr/>
              <p:nvPr/>
            </p:nvSpPr>
            <p:spPr>
              <a:xfrm>
                <a:off x="982807" y="4935213"/>
                <a:ext cx="807843" cy="832399"/>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W</a:t>
                </a:r>
                <a:r>
                  <a:rPr lang="en-US" altLang="zh-TW" sz="2400" baseline="30000" dirty="0"/>
                  <a:t>2</a:t>
                </a:r>
                <a:endParaRPr lang="zh-TW" altLang="en-US" sz="2400" baseline="30000" dirty="0"/>
              </a:p>
            </p:txBody>
          </p:sp>
          <p:sp>
            <p:nvSpPr>
              <p:cNvPr id="150" name="矩形 161">
                <a:extLst>
                  <a:ext uri="{FF2B5EF4-FFF2-40B4-BE49-F238E27FC236}">
                    <a16:creationId xmlns:a16="http://schemas.microsoft.com/office/drawing/2014/main" id="{FD46BFF9-7428-41FD-A308-4B7D9F5616D3}"/>
                  </a:ext>
                </a:extLst>
              </p:cNvPr>
              <p:cNvSpPr/>
              <p:nvPr/>
            </p:nvSpPr>
            <p:spPr>
              <a:xfrm>
                <a:off x="1883749" y="4911258"/>
                <a:ext cx="441359" cy="87707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TW" sz="2400" dirty="0"/>
                  <a:t>a</a:t>
                </a:r>
                <a:r>
                  <a:rPr lang="en-US" altLang="zh-TW" sz="2400" baseline="30000" dirty="0"/>
                  <a:t>1</a:t>
                </a:r>
                <a:endParaRPr lang="zh-TW" altLang="en-US" sz="2400" baseline="30000" dirty="0"/>
              </a:p>
            </p:txBody>
          </p:sp>
          <p:sp>
            <p:nvSpPr>
              <p:cNvPr id="151" name="文字方塊 162">
                <a:extLst>
                  <a:ext uri="{FF2B5EF4-FFF2-40B4-BE49-F238E27FC236}">
                    <a16:creationId xmlns:a16="http://schemas.microsoft.com/office/drawing/2014/main" id="{4D69A876-2852-4CE1-8CC0-96138181D089}"/>
                  </a:ext>
                </a:extLst>
              </p:cNvPr>
              <p:cNvSpPr txBox="1"/>
              <p:nvPr/>
            </p:nvSpPr>
            <p:spPr>
              <a:xfrm>
                <a:off x="2384389" y="5106861"/>
                <a:ext cx="360621" cy="461665"/>
              </a:xfrm>
              <a:prstGeom prst="rect">
                <a:avLst/>
              </a:prstGeom>
              <a:noFill/>
            </p:spPr>
            <p:txBody>
              <a:bodyPr wrap="square" rtlCol="0">
                <a:spAutoFit/>
              </a:bodyPr>
              <a:lstStyle/>
              <a:p>
                <a:pPr algn="ctr"/>
                <a:r>
                  <a:rPr lang="en-US" altLang="zh-TW" sz="2400" dirty="0"/>
                  <a:t>+</a:t>
                </a:r>
                <a:endParaRPr lang="zh-TW" altLang="en-US" sz="2400" dirty="0"/>
              </a:p>
            </p:txBody>
          </p:sp>
          <mc:AlternateContent xmlns:mc="http://schemas.openxmlformats.org/markup-compatibility/2006" xmlns:a14="http://schemas.microsoft.com/office/drawing/2010/main">
            <mc:Choice Requires="a14">
              <p:sp>
                <p:nvSpPr>
                  <p:cNvPr id="152" name="文字方塊 163">
                    <a:extLst>
                      <a:ext uri="{FF2B5EF4-FFF2-40B4-BE49-F238E27FC236}">
                        <a16:creationId xmlns:a16="http://schemas.microsoft.com/office/drawing/2014/main" id="{1C7E04BC-A099-4D60-A056-089DB69BF3FD}"/>
                      </a:ext>
                    </a:extLst>
                  </p:cNvPr>
                  <p:cNvSpPr txBox="1"/>
                  <p:nvPr/>
                </p:nvSpPr>
                <p:spPr>
                  <a:xfrm>
                    <a:off x="522337" y="5165130"/>
                    <a:ext cx="3002489"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2400" i="1" smtClean="0">
                              <a:latin typeface="Cambria Math" panose="02040503050406030204" pitchFamily="18" charset="0"/>
                            </a:rPr>
                            <m:t>𝜎</m:t>
                          </m:r>
                          <m:d>
                            <m:dPr>
                              <m:ctrlPr>
                                <a:rPr lang="en-US" altLang="zh-TW" sz="2400" i="1" smtClean="0">
                                  <a:latin typeface="Cambria Math" panose="02040503050406030204" pitchFamily="18" charset="0"/>
                                </a:rPr>
                              </m:ctrlPr>
                            </m:dPr>
                            <m:e>
                              <m:r>
                                <a:rPr lang="en-US" altLang="zh-TW" sz="2400" b="0" i="1" smtClean="0">
                                  <a:latin typeface="Cambria Math" panose="02040503050406030204" pitchFamily="18" charset="0"/>
                                </a:rPr>
                                <m:t>                                    </m:t>
                              </m:r>
                            </m:e>
                          </m:d>
                        </m:oMath>
                      </m:oMathPara>
                    </a14:m>
                    <a:endParaRPr lang="zh-TW" altLang="en-US" sz="2400" dirty="0"/>
                  </a:p>
                </p:txBody>
              </p:sp>
            </mc:Choice>
            <mc:Fallback xmlns="">
              <p:sp>
                <p:nvSpPr>
                  <p:cNvPr id="152" name="文字方塊 163">
                    <a:extLst>
                      <a:ext uri="{FF2B5EF4-FFF2-40B4-BE49-F238E27FC236}">
                        <a16:creationId xmlns:a16="http://schemas.microsoft.com/office/drawing/2014/main" id="{1C7E04BC-A099-4D60-A056-089DB69BF3FD}"/>
                      </a:ext>
                    </a:extLst>
                  </p:cNvPr>
                  <p:cNvSpPr txBox="1">
                    <a:spLocks noRot="1" noChangeAspect="1" noMove="1" noResize="1" noEditPoints="1" noAdjustHandles="1" noChangeArrowheads="1" noChangeShapeType="1" noTextEdit="1"/>
                  </p:cNvSpPr>
                  <p:nvPr/>
                </p:nvSpPr>
                <p:spPr>
                  <a:xfrm>
                    <a:off x="522337" y="5165130"/>
                    <a:ext cx="3002489" cy="369332"/>
                  </a:xfrm>
                  <a:prstGeom prst="rect">
                    <a:avLst/>
                  </a:prstGeom>
                  <a:blipFill>
                    <a:blip r:embed="rId15"/>
                    <a:stretch>
                      <a:fillRect/>
                    </a:stretch>
                  </a:blipFill>
                </p:spPr>
                <p:txBody>
                  <a:bodyPr/>
                  <a:lstStyle/>
                  <a:p>
                    <a:r>
                      <a:rPr lang="en-IN">
                        <a:noFill/>
                      </a:rPr>
                      <a:t> </a:t>
                    </a:r>
                  </a:p>
                </p:txBody>
              </p:sp>
            </mc:Fallback>
          </mc:AlternateContent>
        </p:grpSp>
        <p:grpSp>
          <p:nvGrpSpPr>
            <p:cNvPr id="153" name="群組 164">
              <a:extLst>
                <a:ext uri="{FF2B5EF4-FFF2-40B4-BE49-F238E27FC236}">
                  <a16:creationId xmlns:a16="http://schemas.microsoft.com/office/drawing/2014/main" id="{592EC2D1-2FBB-4519-B511-6B7674F9593D}"/>
                </a:ext>
              </a:extLst>
            </p:cNvPr>
            <p:cNvGrpSpPr/>
            <p:nvPr/>
          </p:nvGrpSpPr>
          <p:grpSpPr>
            <a:xfrm>
              <a:off x="6003379" y="6533742"/>
              <a:ext cx="2867836" cy="877076"/>
              <a:chOff x="522337" y="4911258"/>
              <a:chExt cx="2867836" cy="877076"/>
            </a:xfrm>
          </p:grpSpPr>
          <p:sp>
            <p:nvSpPr>
              <p:cNvPr id="154" name="矩形 165">
                <a:extLst>
                  <a:ext uri="{FF2B5EF4-FFF2-40B4-BE49-F238E27FC236}">
                    <a16:creationId xmlns:a16="http://schemas.microsoft.com/office/drawing/2014/main" id="{4B40C14C-1738-463D-8224-704F4F834DC1}"/>
                  </a:ext>
                </a:extLst>
              </p:cNvPr>
              <p:cNvSpPr/>
              <p:nvPr/>
            </p:nvSpPr>
            <p:spPr>
              <a:xfrm>
                <a:off x="2743512" y="4913061"/>
                <a:ext cx="450868" cy="85455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err="1"/>
                  <a:t>b</a:t>
                </a:r>
                <a:r>
                  <a:rPr lang="en-US" altLang="zh-TW" sz="2400" baseline="30000" dirty="0" err="1"/>
                  <a:t>L</a:t>
                </a:r>
                <a:endParaRPr lang="zh-TW" altLang="en-US" sz="2400" baseline="30000" dirty="0"/>
              </a:p>
            </p:txBody>
          </p:sp>
          <p:sp>
            <p:nvSpPr>
              <p:cNvPr id="155" name="矩形 166">
                <a:extLst>
                  <a:ext uri="{FF2B5EF4-FFF2-40B4-BE49-F238E27FC236}">
                    <a16:creationId xmlns:a16="http://schemas.microsoft.com/office/drawing/2014/main" id="{D811C9B5-5EFE-4AC7-8AB5-434B2613004E}"/>
                  </a:ext>
                </a:extLst>
              </p:cNvPr>
              <p:cNvSpPr/>
              <p:nvPr/>
            </p:nvSpPr>
            <p:spPr>
              <a:xfrm>
                <a:off x="982807" y="4935213"/>
                <a:ext cx="807843" cy="832399"/>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W</a:t>
                </a:r>
                <a:r>
                  <a:rPr lang="en-US" altLang="zh-TW" sz="2400" baseline="30000" dirty="0"/>
                  <a:t>L</a:t>
                </a:r>
                <a:endParaRPr lang="zh-TW" altLang="en-US" sz="2400" baseline="30000" dirty="0"/>
              </a:p>
            </p:txBody>
          </p:sp>
          <p:sp>
            <p:nvSpPr>
              <p:cNvPr id="156" name="矩形 167">
                <a:extLst>
                  <a:ext uri="{FF2B5EF4-FFF2-40B4-BE49-F238E27FC236}">
                    <a16:creationId xmlns:a16="http://schemas.microsoft.com/office/drawing/2014/main" id="{8B910A7E-C650-453D-8D99-99F1DEB34EC8}"/>
                  </a:ext>
                </a:extLst>
              </p:cNvPr>
              <p:cNvSpPr/>
              <p:nvPr/>
            </p:nvSpPr>
            <p:spPr>
              <a:xfrm>
                <a:off x="1883749" y="4911258"/>
                <a:ext cx="441359" cy="87707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TW" altLang="en-US" sz="2400" baseline="30000" dirty="0"/>
              </a:p>
            </p:txBody>
          </p:sp>
          <p:sp>
            <p:nvSpPr>
              <p:cNvPr id="157" name="文字方塊 168">
                <a:extLst>
                  <a:ext uri="{FF2B5EF4-FFF2-40B4-BE49-F238E27FC236}">
                    <a16:creationId xmlns:a16="http://schemas.microsoft.com/office/drawing/2014/main" id="{7422E055-B361-49B7-B2CE-A6F1F9C4DC51}"/>
                  </a:ext>
                </a:extLst>
              </p:cNvPr>
              <p:cNvSpPr txBox="1"/>
              <p:nvPr/>
            </p:nvSpPr>
            <p:spPr>
              <a:xfrm>
                <a:off x="2384389" y="5106861"/>
                <a:ext cx="360621" cy="461665"/>
              </a:xfrm>
              <a:prstGeom prst="rect">
                <a:avLst/>
              </a:prstGeom>
              <a:noFill/>
            </p:spPr>
            <p:txBody>
              <a:bodyPr wrap="square" rtlCol="0">
                <a:spAutoFit/>
              </a:bodyPr>
              <a:lstStyle/>
              <a:p>
                <a:pPr algn="ctr"/>
                <a:r>
                  <a:rPr lang="en-US" altLang="zh-TW" sz="2400" dirty="0"/>
                  <a:t>+</a:t>
                </a:r>
                <a:endParaRPr lang="zh-TW" altLang="en-US" sz="2400" dirty="0"/>
              </a:p>
            </p:txBody>
          </p:sp>
          <mc:AlternateContent xmlns:mc="http://schemas.openxmlformats.org/markup-compatibility/2006" xmlns:a14="http://schemas.microsoft.com/office/drawing/2010/main">
            <mc:Choice Requires="a14">
              <p:sp>
                <p:nvSpPr>
                  <p:cNvPr id="158" name="文字方塊 169">
                    <a:extLst>
                      <a:ext uri="{FF2B5EF4-FFF2-40B4-BE49-F238E27FC236}">
                        <a16:creationId xmlns:a16="http://schemas.microsoft.com/office/drawing/2014/main" id="{14089ADD-4F7A-4B76-804A-30963F03532E}"/>
                      </a:ext>
                    </a:extLst>
                  </p:cNvPr>
                  <p:cNvSpPr txBox="1"/>
                  <p:nvPr/>
                </p:nvSpPr>
                <p:spPr>
                  <a:xfrm>
                    <a:off x="522337" y="5165130"/>
                    <a:ext cx="286783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2400" i="1" smtClean="0">
                              <a:latin typeface="Cambria Math" panose="02040503050406030204" pitchFamily="18" charset="0"/>
                            </a:rPr>
                            <m:t>𝜎</m:t>
                          </m:r>
                          <m:d>
                            <m:dPr>
                              <m:ctrlPr>
                                <a:rPr lang="en-US" altLang="zh-TW" sz="2400" i="1" smtClean="0">
                                  <a:latin typeface="Cambria Math" panose="02040503050406030204" pitchFamily="18" charset="0"/>
                                </a:rPr>
                              </m:ctrlPr>
                            </m:dPr>
                            <m:e>
                              <m:r>
                                <a:rPr lang="en-US" altLang="zh-TW" sz="2400" b="0" i="1" smtClean="0">
                                  <a:latin typeface="Cambria Math" panose="02040503050406030204" pitchFamily="18" charset="0"/>
                                </a:rPr>
                                <m:t>                                   </m:t>
                              </m:r>
                            </m:e>
                          </m:d>
                        </m:oMath>
                      </m:oMathPara>
                    </a14:m>
                    <a:endParaRPr lang="zh-TW" altLang="en-US" sz="2400" dirty="0"/>
                  </a:p>
                </p:txBody>
              </p:sp>
            </mc:Choice>
            <mc:Fallback xmlns="">
              <p:sp>
                <p:nvSpPr>
                  <p:cNvPr id="158" name="文字方塊 169">
                    <a:extLst>
                      <a:ext uri="{FF2B5EF4-FFF2-40B4-BE49-F238E27FC236}">
                        <a16:creationId xmlns:a16="http://schemas.microsoft.com/office/drawing/2014/main" id="{14089ADD-4F7A-4B76-804A-30963F03532E}"/>
                      </a:ext>
                    </a:extLst>
                  </p:cNvPr>
                  <p:cNvSpPr txBox="1">
                    <a:spLocks noRot="1" noChangeAspect="1" noMove="1" noResize="1" noEditPoints="1" noAdjustHandles="1" noChangeArrowheads="1" noChangeShapeType="1" noTextEdit="1"/>
                  </p:cNvSpPr>
                  <p:nvPr/>
                </p:nvSpPr>
                <p:spPr>
                  <a:xfrm>
                    <a:off x="522337" y="5165130"/>
                    <a:ext cx="2867836" cy="369332"/>
                  </a:xfrm>
                  <a:prstGeom prst="rect">
                    <a:avLst/>
                  </a:prstGeom>
                  <a:blipFill>
                    <a:blip r:embed="rId16"/>
                    <a:stretch>
                      <a:fillRect l="-849"/>
                    </a:stretch>
                  </a:blipFill>
                </p:spPr>
                <p:txBody>
                  <a:bodyPr/>
                  <a:lstStyle/>
                  <a:p>
                    <a:r>
                      <a:rPr lang="en-IN">
                        <a:noFill/>
                      </a:rPr>
                      <a:t> </a:t>
                    </a:r>
                  </a:p>
                </p:txBody>
              </p:sp>
            </mc:Fallback>
          </mc:AlternateContent>
        </p:grpSp>
        <p:cxnSp>
          <p:nvCxnSpPr>
            <p:cNvPr id="159" name="直線單箭頭接點 6">
              <a:extLst>
                <a:ext uri="{FF2B5EF4-FFF2-40B4-BE49-F238E27FC236}">
                  <a16:creationId xmlns:a16="http://schemas.microsoft.com/office/drawing/2014/main" id="{AD0E1886-FEFE-4E03-B344-828C9C20C2DA}"/>
                </a:ext>
              </a:extLst>
            </p:cNvPr>
            <p:cNvCxnSpPr/>
            <p:nvPr/>
          </p:nvCxnSpPr>
          <p:spPr>
            <a:xfrm flipV="1">
              <a:off x="3029726" y="5520574"/>
              <a:ext cx="510361" cy="44716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0" name="矩形 13">
              <a:extLst>
                <a:ext uri="{FF2B5EF4-FFF2-40B4-BE49-F238E27FC236}">
                  <a16:creationId xmlns:a16="http://schemas.microsoft.com/office/drawing/2014/main" id="{560A82B9-6708-4C6D-89A5-52CD07C9A6FD}"/>
                </a:ext>
              </a:extLst>
            </p:cNvPr>
            <p:cNvSpPr/>
            <p:nvPr/>
          </p:nvSpPr>
          <p:spPr>
            <a:xfrm>
              <a:off x="7306246" y="6734403"/>
              <a:ext cx="585417" cy="461665"/>
            </a:xfrm>
            <a:prstGeom prst="rect">
              <a:avLst/>
            </a:prstGeom>
          </p:spPr>
          <p:txBody>
            <a:bodyPr wrap="none">
              <a:spAutoFit/>
            </a:bodyPr>
            <a:lstStyle/>
            <a:p>
              <a:pPr algn="ctr"/>
              <a:r>
                <a:rPr lang="en-US" altLang="zh-TW" sz="2400" dirty="0"/>
                <a:t>a</a:t>
              </a:r>
              <a:r>
                <a:rPr lang="en-US" altLang="zh-TW" sz="2400" baseline="30000" dirty="0"/>
                <a:t>L-1</a:t>
              </a:r>
              <a:endParaRPr lang="zh-TW" altLang="en-US" sz="2400" baseline="30000" dirty="0"/>
            </a:p>
          </p:txBody>
        </p:sp>
        <p:sp>
          <p:nvSpPr>
            <p:cNvPr id="161" name="矩形 172">
              <a:extLst>
                <a:ext uri="{FF2B5EF4-FFF2-40B4-BE49-F238E27FC236}">
                  <a16:creationId xmlns:a16="http://schemas.microsoft.com/office/drawing/2014/main" id="{0D627478-BAB8-449C-AD46-B4E3D9C7863E}"/>
                </a:ext>
              </a:extLst>
            </p:cNvPr>
            <p:cNvSpPr/>
            <p:nvPr/>
          </p:nvSpPr>
          <p:spPr>
            <a:xfrm>
              <a:off x="2922148" y="3581414"/>
              <a:ext cx="450868" cy="85455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a:t>b</a:t>
              </a:r>
              <a:r>
                <a:rPr lang="en-US" altLang="zh-TW" sz="2400" baseline="30000" dirty="0"/>
                <a:t>1</a:t>
              </a:r>
              <a:endParaRPr lang="zh-TW" altLang="en-US" sz="2400" baseline="30000" dirty="0"/>
            </a:p>
          </p:txBody>
        </p:sp>
        <p:sp>
          <p:nvSpPr>
            <p:cNvPr id="162" name="手繪多邊形 23">
              <a:extLst>
                <a:ext uri="{FF2B5EF4-FFF2-40B4-BE49-F238E27FC236}">
                  <a16:creationId xmlns:a16="http://schemas.microsoft.com/office/drawing/2014/main" id="{22D94658-6EE6-481E-8452-C0B2BB9A93DA}"/>
                </a:ext>
              </a:extLst>
            </p:cNvPr>
            <p:cNvSpPr/>
            <p:nvPr/>
          </p:nvSpPr>
          <p:spPr>
            <a:xfrm>
              <a:off x="5351489" y="5330104"/>
              <a:ext cx="882753" cy="1169232"/>
            </a:xfrm>
            <a:custGeom>
              <a:avLst/>
              <a:gdLst>
                <a:gd name="connsiteX0" fmla="*/ 749508 w 882753"/>
                <a:gd name="connsiteY0" fmla="*/ 1169232 h 1169232"/>
                <a:gd name="connsiteX1" fmla="*/ 824459 w 882753"/>
                <a:gd name="connsiteY1" fmla="*/ 779488 h 1169232"/>
                <a:gd name="connsiteX2" fmla="*/ 0 w 882753"/>
                <a:gd name="connsiteY2" fmla="*/ 0 h 1169232"/>
              </a:gdLst>
              <a:ahLst/>
              <a:cxnLst>
                <a:cxn ang="0">
                  <a:pos x="connsiteX0" y="connsiteY0"/>
                </a:cxn>
                <a:cxn ang="0">
                  <a:pos x="connsiteX1" y="connsiteY1"/>
                </a:cxn>
                <a:cxn ang="0">
                  <a:pos x="connsiteX2" y="connsiteY2"/>
                </a:cxn>
              </a:cxnLst>
              <a:rect l="l" t="t" r="r" b="b"/>
              <a:pathLst>
                <a:path w="882753" h="1169232">
                  <a:moveTo>
                    <a:pt x="749508" y="1169232"/>
                  </a:moveTo>
                  <a:cubicBezTo>
                    <a:pt x="849442" y="1071796"/>
                    <a:pt x="949377" y="974360"/>
                    <a:pt x="824459" y="779488"/>
                  </a:cubicBezTo>
                  <a:cubicBezTo>
                    <a:pt x="699541" y="584616"/>
                    <a:pt x="349770" y="292308"/>
                    <a:pt x="0" y="0"/>
                  </a:cubicBezTo>
                </a:path>
              </a:pathLst>
            </a:custGeom>
            <a:noFill/>
            <a:ln w="3810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3" name="手繪多邊形 24">
              <a:extLst>
                <a:ext uri="{FF2B5EF4-FFF2-40B4-BE49-F238E27FC236}">
                  <a16:creationId xmlns:a16="http://schemas.microsoft.com/office/drawing/2014/main" id="{BBD6AC2D-90D5-49D7-99B9-6AA75A4C1DA4}"/>
                </a:ext>
              </a:extLst>
            </p:cNvPr>
            <p:cNvSpPr/>
            <p:nvPr/>
          </p:nvSpPr>
          <p:spPr>
            <a:xfrm>
              <a:off x="6925456" y="5300123"/>
              <a:ext cx="2060059" cy="1641439"/>
            </a:xfrm>
            <a:custGeom>
              <a:avLst/>
              <a:gdLst>
                <a:gd name="connsiteX0" fmla="*/ 1933731 w 2027943"/>
                <a:gd name="connsiteY0" fmla="*/ 1783830 h 1783830"/>
                <a:gd name="connsiteX1" fmla="*/ 1993692 w 2027943"/>
                <a:gd name="connsiteY1" fmla="*/ 1319135 h 1783830"/>
                <a:gd name="connsiteX2" fmla="*/ 1469036 w 2027943"/>
                <a:gd name="connsiteY2" fmla="*/ 449705 h 1783830"/>
                <a:gd name="connsiteX3" fmla="*/ 0 w 2027943"/>
                <a:gd name="connsiteY3" fmla="*/ 0 h 1783830"/>
              </a:gdLst>
              <a:ahLst/>
              <a:cxnLst>
                <a:cxn ang="0">
                  <a:pos x="connsiteX0" y="connsiteY0"/>
                </a:cxn>
                <a:cxn ang="0">
                  <a:pos x="connsiteX1" y="connsiteY1"/>
                </a:cxn>
                <a:cxn ang="0">
                  <a:pos x="connsiteX2" y="connsiteY2"/>
                </a:cxn>
                <a:cxn ang="0">
                  <a:pos x="connsiteX3" y="connsiteY3"/>
                </a:cxn>
              </a:cxnLst>
              <a:rect l="l" t="t" r="r" b="b"/>
              <a:pathLst>
                <a:path w="2027943" h="1783830">
                  <a:moveTo>
                    <a:pt x="1933731" y="1783830"/>
                  </a:moveTo>
                  <a:cubicBezTo>
                    <a:pt x="2002436" y="1662659"/>
                    <a:pt x="2071141" y="1541489"/>
                    <a:pt x="1993692" y="1319135"/>
                  </a:cubicBezTo>
                  <a:cubicBezTo>
                    <a:pt x="1916243" y="1096781"/>
                    <a:pt x="1801318" y="669561"/>
                    <a:pt x="1469036" y="449705"/>
                  </a:cubicBezTo>
                  <a:cubicBezTo>
                    <a:pt x="1136754" y="229849"/>
                    <a:pt x="568377" y="114924"/>
                    <a:pt x="0" y="0"/>
                  </a:cubicBezTo>
                </a:path>
              </a:pathLst>
            </a:custGeom>
            <a:noFill/>
            <a:ln w="38100">
              <a:solidFill>
                <a:schemeClr val="tx1"/>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spTree>
    <p:extLst>
      <p:ext uri="{BB962C8B-B14F-4D97-AF65-F5344CB8AC3E}">
        <p14:creationId xmlns:p14="http://schemas.microsoft.com/office/powerpoint/2010/main" val="34081879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6" name="Group 85">
            <a:extLst>
              <a:ext uri="{FF2B5EF4-FFF2-40B4-BE49-F238E27FC236}">
                <a16:creationId xmlns:a16="http://schemas.microsoft.com/office/drawing/2014/main" id="{0D0D3A1B-B8DE-461C-B297-5653F52B412F}"/>
              </a:ext>
            </a:extLst>
          </p:cNvPr>
          <p:cNvGrpSpPr/>
          <p:nvPr/>
        </p:nvGrpSpPr>
        <p:grpSpPr>
          <a:xfrm>
            <a:off x="1359673" y="945840"/>
            <a:ext cx="10095203" cy="4344203"/>
            <a:chOff x="21204" y="2806080"/>
            <a:chExt cx="10095203" cy="4344203"/>
          </a:xfrm>
        </p:grpSpPr>
        <mc:AlternateContent xmlns:mc="http://schemas.openxmlformats.org/markup-compatibility/2006" xmlns:a14="http://schemas.microsoft.com/office/drawing/2010/main">
          <mc:Choice Requires="a14">
            <p:sp>
              <p:nvSpPr>
                <p:cNvPr id="4" name="文字方塊 172">
                  <a:extLst>
                    <a:ext uri="{FF2B5EF4-FFF2-40B4-BE49-F238E27FC236}">
                      <a16:creationId xmlns:a16="http://schemas.microsoft.com/office/drawing/2014/main" id="{43C7256E-5CEE-436F-AF8C-C489AC5E31ED}"/>
                    </a:ext>
                  </a:extLst>
                </p:cNvPr>
                <p:cNvSpPr txBox="1"/>
                <p:nvPr/>
              </p:nvSpPr>
              <p:spPr>
                <a:xfrm>
                  <a:off x="1716832" y="6510152"/>
                  <a:ext cx="8399575"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m:t>
                        </m:r>
                        <m:r>
                          <a:rPr lang="zh-TW" altLang="en-US" sz="2400" i="1" smtClean="0">
                            <a:latin typeface="Cambria Math" panose="02040503050406030204" pitchFamily="18" charset="0"/>
                          </a:rPr>
                          <m:t>𝜎</m:t>
                        </m:r>
                        <m:d>
                          <m:dPr>
                            <m:ctrlPr>
                              <a:rPr lang="en-US" altLang="zh-TW" sz="2400" i="1" smtClean="0">
                                <a:latin typeface="Cambria Math" panose="02040503050406030204" pitchFamily="18" charset="0"/>
                              </a:rPr>
                            </m:ctrlPr>
                          </m:dPr>
                          <m:e>
                            <m:r>
                              <a:rPr lang="en-US" altLang="zh-TW" sz="2400" b="0" i="1" smtClean="0">
                                <a:latin typeface="Cambria Math" panose="02040503050406030204" pitchFamily="18" charset="0"/>
                              </a:rPr>
                              <m:t>                                                                                                               </m:t>
                            </m:r>
                          </m:e>
                        </m:d>
                      </m:oMath>
                    </m:oMathPara>
                  </a14:m>
                  <a:endParaRPr lang="zh-TW" altLang="en-US" sz="2400" dirty="0"/>
                </a:p>
              </p:txBody>
            </p:sp>
          </mc:Choice>
          <mc:Fallback xmlns="">
            <p:sp>
              <p:nvSpPr>
                <p:cNvPr id="4" name="文字方塊 172">
                  <a:extLst>
                    <a:ext uri="{FF2B5EF4-FFF2-40B4-BE49-F238E27FC236}">
                      <a16:creationId xmlns:a16="http://schemas.microsoft.com/office/drawing/2014/main" id="{43C7256E-5CEE-436F-AF8C-C489AC5E31ED}"/>
                    </a:ext>
                  </a:extLst>
                </p:cNvPr>
                <p:cNvSpPr txBox="1">
                  <a:spLocks noRot="1" noChangeAspect="1" noMove="1" noResize="1" noEditPoints="1" noAdjustHandles="1" noChangeArrowheads="1" noChangeShapeType="1" noTextEdit="1"/>
                </p:cNvSpPr>
                <p:nvPr/>
              </p:nvSpPr>
              <p:spPr>
                <a:xfrm>
                  <a:off x="1716832" y="6510152"/>
                  <a:ext cx="8399575" cy="369332"/>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文字方塊 152">
                  <a:extLst>
                    <a:ext uri="{FF2B5EF4-FFF2-40B4-BE49-F238E27FC236}">
                      <a16:creationId xmlns:a16="http://schemas.microsoft.com/office/drawing/2014/main" id="{31D95DCE-2D66-4670-BD95-0E34B1B11133}"/>
                    </a:ext>
                  </a:extLst>
                </p:cNvPr>
                <p:cNvSpPr txBox="1"/>
                <p:nvPr/>
              </p:nvSpPr>
              <p:spPr>
                <a:xfrm>
                  <a:off x="3776068" y="6563797"/>
                  <a:ext cx="5156925"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2400" i="1" smtClean="0">
                            <a:latin typeface="Cambria Math" panose="02040503050406030204" pitchFamily="18" charset="0"/>
                          </a:rPr>
                          <m:t>𝜎</m:t>
                        </m:r>
                        <m:d>
                          <m:dPr>
                            <m:ctrlPr>
                              <a:rPr lang="en-US" altLang="zh-TW" sz="2400" i="1" smtClean="0">
                                <a:latin typeface="Cambria Math" panose="02040503050406030204" pitchFamily="18" charset="0"/>
                              </a:rPr>
                            </m:ctrlPr>
                          </m:dPr>
                          <m:e>
                            <m:r>
                              <a:rPr lang="en-US" altLang="zh-TW" sz="2400" b="0" i="1" smtClean="0">
                                <a:latin typeface="Cambria Math" panose="02040503050406030204" pitchFamily="18" charset="0"/>
                              </a:rPr>
                              <m:t>                                                                   </m:t>
                            </m:r>
                          </m:e>
                        </m:d>
                      </m:oMath>
                    </m:oMathPara>
                  </a14:m>
                  <a:endParaRPr lang="zh-TW" altLang="en-US" sz="2400" dirty="0"/>
                </a:p>
              </p:txBody>
            </p:sp>
          </mc:Choice>
          <mc:Fallback xmlns="">
            <p:sp>
              <p:nvSpPr>
                <p:cNvPr id="5" name="文字方塊 152">
                  <a:extLst>
                    <a:ext uri="{FF2B5EF4-FFF2-40B4-BE49-F238E27FC236}">
                      <a16:creationId xmlns:a16="http://schemas.microsoft.com/office/drawing/2014/main" id="{31D95DCE-2D66-4670-BD95-0E34B1B11133}"/>
                    </a:ext>
                  </a:extLst>
                </p:cNvPr>
                <p:cNvSpPr txBox="1">
                  <a:spLocks noRot="1" noChangeAspect="1" noMove="1" noResize="1" noEditPoints="1" noAdjustHandles="1" noChangeArrowheads="1" noChangeShapeType="1" noTextEdit="1"/>
                </p:cNvSpPr>
                <p:nvPr/>
              </p:nvSpPr>
              <p:spPr>
                <a:xfrm>
                  <a:off x="3776068" y="6563797"/>
                  <a:ext cx="5156925" cy="369332"/>
                </a:xfrm>
                <a:prstGeom prst="rect">
                  <a:avLst/>
                </a:prstGeom>
                <a:blipFill>
                  <a:blip r:embed="rId4"/>
                  <a:stretch>
                    <a:fillRect/>
                  </a:stretch>
                </a:blipFill>
              </p:spPr>
              <p:txBody>
                <a:bodyPr/>
                <a:lstStyle/>
                <a:p>
                  <a:r>
                    <a:rPr lang="en-IN">
                      <a:noFill/>
                    </a:rPr>
                    <a:t> </a:t>
                  </a:r>
                </a:p>
              </p:txBody>
            </p:sp>
          </mc:Fallback>
        </mc:AlternateContent>
        <p:sp>
          <p:nvSpPr>
            <p:cNvPr id="6" name="矩形 77">
              <a:extLst>
                <a:ext uri="{FF2B5EF4-FFF2-40B4-BE49-F238E27FC236}">
                  <a16:creationId xmlns:a16="http://schemas.microsoft.com/office/drawing/2014/main" id="{A5DA6A92-C47A-465A-9D49-6DEF3B28077F}"/>
                </a:ext>
              </a:extLst>
            </p:cNvPr>
            <p:cNvSpPr/>
            <p:nvPr/>
          </p:nvSpPr>
          <p:spPr>
            <a:xfrm>
              <a:off x="7180166" y="2823905"/>
              <a:ext cx="498951" cy="2625052"/>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7" name="矩形 73">
              <a:extLst>
                <a:ext uri="{FF2B5EF4-FFF2-40B4-BE49-F238E27FC236}">
                  <a16:creationId xmlns:a16="http://schemas.microsoft.com/office/drawing/2014/main" id="{52810569-325D-4726-A5E0-B188E7D5E979}"/>
                </a:ext>
              </a:extLst>
            </p:cNvPr>
            <p:cNvSpPr/>
            <p:nvPr/>
          </p:nvSpPr>
          <p:spPr>
            <a:xfrm>
              <a:off x="3029726" y="2876323"/>
              <a:ext cx="746342" cy="2675868"/>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8" name="矩形 74">
              <a:extLst>
                <a:ext uri="{FF2B5EF4-FFF2-40B4-BE49-F238E27FC236}">
                  <a16:creationId xmlns:a16="http://schemas.microsoft.com/office/drawing/2014/main" id="{D01504A4-B2A1-4CB2-940A-A5EB11644A09}"/>
                </a:ext>
              </a:extLst>
            </p:cNvPr>
            <p:cNvSpPr/>
            <p:nvPr/>
          </p:nvSpPr>
          <p:spPr>
            <a:xfrm>
              <a:off x="4355312" y="2859976"/>
              <a:ext cx="746342" cy="2675868"/>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9" name="矩形 75">
              <a:extLst>
                <a:ext uri="{FF2B5EF4-FFF2-40B4-BE49-F238E27FC236}">
                  <a16:creationId xmlns:a16="http://schemas.microsoft.com/office/drawing/2014/main" id="{DDFB8AD4-37ED-4242-9080-EA8F0B0485DA}"/>
                </a:ext>
              </a:extLst>
            </p:cNvPr>
            <p:cNvSpPr/>
            <p:nvPr/>
          </p:nvSpPr>
          <p:spPr>
            <a:xfrm>
              <a:off x="5766871" y="2876323"/>
              <a:ext cx="746342" cy="2675868"/>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sp>
          <p:nvSpPr>
            <p:cNvPr id="10" name="矩形 76">
              <a:extLst>
                <a:ext uri="{FF2B5EF4-FFF2-40B4-BE49-F238E27FC236}">
                  <a16:creationId xmlns:a16="http://schemas.microsoft.com/office/drawing/2014/main" id="{5D2DB4E5-344A-4293-83E0-CE92E2C0E106}"/>
                </a:ext>
              </a:extLst>
            </p:cNvPr>
            <p:cNvSpPr/>
            <p:nvPr/>
          </p:nvSpPr>
          <p:spPr>
            <a:xfrm>
              <a:off x="1846623" y="2903964"/>
              <a:ext cx="498951" cy="2625052"/>
            </a:xfrm>
            <a:prstGeom prst="rect">
              <a:avLst/>
            </a:prstGeom>
            <a:solidFill>
              <a:schemeClr val="bg1">
                <a:lumMod val="85000"/>
              </a:schemeClr>
            </a:solidFill>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cxnSp>
          <p:nvCxnSpPr>
            <p:cNvPr id="11" name="直線單箭頭接點 92">
              <a:extLst>
                <a:ext uri="{FF2B5EF4-FFF2-40B4-BE49-F238E27FC236}">
                  <a16:creationId xmlns:a16="http://schemas.microsoft.com/office/drawing/2014/main" id="{2AB11D2E-5A20-4DBE-96B8-A8FD7FF4D688}"/>
                </a:ext>
              </a:extLst>
            </p:cNvPr>
            <p:cNvCxnSpPr/>
            <p:nvPr/>
          </p:nvCxnSpPr>
          <p:spPr>
            <a:xfrm>
              <a:off x="6153678" y="3924743"/>
              <a:ext cx="1018599"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單箭頭接點 93">
              <a:extLst>
                <a:ext uri="{FF2B5EF4-FFF2-40B4-BE49-F238E27FC236}">
                  <a16:creationId xmlns:a16="http://schemas.microsoft.com/office/drawing/2014/main" id="{01E43FFA-7BA0-479F-B957-72A4BD28D551}"/>
                </a:ext>
              </a:extLst>
            </p:cNvPr>
            <p:cNvCxnSpPr/>
            <p:nvPr/>
          </p:nvCxnSpPr>
          <p:spPr>
            <a:xfrm>
              <a:off x="6262994" y="5170633"/>
              <a:ext cx="90574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線單箭頭接點 94">
              <a:extLst>
                <a:ext uri="{FF2B5EF4-FFF2-40B4-BE49-F238E27FC236}">
                  <a16:creationId xmlns:a16="http://schemas.microsoft.com/office/drawing/2014/main" id="{3988A9E1-0620-4F89-A02D-EF1FBBEF3626}"/>
                </a:ext>
              </a:extLst>
            </p:cNvPr>
            <p:cNvCxnSpPr/>
            <p:nvPr/>
          </p:nvCxnSpPr>
          <p:spPr>
            <a:xfrm>
              <a:off x="6129794" y="3145940"/>
              <a:ext cx="1050372"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矩形 95">
              <a:extLst>
                <a:ext uri="{FF2B5EF4-FFF2-40B4-BE49-F238E27FC236}">
                  <a16:creationId xmlns:a16="http://schemas.microsoft.com/office/drawing/2014/main" id="{FBEF19B4-6163-431D-A23F-C5CCE8EBCB6F}"/>
                </a:ext>
              </a:extLst>
            </p:cNvPr>
            <p:cNvSpPr/>
            <p:nvPr/>
          </p:nvSpPr>
          <p:spPr>
            <a:xfrm>
              <a:off x="1915011" y="3621657"/>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p:sp>
          <p:nvSpPr>
            <p:cNvPr id="15" name="矩形 96">
              <a:extLst>
                <a:ext uri="{FF2B5EF4-FFF2-40B4-BE49-F238E27FC236}">
                  <a16:creationId xmlns:a16="http://schemas.microsoft.com/office/drawing/2014/main" id="{55C104CF-5968-46F5-B66F-A80958E2D3CB}"/>
                </a:ext>
              </a:extLst>
            </p:cNvPr>
            <p:cNvSpPr/>
            <p:nvPr/>
          </p:nvSpPr>
          <p:spPr>
            <a:xfrm>
              <a:off x="1920829" y="3051328"/>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mc:AlternateContent xmlns:mc="http://schemas.openxmlformats.org/markup-compatibility/2006" xmlns:a14="http://schemas.microsoft.com/office/drawing/2010/main">
          <mc:Choice Requires="a14">
            <p:graphicFrame>
              <p:nvGraphicFramePr>
                <p:cNvPr id="16" name="Object 12">
                  <a:extLst>
                    <a:ext uri="{FF2B5EF4-FFF2-40B4-BE49-F238E27FC236}">
                      <a16:creationId xmlns:a16="http://schemas.microsoft.com/office/drawing/2014/main" id="{7920E171-D2E8-4D83-B6A5-C88C722B81E4}"/>
                    </a:ext>
                  </a:extLst>
                </p:cNvPr>
                <p:cNvGraphicFramePr>
                  <a:graphicFrameLocks noChangeAspect="1"/>
                </p:cNvGraphicFramePr>
                <p:nvPr>
                  <p:extLst>
                    <p:ext uri="{D42A27DB-BD31-4B8C-83A1-F6EECF244321}">
                      <p14:modId xmlns:p14="http://schemas.microsoft.com/office/powerpoint/2010/main" val="3674807010"/>
                    </p:ext>
                  </p:extLst>
                </p:nvPr>
              </p:nvGraphicFramePr>
              <p:xfrm>
                <a:off x="1933528" y="2956078"/>
                <a:ext cx="325438" cy="461962"/>
              </p:xfrm>
              <a:graphic>
                <a:graphicData uri="http://schemas.openxmlformats.org/presentationml/2006/ole">
                  <mc:AlternateContent>
                    <mc:Choice xmlns:v="urn:schemas-microsoft-com:vml" Requires="v">
                      <p:oleObj spid="_x0000_s8194" name="方程式" r:id="rId5" imgW="152280" imgH="215640" progId="Equation.3">
                        <p:embed/>
                      </p:oleObj>
                    </mc:Choice>
                    <mc:Fallback>
                      <p:oleObj name="方程式" r:id="rId5" imgW="152280" imgH="215640" progId="Equation.3">
                        <p:embed/>
                        <p:pic>
                          <p:nvPicPr>
                            <p:cNvPr id="16" name="Object 12">
                              <a:extLst>
                                <a:ext uri="{FF2B5EF4-FFF2-40B4-BE49-F238E27FC236}">
                                  <a16:creationId xmlns:a16="http://schemas.microsoft.com/office/drawing/2014/main" id="{7920E171-D2E8-4D83-B6A5-C88C722B81E4}"/>
                                </a:ext>
                              </a:extLst>
                            </p:cNvPr>
                            <p:cNvPicPr>
                              <a:picLocks noChangeAspect="1" noChangeArrowheads="1"/>
                            </p:cNvPicPr>
                            <p:nvPr/>
                          </p:nvPicPr>
                          <p:blipFill>
                            <a:blip r:embed="rId6"/>
                            <a:srcRect/>
                            <a:stretch>
                              <a:fillRect/>
                            </a:stretch>
                          </p:blipFill>
                          <p:spPr bwMode="auto">
                            <a:xfrm>
                              <a:off x="1933528" y="2956078"/>
                              <a:ext cx="325438" cy="461962"/>
                            </a:xfrm>
                            <a:prstGeom prst="rect">
                              <a:avLst/>
                            </a:prstGeom>
                            <a:noFill/>
                            <a:extLst>
                              <a:ext uri="{909E8E84-426E-40DD-AFC4-6F175D3DCCD1}">
                                <a14:hiddenFill>
                                  <a:solidFill>
                                    <a:srgbClr val="FFFFFF"/>
                                  </a:solidFill>
                                </a14:hiddenFill>
                              </a:ext>
                            </a:extLst>
                          </p:spPr>
                        </p:pic>
                      </p:oleObj>
                    </mc:Fallback>
                  </mc:AlternateContent>
                </a:graphicData>
              </a:graphic>
            </p:graphicFrame>
          </mc:Choice>
          <mc:Fallback xmlns="">
            <p:graphicFrame>
              <p:nvGraphicFramePr>
                <p:cNvPr id="16" name="Object 12">
                  <a:extLst>
                    <a:ext uri="{FF2B5EF4-FFF2-40B4-BE49-F238E27FC236}">
                      <a16:creationId xmlns:a16="http://schemas.microsoft.com/office/drawing/2014/main" id="{7920E171-D2E8-4D83-B6A5-C88C722B81E4}"/>
                    </a:ext>
                  </a:extLst>
                </p:cNvPr>
                <p:cNvGraphicFramePr>
                  <a:graphicFrameLocks noChangeAspect="1"/>
                </p:cNvGraphicFramePr>
                <p:nvPr>
                  <p:extLst>
                    <p:ext uri="{D42A27DB-BD31-4B8C-83A1-F6EECF244321}">
                      <p14:modId xmlns:p14="http://schemas.microsoft.com/office/powerpoint/2010/main" val="3674807010"/>
                    </p:ext>
                  </p:extLst>
                </p:nvPr>
              </p:nvGraphicFramePr>
              <p:xfrm>
                <a:off x="1933528" y="2956078"/>
                <a:ext cx="325438" cy="461962"/>
              </p:xfrm>
              <a:graphic>
                <a:graphicData uri="http://schemas.openxmlformats.org/presentationml/2006/ole">
                  <mc:AlternateContent>
                    <mc:Choice xmlns:v="urn:schemas-microsoft-com:vml" Requires="v">
                      <p:oleObj name="方程式" r:id="rId7" imgW="152280" imgH="215640" progId="Equation.3">
                        <p:embed/>
                      </p:oleObj>
                    </mc:Choice>
                    <mc:Fallback>
                      <p:oleObj name="方程式" r:id="rId7" imgW="152280" imgH="215640" progId="Equation.3">
                        <p:embed/>
                        <p:pic>
                          <p:nvPicPr>
                            <p:cNvPr id="16" name="Object 12">
                              <a:extLst>
                                <a:ext uri="{FF2B5EF4-FFF2-40B4-BE49-F238E27FC236}">
                                  <a16:creationId xmlns:a16="http://schemas.microsoft.com/office/drawing/2014/main" id="{7920E171-D2E8-4D83-B6A5-C88C722B81E4}"/>
                                </a:ext>
                              </a:extLst>
                            </p:cNvPr>
                            <p:cNvPicPr>
                              <a:picLocks noChangeAspect="1" noChangeArrowheads="1"/>
                            </p:cNvPicPr>
                            <p:nvPr/>
                          </p:nvPicPr>
                          <p:blipFill>
                            <a:blip r:embed="rId8"/>
                            <a:srcRect/>
                            <a:stretch>
                              <a:fillRect/>
                            </a:stretch>
                          </p:blipFill>
                          <p:spPr bwMode="auto">
                            <a:xfrm>
                              <a:off x="1933528" y="2956078"/>
                              <a:ext cx="325438" cy="461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17" name="Object 12">
                  <a:extLst>
                    <a:ext uri="{FF2B5EF4-FFF2-40B4-BE49-F238E27FC236}">
                      <a16:creationId xmlns:a16="http://schemas.microsoft.com/office/drawing/2014/main" id="{1DE7A57A-4581-43E8-8B99-FCD6A41F5F83}"/>
                    </a:ext>
                  </a:extLst>
                </p:cNvPr>
                <p:cNvGraphicFramePr>
                  <a:graphicFrameLocks noChangeAspect="1"/>
                </p:cNvGraphicFramePr>
                <p:nvPr>
                  <p:extLst>
                    <p:ext uri="{D42A27DB-BD31-4B8C-83A1-F6EECF244321}">
                      <p14:modId xmlns:p14="http://schemas.microsoft.com/office/powerpoint/2010/main" val="919437043"/>
                    </p:ext>
                  </p:extLst>
                </p:nvPr>
              </p:nvGraphicFramePr>
              <p:xfrm>
                <a:off x="1938824" y="3538807"/>
                <a:ext cx="352425" cy="461963"/>
              </p:xfrm>
              <a:graphic>
                <a:graphicData uri="http://schemas.openxmlformats.org/presentationml/2006/ole">
                  <mc:AlternateContent>
                    <mc:Choice xmlns:v="urn:schemas-microsoft-com:vml" Requires="v">
                      <p:oleObj spid="_x0000_s8195" name="方程式" r:id="rId9" imgW="164880" imgH="215640" progId="Equation.3">
                        <p:embed/>
                      </p:oleObj>
                    </mc:Choice>
                    <mc:Fallback>
                      <p:oleObj name="方程式" r:id="rId9" imgW="164880" imgH="215640" progId="Equation.3">
                        <p:embed/>
                        <p:pic>
                          <p:nvPicPr>
                            <p:cNvPr id="17" name="Object 12">
                              <a:extLst>
                                <a:ext uri="{FF2B5EF4-FFF2-40B4-BE49-F238E27FC236}">
                                  <a16:creationId xmlns:a16="http://schemas.microsoft.com/office/drawing/2014/main" id="{1DE7A57A-4581-43E8-8B99-FCD6A41F5F83}"/>
                                </a:ext>
                              </a:extLst>
                            </p:cNvPr>
                            <p:cNvPicPr>
                              <a:picLocks noChangeAspect="1" noChangeArrowheads="1"/>
                            </p:cNvPicPr>
                            <p:nvPr/>
                          </p:nvPicPr>
                          <p:blipFill>
                            <a:blip r:embed="rId10"/>
                            <a:srcRect/>
                            <a:stretch>
                              <a:fillRect/>
                            </a:stretch>
                          </p:blipFill>
                          <p:spPr bwMode="auto">
                            <a:xfrm>
                              <a:off x="1938824" y="3538807"/>
                              <a:ext cx="352425" cy="461963"/>
                            </a:xfrm>
                            <a:prstGeom prst="rect">
                              <a:avLst/>
                            </a:prstGeom>
                            <a:noFill/>
                            <a:extLst>
                              <a:ext uri="{909E8E84-426E-40DD-AFC4-6F175D3DCCD1}">
                                <a14:hiddenFill>
                                  <a:solidFill>
                                    <a:srgbClr val="FFFFFF"/>
                                  </a:solidFill>
                                </a14:hiddenFill>
                              </a:ext>
                            </a:extLst>
                          </p:spPr>
                        </p:pic>
                      </p:oleObj>
                    </mc:Fallback>
                  </mc:AlternateContent>
                </a:graphicData>
              </a:graphic>
            </p:graphicFrame>
          </mc:Choice>
          <mc:Fallback xmlns="">
            <p:graphicFrame>
              <p:nvGraphicFramePr>
                <p:cNvPr id="17" name="Object 12">
                  <a:extLst>
                    <a:ext uri="{FF2B5EF4-FFF2-40B4-BE49-F238E27FC236}">
                      <a16:creationId xmlns:a16="http://schemas.microsoft.com/office/drawing/2014/main" id="{1DE7A57A-4581-43E8-8B99-FCD6A41F5F83}"/>
                    </a:ext>
                  </a:extLst>
                </p:cNvPr>
                <p:cNvGraphicFramePr>
                  <a:graphicFrameLocks noChangeAspect="1"/>
                </p:cNvGraphicFramePr>
                <p:nvPr>
                  <p:extLst>
                    <p:ext uri="{D42A27DB-BD31-4B8C-83A1-F6EECF244321}">
                      <p14:modId xmlns:p14="http://schemas.microsoft.com/office/powerpoint/2010/main" val="919437043"/>
                    </p:ext>
                  </p:extLst>
                </p:nvPr>
              </p:nvGraphicFramePr>
              <p:xfrm>
                <a:off x="1938824" y="3538807"/>
                <a:ext cx="352425" cy="461963"/>
              </p:xfrm>
              <a:graphic>
                <a:graphicData uri="http://schemas.openxmlformats.org/presentationml/2006/ole">
                  <mc:AlternateContent>
                    <mc:Choice xmlns:v="urn:schemas-microsoft-com:vml" Requires="v">
                      <p:oleObj name="方程式" r:id="rId11" imgW="164880" imgH="215640" progId="Equation.3">
                        <p:embed/>
                      </p:oleObj>
                    </mc:Choice>
                    <mc:Fallback>
                      <p:oleObj name="方程式" r:id="rId11" imgW="164880" imgH="215640" progId="Equation.3">
                        <p:embed/>
                        <p:pic>
                          <p:nvPicPr>
                            <p:cNvPr id="17" name="Object 12">
                              <a:extLst>
                                <a:ext uri="{FF2B5EF4-FFF2-40B4-BE49-F238E27FC236}">
                                  <a16:creationId xmlns:a16="http://schemas.microsoft.com/office/drawing/2014/main" id="{1DE7A57A-4581-43E8-8B99-FCD6A41F5F83}"/>
                                </a:ext>
                              </a:extLst>
                            </p:cNvPr>
                            <p:cNvPicPr>
                              <a:picLocks noChangeAspect="1" noChangeArrowheads="1"/>
                            </p:cNvPicPr>
                            <p:nvPr/>
                          </p:nvPicPr>
                          <p:blipFill>
                            <a:blip r:embed="rId12"/>
                            <a:srcRect/>
                            <a:stretch>
                              <a:fillRect/>
                            </a:stretch>
                          </p:blipFill>
                          <p:spPr bwMode="auto">
                            <a:xfrm>
                              <a:off x="1938824" y="3538807"/>
                              <a:ext cx="352425" cy="461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Fallback>
        </mc:AlternateContent>
        <p:sp>
          <p:nvSpPr>
            <p:cNvPr id="18" name="橢圓 99">
              <a:extLst>
                <a:ext uri="{FF2B5EF4-FFF2-40B4-BE49-F238E27FC236}">
                  <a16:creationId xmlns:a16="http://schemas.microsoft.com/office/drawing/2014/main" id="{634EE2ED-EE92-4AE9-ACD5-93465D6D9792}"/>
                </a:ext>
              </a:extLst>
            </p:cNvPr>
            <p:cNvSpPr/>
            <p:nvPr/>
          </p:nvSpPr>
          <p:spPr>
            <a:xfrm>
              <a:off x="3126836" y="2887325"/>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19" name="橢圓 100">
              <a:extLst>
                <a:ext uri="{FF2B5EF4-FFF2-40B4-BE49-F238E27FC236}">
                  <a16:creationId xmlns:a16="http://schemas.microsoft.com/office/drawing/2014/main" id="{8F191C73-72E9-4EE5-AF00-C21234C53CBF}"/>
                </a:ext>
              </a:extLst>
            </p:cNvPr>
            <p:cNvSpPr/>
            <p:nvPr/>
          </p:nvSpPr>
          <p:spPr>
            <a:xfrm>
              <a:off x="3129178" y="3665895"/>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20" name="橢圓 101">
              <a:extLst>
                <a:ext uri="{FF2B5EF4-FFF2-40B4-BE49-F238E27FC236}">
                  <a16:creationId xmlns:a16="http://schemas.microsoft.com/office/drawing/2014/main" id="{215957D6-9DFF-4D11-BE60-17467CDE486C}"/>
                </a:ext>
              </a:extLst>
            </p:cNvPr>
            <p:cNvSpPr/>
            <p:nvPr/>
          </p:nvSpPr>
          <p:spPr>
            <a:xfrm>
              <a:off x="3117545" y="4893907"/>
              <a:ext cx="574158" cy="574158"/>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TW" altLang="en-US"/>
            </a:p>
          </p:txBody>
        </p:sp>
        <p:sp>
          <p:nvSpPr>
            <p:cNvPr id="21" name="文字方塊 102">
              <a:extLst>
                <a:ext uri="{FF2B5EF4-FFF2-40B4-BE49-F238E27FC236}">
                  <a16:creationId xmlns:a16="http://schemas.microsoft.com/office/drawing/2014/main" id="{FA890F20-11EB-4F4C-845E-CC61A873F42E}"/>
                </a:ext>
              </a:extLst>
            </p:cNvPr>
            <p:cNvSpPr txBox="1"/>
            <p:nvPr/>
          </p:nvSpPr>
          <p:spPr>
            <a:xfrm rot="5400000">
              <a:off x="3114798" y="4316200"/>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22" name="矩形 103">
              <a:extLst>
                <a:ext uri="{FF2B5EF4-FFF2-40B4-BE49-F238E27FC236}">
                  <a16:creationId xmlns:a16="http://schemas.microsoft.com/office/drawing/2014/main" id="{D22D2631-6229-4E70-976C-6878561B14BB}"/>
                </a:ext>
              </a:extLst>
            </p:cNvPr>
            <p:cNvSpPr/>
            <p:nvPr/>
          </p:nvSpPr>
          <p:spPr>
            <a:xfrm>
              <a:off x="1924536" y="5019414"/>
              <a:ext cx="342900" cy="3429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TW" altLang="en-US"/>
            </a:p>
          </p:txBody>
        </p:sp>
        <mc:AlternateContent xmlns:mc="http://schemas.openxmlformats.org/markup-compatibility/2006" xmlns:a14="http://schemas.microsoft.com/office/drawing/2010/main">
          <mc:Choice Requires="a14">
            <p:graphicFrame>
              <p:nvGraphicFramePr>
                <p:cNvPr id="23" name="Object 12">
                  <a:extLst>
                    <a:ext uri="{FF2B5EF4-FFF2-40B4-BE49-F238E27FC236}">
                      <a16:creationId xmlns:a16="http://schemas.microsoft.com/office/drawing/2014/main" id="{DFA2194F-7323-41EA-AC1E-18E861E4AE80}"/>
                    </a:ext>
                  </a:extLst>
                </p:cNvPr>
                <p:cNvGraphicFramePr>
                  <a:graphicFrameLocks noChangeAspect="1"/>
                </p:cNvGraphicFramePr>
                <p:nvPr>
                  <p:extLst>
                    <p:ext uri="{D42A27DB-BD31-4B8C-83A1-F6EECF244321}">
                      <p14:modId xmlns:p14="http://schemas.microsoft.com/office/powerpoint/2010/main" val="2265654963"/>
                    </p:ext>
                  </p:extLst>
                </p:nvPr>
              </p:nvGraphicFramePr>
              <p:xfrm>
                <a:off x="1921420" y="4923160"/>
                <a:ext cx="407988" cy="488950"/>
              </p:xfrm>
              <a:graphic>
                <a:graphicData uri="http://schemas.openxmlformats.org/presentationml/2006/ole">
                  <mc:AlternateContent>
                    <mc:Choice xmlns:v="urn:schemas-microsoft-com:vml" Requires="v">
                      <p:oleObj spid="_x0000_s8196" name="方程式" r:id="rId13" imgW="190440" imgH="228600" progId="Equation.3">
                        <p:embed/>
                      </p:oleObj>
                    </mc:Choice>
                    <mc:Fallback>
                      <p:oleObj name="方程式" r:id="rId13" imgW="190440" imgH="228600" progId="Equation.3">
                        <p:embed/>
                        <p:pic>
                          <p:nvPicPr>
                            <p:cNvPr id="23" name="Object 12">
                              <a:extLst>
                                <a:ext uri="{FF2B5EF4-FFF2-40B4-BE49-F238E27FC236}">
                                  <a16:creationId xmlns:a16="http://schemas.microsoft.com/office/drawing/2014/main" id="{DFA2194F-7323-41EA-AC1E-18E861E4AE80}"/>
                                </a:ext>
                              </a:extLst>
                            </p:cNvPr>
                            <p:cNvPicPr>
                              <a:picLocks noChangeAspect="1" noChangeArrowheads="1"/>
                            </p:cNvPicPr>
                            <p:nvPr/>
                          </p:nvPicPr>
                          <p:blipFill>
                            <a:blip r:embed="rId12"/>
                            <a:srcRect/>
                            <a:stretch>
                              <a:fillRect/>
                            </a:stretch>
                          </p:blipFill>
                          <p:spPr bwMode="auto">
                            <a:xfrm>
                              <a:off x="1921420" y="4923160"/>
                              <a:ext cx="407988" cy="488950"/>
                            </a:xfrm>
                            <a:prstGeom prst="rect">
                              <a:avLst/>
                            </a:prstGeom>
                            <a:noFill/>
                            <a:extLst>
                              <a:ext uri="{909E8E84-426E-40DD-AFC4-6F175D3DCCD1}">
                                <a14:hiddenFill>
                                  <a:solidFill>
                                    <a:srgbClr val="FFFFFF"/>
                                  </a:solidFill>
                                </a14:hiddenFill>
                              </a:ext>
                            </a:extLst>
                          </p:spPr>
                        </p:pic>
                      </p:oleObj>
                    </mc:Fallback>
                  </mc:AlternateContent>
                </a:graphicData>
              </a:graphic>
            </p:graphicFrame>
          </mc:Choice>
          <mc:Fallback xmlns="">
            <p:graphicFrame>
              <p:nvGraphicFramePr>
                <p:cNvPr id="23" name="Object 12">
                  <a:extLst>
                    <a:ext uri="{FF2B5EF4-FFF2-40B4-BE49-F238E27FC236}">
                      <a16:creationId xmlns:a16="http://schemas.microsoft.com/office/drawing/2014/main" id="{DFA2194F-7323-41EA-AC1E-18E861E4AE80}"/>
                    </a:ext>
                  </a:extLst>
                </p:cNvPr>
                <p:cNvGraphicFramePr>
                  <a:graphicFrameLocks noChangeAspect="1"/>
                </p:cNvGraphicFramePr>
                <p:nvPr>
                  <p:extLst>
                    <p:ext uri="{D42A27DB-BD31-4B8C-83A1-F6EECF244321}">
                      <p14:modId xmlns:p14="http://schemas.microsoft.com/office/powerpoint/2010/main" val="2265654963"/>
                    </p:ext>
                  </p:extLst>
                </p:nvPr>
              </p:nvGraphicFramePr>
              <p:xfrm>
                <a:off x="1921420" y="4923160"/>
                <a:ext cx="407988" cy="488950"/>
              </p:xfrm>
              <a:graphic>
                <a:graphicData uri="http://schemas.openxmlformats.org/presentationml/2006/ole">
                  <mc:AlternateContent>
                    <mc:Choice xmlns:v="urn:schemas-microsoft-com:vml" Requires="v">
                      <p:oleObj name="方程式" r:id="rId14" imgW="190440" imgH="228600" progId="Equation.3">
                        <p:embed/>
                      </p:oleObj>
                    </mc:Choice>
                    <mc:Fallback>
                      <p:oleObj name="方程式" r:id="rId14" imgW="190440" imgH="228600" progId="Equation.3">
                        <p:embed/>
                        <p:pic>
                          <p:nvPicPr>
                            <p:cNvPr id="23" name="Object 12">
                              <a:extLst>
                                <a:ext uri="{FF2B5EF4-FFF2-40B4-BE49-F238E27FC236}">
                                  <a16:creationId xmlns:a16="http://schemas.microsoft.com/office/drawing/2014/main" id="{DFA2194F-7323-41EA-AC1E-18E861E4AE80}"/>
                                </a:ext>
                              </a:extLst>
                            </p:cNvPr>
                            <p:cNvPicPr>
                              <a:picLocks noChangeAspect="1" noChangeArrowheads="1"/>
                            </p:cNvPicPr>
                            <p:nvPr/>
                          </p:nvPicPr>
                          <p:blipFill>
                            <a:blip r:embed="rId15"/>
                            <a:srcRect/>
                            <a:stretch>
                              <a:fillRect/>
                            </a:stretch>
                          </p:blipFill>
                          <p:spPr bwMode="auto">
                            <a:xfrm>
                              <a:off x="1921420" y="4923160"/>
                              <a:ext cx="407988" cy="488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Fallback>
        </mc:AlternateContent>
        <p:sp>
          <p:nvSpPr>
            <p:cNvPr id="24" name="文字方塊 105">
              <a:extLst>
                <a:ext uri="{FF2B5EF4-FFF2-40B4-BE49-F238E27FC236}">
                  <a16:creationId xmlns:a16="http://schemas.microsoft.com/office/drawing/2014/main" id="{F8DFDAF5-68D5-4408-AC94-0F9CEF932BB4}"/>
                </a:ext>
              </a:extLst>
            </p:cNvPr>
            <p:cNvSpPr txBox="1"/>
            <p:nvPr/>
          </p:nvSpPr>
          <p:spPr>
            <a:xfrm rot="5400000">
              <a:off x="1800468" y="4304356"/>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25" name="橢圓 106">
              <a:extLst>
                <a:ext uri="{FF2B5EF4-FFF2-40B4-BE49-F238E27FC236}">
                  <a16:creationId xmlns:a16="http://schemas.microsoft.com/office/drawing/2014/main" id="{D138DCB8-0572-4D03-B6CB-A22E88F28AAA}"/>
                </a:ext>
              </a:extLst>
            </p:cNvPr>
            <p:cNvSpPr/>
            <p:nvPr/>
          </p:nvSpPr>
          <p:spPr>
            <a:xfrm>
              <a:off x="4442398" y="2887325"/>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26" name="橢圓 107">
              <a:extLst>
                <a:ext uri="{FF2B5EF4-FFF2-40B4-BE49-F238E27FC236}">
                  <a16:creationId xmlns:a16="http://schemas.microsoft.com/office/drawing/2014/main" id="{851F3323-EFEB-43D3-91B8-FBCB784638A2}"/>
                </a:ext>
              </a:extLst>
            </p:cNvPr>
            <p:cNvSpPr/>
            <p:nvPr/>
          </p:nvSpPr>
          <p:spPr>
            <a:xfrm>
              <a:off x="4444740" y="3665895"/>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27" name="橢圓 108">
              <a:extLst>
                <a:ext uri="{FF2B5EF4-FFF2-40B4-BE49-F238E27FC236}">
                  <a16:creationId xmlns:a16="http://schemas.microsoft.com/office/drawing/2014/main" id="{7F1CC9C2-2229-4712-AE1D-66C869496035}"/>
                </a:ext>
              </a:extLst>
            </p:cNvPr>
            <p:cNvSpPr/>
            <p:nvPr/>
          </p:nvSpPr>
          <p:spPr>
            <a:xfrm>
              <a:off x="4433107" y="4893907"/>
              <a:ext cx="574158" cy="574158"/>
            </a:xfrm>
            <a:prstGeom prst="ellipse">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TW" altLang="en-US"/>
            </a:p>
          </p:txBody>
        </p:sp>
        <p:sp>
          <p:nvSpPr>
            <p:cNvPr id="28" name="文字方塊 109">
              <a:extLst>
                <a:ext uri="{FF2B5EF4-FFF2-40B4-BE49-F238E27FC236}">
                  <a16:creationId xmlns:a16="http://schemas.microsoft.com/office/drawing/2014/main" id="{1377D117-4819-400A-B877-CFB8AF34045D}"/>
                </a:ext>
              </a:extLst>
            </p:cNvPr>
            <p:cNvSpPr txBox="1"/>
            <p:nvPr/>
          </p:nvSpPr>
          <p:spPr>
            <a:xfrm rot="5400000">
              <a:off x="4430360" y="4316200"/>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29" name="橢圓 110">
              <a:extLst>
                <a:ext uri="{FF2B5EF4-FFF2-40B4-BE49-F238E27FC236}">
                  <a16:creationId xmlns:a16="http://schemas.microsoft.com/office/drawing/2014/main" id="{9AAFB398-0743-4502-9149-759FF53950B0}"/>
                </a:ext>
              </a:extLst>
            </p:cNvPr>
            <p:cNvSpPr/>
            <p:nvPr/>
          </p:nvSpPr>
          <p:spPr>
            <a:xfrm>
              <a:off x="5842715" y="2868217"/>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30" name="橢圓 111">
              <a:extLst>
                <a:ext uri="{FF2B5EF4-FFF2-40B4-BE49-F238E27FC236}">
                  <a16:creationId xmlns:a16="http://schemas.microsoft.com/office/drawing/2014/main" id="{A2F05CDF-C8AA-4D2B-90FD-9B544BDB732F}"/>
                </a:ext>
              </a:extLst>
            </p:cNvPr>
            <p:cNvSpPr/>
            <p:nvPr/>
          </p:nvSpPr>
          <p:spPr>
            <a:xfrm>
              <a:off x="5845057" y="3628126"/>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31" name="橢圓 112">
              <a:extLst>
                <a:ext uri="{FF2B5EF4-FFF2-40B4-BE49-F238E27FC236}">
                  <a16:creationId xmlns:a16="http://schemas.microsoft.com/office/drawing/2014/main" id="{B33D062D-38D9-46AF-B79D-EBA9462F74F6}"/>
                </a:ext>
              </a:extLst>
            </p:cNvPr>
            <p:cNvSpPr/>
            <p:nvPr/>
          </p:nvSpPr>
          <p:spPr>
            <a:xfrm>
              <a:off x="5852085" y="4874799"/>
              <a:ext cx="574158" cy="574158"/>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zh-TW" altLang="en-US"/>
            </a:p>
          </p:txBody>
        </p:sp>
        <p:sp>
          <p:nvSpPr>
            <p:cNvPr id="32" name="文字方塊 113">
              <a:extLst>
                <a:ext uri="{FF2B5EF4-FFF2-40B4-BE49-F238E27FC236}">
                  <a16:creationId xmlns:a16="http://schemas.microsoft.com/office/drawing/2014/main" id="{59E0A793-D987-48A6-ACFF-CB9FB705B046}"/>
                </a:ext>
              </a:extLst>
            </p:cNvPr>
            <p:cNvSpPr txBox="1"/>
            <p:nvPr/>
          </p:nvSpPr>
          <p:spPr>
            <a:xfrm rot="5400000">
              <a:off x="5849338" y="4293929"/>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33" name="文字方塊 114">
              <a:extLst>
                <a:ext uri="{FF2B5EF4-FFF2-40B4-BE49-F238E27FC236}">
                  <a16:creationId xmlns:a16="http://schemas.microsoft.com/office/drawing/2014/main" id="{B0EE3947-7BBC-470C-B720-6D5E60C00824}"/>
                </a:ext>
              </a:extLst>
            </p:cNvPr>
            <p:cNvSpPr txBox="1"/>
            <p:nvPr/>
          </p:nvSpPr>
          <p:spPr>
            <a:xfrm>
              <a:off x="5014443" y="2828741"/>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34" name="文字方塊 115">
              <a:extLst>
                <a:ext uri="{FF2B5EF4-FFF2-40B4-BE49-F238E27FC236}">
                  <a16:creationId xmlns:a16="http://schemas.microsoft.com/office/drawing/2014/main" id="{BF1BF291-9B95-4993-A5AF-3FBD7981CCAA}"/>
                </a:ext>
              </a:extLst>
            </p:cNvPr>
            <p:cNvSpPr txBox="1"/>
            <p:nvPr/>
          </p:nvSpPr>
          <p:spPr>
            <a:xfrm>
              <a:off x="5032066" y="3614240"/>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35" name="文字方塊 116">
              <a:extLst>
                <a:ext uri="{FF2B5EF4-FFF2-40B4-BE49-F238E27FC236}">
                  <a16:creationId xmlns:a16="http://schemas.microsoft.com/office/drawing/2014/main" id="{63CBD0F3-D43E-44D9-8CF3-23B52E476A6C}"/>
                </a:ext>
              </a:extLst>
            </p:cNvPr>
            <p:cNvSpPr txBox="1"/>
            <p:nvPr/>
          </p:nvSpPr>
          <p:spPr>
            <a:xfrm>
              <a:off x="5044246" y="4870532"/>
              <a:ext cx="769257" cy="523220"/>
            </a:xfrm>
            <a:prstGeom prst="rect">
              <a:avLst/>
            </a:prstGeom>
            <a:noFill/>
          </p:spPr>
          <p:txBody>
            <a:bodyPr wrap="square" rtlCol="0">
              <a:spAutoFit/>
            </a:bodyPr>
            <a:lstStyle/>
            <a:p>
              <a:pPr algn="ctr"/>
              <a:r>
                <a:rPr lang="en-US" altLang="zh-TW" sz="2800" dirty="0"/>
                <a:t>……</a:t>
              </a:r>
              <a:endParaRPr lang="zh-TW" altLang="en-US" sz="2800" dirty="0"/>
            </a:p>
          </p:txBody>
        </p:sp>
        <p:cxnSp>
          <p:nvCxnSpPr>
            <p:cNvPr id="36" name="直線單箭頭接點 117">
              <a:extLst>
                <a:ext uri="{FF2B5EF4-FFF2-40B4-BE49-F238E27FC236}">
                  <a16:creationId xmlns:a16="http://schemas.microsoft.com/office/drawing/2014/main" id="{CC0DC9C5-BCAD-4960-95C9-9DC94C01887A}"/>
                </a:ext>
              </a:extLst>
            </p:cNvPr>
            <p:cNvCxnSpPr>
              <a:stCxn id="18" idx="6"/>
              <a:endCxn id="25" idx="2"/>
            </p:cNvCxnSpPr>
            <p:nvPr/>
          </p:nvCxnSpPr>
          <p:spPr>
            <a:xfrm>
              <a:off x="3700994" y="3174404"/>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單箭頭接點 118">
              <a:extLst>
                <a:ext uri="{FF2B5EF4-FFF2-40B4-BE49-F238E27FC236}">
                  <a16:creationId xmlns:a16="http://schemas.microsoft.com/office/drawing/2014/main" id="{24CBFCC2-6B42-4AD3-9970-00A216974B08}"/>
                </a:ext>
              </a:extLst>
            </p:cNvPr>
            <p:cNvCxnSpPr/>
            <p:nvPr/>
          </p:nvCxnSpPr>
          <p:spPr>
            <a:xfrm>
              <a:off x="3700994" y="3966156"/>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線單箭頭接點 119">
              <a:extLst>
                <a:ext uri="{FF2B5EF4-FFF2-40B4-BE49-F238E27FC236}">
                  <a16:creationId xmlns:a16="http://schemas.microsoft.com/office/drawing/2014/main" id="{FDE10E1D-8183-4D01-9FDF-42F8F37F9309}"/>
                </a:ext>
              </a:extLst>
            </p:cNvPr>
            <p:cNvCxnSpPr/>
            <p:nvPr/>
          </p:nvCxnSpPr>
          <p:spPr>
            <a:xfrm>
              <a:off x="3691703" y="5188125"/>
              <a:ext cx="741404"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線單箭頭接點 120">
              <a:extLst>
                <a:ext uri="{FF2B5EF4-FFF2-40B4-BE49-F238E27FC236}">
                  <a16:creationId xmlns:a16="http://schemas.microsoft.com/office/drawing/2014/main" id="{F69FDB4F-4631-4B7B-B44D-812E194E1351}"/>
                </a:ext>
              </a:extLst>
            </p:cNvPr>
            <p:cNvCxnSpPr>
              <a:stCxn id="19" idx="6"/>
              <a:endCxn id="25" idx="2"/>
            </p:cNvCxnSpPr>
            <p:nvPr/>
          </p:nvCxnSpPr>
          <p:spPr>
            <a:xfrm flipV="1">
              <a:off x="3703336" y="3174404"/>
              <a:ext cx="739062"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線單箭頭接點 121">
              <a:extLst>
                <a:ext uri="{FF2B5EF4-FFF2-40B4-BE49-F238E27FC236}">
                  <a16:creationId xmlns:a16="http://schemas.microsoft.com/office/drawing/2014/main" id="{D5F9781C-C40F-46F8-A4AA-C4DBAE59A039}"/>
                </a:ext>
              </a:extLst>
            </p:cNvPr>
            <p:cNvCxnSpPr>
              <a:stCxn id="18" idx="6"/>
              <a:endCxn id="26" idx="2"/>
            </p:cNvCxnSpPr>
            <p:nvPr/>
          </p:nvCxnSpPr>
          <p:spPr>
            <a:xfrm>
              <a:off x="3700994" y="3174404"/>
              <a:ext cx="743746" cy="778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線單箭頭接點 122">
              <a:extLst>
                <a:ext uri="{FF2B5EF4-FFF2-40B4-BE49-F238E27FC236}">
                  <a16:creationId xmlns:a16="http://schemas.microsoft.com/office/drawing/2014/main" id="{3FFCEB37-6707-4070-8D2E-2CE28D2505B6}"/>
                </a:ext>
              </a:extLst>
            </p:cNvPr>
            <p:cNvCxnSpPr>
              <a:stCxn id="18" idx="6"/>
              <a:endCxn id="27" idx="2"/>
            </p:cNvCxnSpPr>
            <p:nvPr/>
          </p:nvCxnSpPr>
          <p:spPr>
            <a:xfrm>
              <a:off x="3700994" y="3174404"/>
              <a:ext cx="732113"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線單箭頭接點 123">
              <a:extLst>
                <a:ext uri="{FF2B5EF4-FFF2-40B4-BE49-F238E27FC236}">
                  <a16:creationId xmlns:a16="http://schemas.microsoft.com/office/drawing/2014/main" id="{10CE5C8D-7864-4807-AB4D-ECACF745A253}"/>
                </a:ext>
              </a:extLst>
            </p:cNvPr>
            <p:cNvCxnSpPr>
              <a:stCxn id="19" idx="6"/>
              <a:endCxn id="27" idx="2"/>
            </p:cNvCxnSpPr>
            <p:nvPr/>
          </p:nvCxnSpPr>
          <p:spPr>
            <a:xfrm>
              <a:off x="3703336" y="3952974"/>
              <a:ext cx="729771"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線單箭頭接點 124">
              <a:extLst>
                <a:ext uri="{FF2B5EF4-FFF2-40B4-BE49-F238E27FC236}">
                  <a16:creationId xmlns:a16="http://schemas.microsoft.com/office/drawing/2014/main" id="{9AEF3E68-1D3A-48D2-A639-79001E066809}"/>
                </a:ext>
              </a:extLst>
            </p:cNvPr>
            <p:cNvCxnSpPr>
              <a:stCxn id="20" idx="6"/>
              <a:endCxn id="25" idx="2"/>
            </p:cNvCxnSpPr>
            <p:nvPr/>
          </p:nvCxnSpPr>
          <p:spPr>
            <a:xfrm flipV="1">
              <a:off x="3691703" y="3174404"/>
              <a:ext cx="750695" cy="200658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線單箭頭接點 125">
              <a:extLst>
                <a:ext uri="{FF2B5EF4-FFF2-40B4-BE49-F238E27FC236}">
                  <a16:creationId xmlns:a16="http://schemas.microsoft.com/office/drawing/2014/main" id="{022BACBE-496C-4AB0-BCEF-F7192E00B5DE}"/>
                </a:ext>
              </a:extLst>
            </p:cNvPr>
            <p:cNvCxnSpPr>
              <a:stCxn id="20" idx="6"/>
              <a:endCxn id="26" idx="2"/>
            </p:cNvCxnSpPr>
            <p:nvPr/>
          </p:nvCxnSpPr>
          <p:spPr>
            <a:xfrm flipV="1">
              <a:off x="3691703" y="3952974"/>
              <a:ext cx="753037" cy="122801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線單箭頭接點 126">
              <a:extLst>
                <a:ext uri="{FF2B5EF4-FFF2-40B4-BE49-F238E27FC236}">
                  <a16:creationId xmlns:a16="http://schemas.microsoft.com/office/drawing/2014/main" id="{DB420720-5BCB-489B-BD64-319B016018F2}"/>
                </a:ext>
              </a:extLst>
            </p:cNvPr>
            <p:cNvCxnSpPr>
              <a:endCxn id="18" idx="2"/>
            </p:cNvCxnSpPr>
            <p:nvPr/>
          </p:nvCxnSpPr>
          <p:spPr>
            <a:xfrm flipV="1">
              <a:off x="2267436" y="3174404"/>
              <a:ext cx="859400" cy="2999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線單箭頭接點 127">
              <a:extLst>
                <a:ext uri="{FF2B5EF4-FFF2-40B4-BE49-F238E27FC236}">
                  <a16:creationId xmlns:a16="http://schemas.microsoft.com/office/drawing/2014/main" id="{89E4979E-53C3-4728-A397-738D36385E7B}"/>
                </a:ext>
              </a:extLst>
            </p:cNvPr>
            <p:cNvCxnSpPr>
              <a:stCxn id="15" idx="3"/>
              <a:endCxn id="19" idx="2"/>
            </p:cNvCxnSpPr>
            <p:nvPr/>
          </p:nvCxnSpPr>
          <p:spPr>
            <a:xfrm>
              <a:off x="2263729" y="3222778"/>
              <a:ext cx="865449" cy="73019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線單箭頭接點 128">
              <a:extLst>
                <a:ext uri="{FF2B5EF4-FFF2-40B4-BE49-F238E27FC236}">
                  <a16:creationId xmlns:a16="http://schemas.microsoft.com/office/drawing/2014/main" id="{CE31B675-4F41-4BFC-9647-EB1DF99EB746}"/>
                </a:ext>
              </a:extLst>
            </p:cNvPr>
            <p:cNvCxnSpPr>
              <a:stCxn id="15" idx="3"/>
              <a:endCxn id="20" idx="2"/>
            </p:cNvCxnSpPr>
            <p:nvPr/>
          </p:nvCxnSpPr>
          <p:spPr>
            <a:xfrm>
              <a:off x="2263729" y="3222778"/>
              <a:ext cx="853816" cy="195820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線單箭頭接點 129">
              <a:extLst>
                <a:ext uri="{FF2B5EF4-FFF2-40B4-BE49-F238E27FC236}">
                  <a16:creationId xmlns:a16="http://schemas.microsoft.com/office/drawing/2014/main" id="{F685E644-9666-4359-B73F-2AFDD99F9D83}"/>
                </a:ext>
              </a:extLst>
            </p:cNvPr>
            <p:cNvCxnSpPr>
              <a:stCxn id="17" idx="3"/>
              <a:endCxn id="18" idx="2"/>
            </p:cNvCxnSpPr>
            <p:nvPr/>
          </p:nvCxnSpPr>
          <p:spPr>
            <a:xfrm flipV="1">
              <a:off x="2291249" y="3174404"/>
              <a:ext cx="835587" cy="595384"/>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線單箭頭接點 130">
              <a:extLst>
                <a:ext uri="{FF2B5EF4-FFF2-40B4-BE49-F238E27FC236}">
                  <a16:creationId xmlns:a16="http://schemas.microsoft.com/office/drawing/2014/main" id="{2F01448D-6170-4F15-931C-923CAF978552}"/>
                </a:ext>
              </a:extLst>
            </p:cNvPr>
            <p:cNvCxnSpPr>
              <a:stCxn id="14" idx="3"/>
              <a:endCxn id="19" idx="2"/>
            </p:cNvCxnSpPr>
            <p:nvPr/>
          </p:nvCxnSpPr>
          <p:spPr>
            <a:xfrm>
              <a:off x="2257911" y="3793107"/>
              <a:ext cx="871267" cy="15986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線單箭頭接點 131">
              <a:extLst>
                <a:ext uri="{FF2B5EF4-FFF2-40B4-BE49-F238E27FC236}">
                  <a16:creationId xmlns:a16="http://schemas.microsoft.com/office/drawing/2014/main" id="{6ADF4BBC-305F-4691-B79F-08FFE81B0BBD}"/>
                </a:ext>
              </a:extLst>
            </p:cNvPr>
            <p:cNvCxnSpPr>
              <a:stCxn id="14" idx="3"/>
              <a:endCxn id="20" idx="2"/>
            </p:cNvCxnSpPr>
            <p:nvPr/>
          </p:nvCxnSpPr>
          <p:spPr>
            <a:xfrm>
              <a:off x="2257911" y="3793107"/>
              <a:ext cx="859634" cy="138787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線單箭頭接點 132">
              <a:extLst>
                <a:ext uri="{FF2B5EF4-FFF2-40B4-BE49-F238E27FC236}">
                  <a16:creationId xmlns:a16="http://schemas.microsoft.com/office/drawing/2014/main" id="{18BFB746-7AC7-4B64-8FE0-751614B9566D}"/>
                </a:ext>
              </a:extLst>
            </p:cNvPr>
            <p:cNvCxnSpPr>
              <a:stCxn id="23" idx="3"/>
              <a:endCxn id="18" idx="2"/>
            </p:cNvCxnSpPr>
            <p:nvPr/>
          </p:nvCxnSpPr>
          <p:spPr>
            <a:xfrm flipV="1">
              <a:off x="2329408" y="3174404"/>
              <a:ext cx="797428" cy="1993231"/>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線單箭頭接點 133">
              <a:extLst>
                <a:ext uri="{FF2B5EF4-FFF2-40B4-BE49-F238E27FC236}">
                  <a16:creationId xmlns:a16="http://schemas.microsoft.com/office/drawing/2014/main" id="{C2F4194A-51F7-41F7-80AB-5E9DB58BE619}"/>
                </a:ext>
              </a:extLst>
            </p:cNvPr>
            <p:cNvCxnSpPr>
              <a:stCxn id="23" idx="3"/>
              <a:endCxn id="19" idx="2"/>
            </p:cNvCxnSpPr>
            <p:nvPr/>
          </p:nvCxnSpPr>
          <p:spPr>
            <a:xfrm flipV="1">
              <a:off x="2303039" y="3952974"/>
              <a:ext cx="826139" cy="121460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3" name="直線單箭頭接點 134">
              <a:extLst>
                <a:ext uri="{FF2B5EF4-FFF2-40B4-BE49-F238E27FC236}">
                  <a16:creationId xmlns:a16="http://schemas.microsoft.com/office/drawing/2014/main" id="{41ED5A21-1231-4B27-AB94-C29D479FB4DE}"/>
                </a:ext>
              </a:extLst>
            </p:cNvPr>
            <p:cNvCxnSpPr>
              <a:stCxn id="23" idx="3"/>
              <a:endCxn id="20" idx="2"/>
            </p:cNvCxnSpPr>
            <p:nvPr/>
          </p:nvCxnSpPr>
          <p:spPr>
            <a:xfrm>
              <a:off x="2303039" y="5167580"/>
              <a:ext cx="814506" cy="1340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4" name="文字方塊 135">
              <a:extLst>
                <a:ext uri="{FF2B5EF4-FFF2-40B4-BE49-F238E27FC236}">
                  <a16:creationId xmlns:a16="http://schemas.microsoft.com/office/drawing/2014/main" id="{0BDE350C-58A5-43C6-ACEE-DD1D004D0E09}"/>
                </a:ext>
              </a:extLst>
            </p:cNvPr>
            <p:cNvSpPr txBox="1"/>
            <p:nvPr/>
          </p:nvSpPr>
          <p:spPr>
            <a:xfrm rot="5400000">
              <a:off x="7122356" y="4324901"/>
              <a:ext cx="769257"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55" name="文字方塊 136">
              <a:extLst>
                <a:ext uri="{FF2B5EF4-FFF2-40B4-BE49-F238E27FC236}">
                  <a16:creationId xmlns:a16="http://schemas.microsoft.com/office/drawing/2014/main" id="{492E8F04-C836-409A-B7D3-869049CAE70C}"/>
                </a:ext>
              </a:extLst>
            </p:cNvPr>
            <p:cNvSpPr txBox="1"/>
            <p:nvPr/>
          </p:nvSpPr>
          <p:spPr>
            <a:xfrm>
              <a:off x="7191449" y="2806080"/>
              <a:ext cx="631069" cy="523220"/>
            </a:xfrm>
            <a:prstGeom prst="rect">
              <a:avLst/>
            </a:prstGeom>
            <a:noFill/>
          </p:spPr>
          <p:txBody>
            <a:bodyPr wrap="square" rtlCol="0">
              <a:spAutoFit/>
            </a:bodyPr>
            <a:lstStyle/>
            <a:p>
              <a:r>
                <a:rPr lang="en-US" altLang="zh-TW" sz="2800" dirty="0"/>
                <a:t>y</a:t>
              </a:r>
              <a:r>
                <a:rPr lang="en-US" altLang="zh-TW" sz="2800" baseline="-25000" dirty="0"/>
                <a:t>1</a:t>
              </a:r>
              <a:endParaRPr lang="zh-TW" altLang="en-US" sz="2800" baseline="-25000" dirty="0"/>
            </a:p>
          </p:txBody>
        </p:sp>
        <p:sp>
          <p:nvSpPr>
            <p:cNvPr id="56" name="文字方塊 137">
              <a:extLst>
                <a:ext uri="{FF2B5EF4-FFF2-40B4-BE49-F238E27FC236}">
                  <a16:creationId xmlns:a16="http://schemas.microsoft.com/office/drawing/2014/main" id="{83020195-9FC1-4EB1-8514-71D7F0161C0A}"/>
                </a:ext>
              </a:extLst>
            </p:cNvPr>
            <p:cNvSpPr txBox="1"/>
            <p:nvPr/>
          </p:nvSpPr>
          <p:spPr>
            <a:xfrm>
              <a:off x="7180166" y="3604300"/>
              <a:ext cx="631069" cy="523220"/>
            </a:xfrm>
            <a:prstGeom prst="rect">
              <a:avLst/>
            </a:prstGeom>
            <a:noFill/>
          </p:spPr>
          <p:txBody>
            <a:bodyPr wrap="square" rtlCol="0">
              <a:spAutoFit/>
            </a:bodyPr>
            <a:lstStyle/>
            <a:p>
              <a:r>
                <a:rPr lang="en-US" altLang="zh-TW" sz="2800" dirty="0"/>
                <a:t>y</a:t>
              </a:r>
              <a:r>
                <a:rPr lang="en-US" altLang="zh-TW" sz="2800" baseline="-25000" dirty="0"/>
                <a:t>2</a:t>
              </a:r>
              <a:endParaRPr lang="zh-TW" altLang="en-US" sz="2800" baseline="-25000" dirty="0"/>
            </a:p>
          </p:txBody>
        </p:sp>
        <p:sp>
          <p:nvSpPr>
            <p:cNvPr id="57" name="文字方塊 138">
              <a:extLst>
                <a:ext uri="{FF2B5EF4-FFF2-40B4-BE49-F238E27FC236}">
                  <a16:creationId xmlns:a16="http://schemas.microsoft.com/office/drawing/2014/main" id="{E3D70DD2-C223-4FBD-8969-7AE3634B270F}"/>
                </a:ext>
              </a:extLst>
            </p:cNvPr>
            <p:cNvSpPr txBox="1"/>
            <p:nvPr/>
          </p:nvSpPr>
          <p:spPr>
            <a:xfrm>
              <a:off x="7180166" y="4870532"/>
              <a:ext cx="631069" cy="523220"/>
            </a:xfrm>
            <a:prstGeom prst="rect">
              <a:avLst/>
            </a:prstGeom>
            <a:noFill/>
          </p:spPr>
          <p:txBody>
            <a:bodyPr wrap="square" rtlCol="0">
              <a:spAutoFit/>
            </a:bodyPr>
            <a:lstStyle/>
            <a:p>
              <a:r>
                <a:rPr lang="en-US" altLang="zh-TW" sz="2800" dirty="0" err="1"/>
                <a:t>y</a:t>
              </a:r>
              <a:r>
                <a:rPr lang="en-US" altLang="zh-TW" sz="2800" baseline="-25000" dirty="0" err="1"/>
                <a:t>M</a:t>
              </a:r>
              <a:endParaRPr lang="zh-TW" altLang="en-US" sz="2800" baseline="-25000" dirty="0"/>
            </a:p>
          </p:txBody>
        </p:sp>
        <p:sp>
          <p:nvSpPr>
            <p:cNvPr id="58" name="矩形 69">
              <a:extLst>
                <a:ext uri="{FF2B5EF4-FFF2-40B4-BE49-F238E27FC236}">
                  <a16:creationId xmlns:a16="http://schemas.microsoft.com/office/drawing/2014/main" id="{D710C6CE-A825-4BCE-851D-5561A0E904A1}"/>
                </a:ext>
              </a:extLst>
            </p:cNvPr>
            <p:cNvSpPr/>
            <p:nvPr/>
          </p:nvSpPr>
          <p:spPr>
            <a:xfrm>
              <a:off x="2318544" y="3455592"/>
              <a:ext cx="807843" cy="832399"/>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W</a:t>
              </a:r>
              <a:r>
                <a:rPr lang="en-US" altLang="zh-TW" sz="2400" baseline="30000" dirty="0"/>
                <a:t>1</a:t>
              </a:r>
              <a:endParaRPr lang="zh-TW" altLang="en-US" sz="2400" baseline="30000" dirty="0"/>
            </a:p>
          </p:txBody>
        </p:sp>
        <p:sp>
          <p:nvSpPr>
            <p:cNvPr id="59" name="矩形 78">
              <a:extLst>
                <a:ext uri="{FF2B5EF4-FFF2-40B4-BE49-F238E27FC236}">
                  <a16:creationId xmlns:a16="http://schemas.microsoft.com/office/drawing/2014/main" id="{A78454D5-C5D0-4A88-A767-C1A445FBD7E7}"/>
                </a:ext>
              </a:extLst>
            </p:cNvPr>
            <p:cNvSpPr/>
            <p:nvPr/>
          </p:nvSpPr>
          <p:spPr>
            <a:xfrm>
              <a:off x="3706747" y="3463796"/>
              <a:ext cx="807843" cy="832399"/>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W</a:t>
              </a:r>
              <a:r>
                <a:rPr lang="en-US" altLang="zh-TW" sz="2400" baseline="30000" dirty="0"/>
                <a:t>2</a:t>
              </a:r>
              <a:endParaRPr lang="zh-TW" altLang="en-US" sz="2400" baseline="30000" dirty="0"/>
            </a:p>
          </p:txBody>
        </p:sp>
        <p:sp>
          <p:nvSpPr>
            <p:cNvPr id="60" name="矩形 79">
              <a:extLst>
                <a:ext uri="{FF2B5EF4-FFF2-40B4-BE49-F238E27FC236}">
                  <a16:creationId xmlns:a16="http://schemas.microsoft.com/office/drawing/2014/main" id="{05AD0506-8289-49D8-B5C0-5979D665706E}"/>
                </a:ext>
              </a:extLst>
            </p:cNvPr>
            <p:cNvSpPr/>
            <p:nvPr/>
          </p:nvSpPr>
          <p:spPr>
            <a:xfrm>
              <a:off x="5172752" y="3456897"/>
              <a:ext cx="807843" cy="832399"/>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W</a:t>
              </a:r>
              <a:r>
                <a:rPr lang="en-US" altLang="zh-TW" sz="2400" baseline="30000" dirty="0"/>
                <a:t>L</a:t>
              </a:r>
              <a:endParaRPr lang="zh-TW" altLang="en-US" sz="2400" baseline="30000" dirty="0"/>
            </a:p>
          </p:txBody>
        </p:sp>
        <p:sp>
          <p:nvSpPr>
            <p:cNvPr id="61" name="矩形 81">
              <a:extLst>
                <a:ext uri="{FF2B5EF4-FFF2-40B4-BE49-F238E27FC236}">
                  <a16:creationId xmlns:a16="http://schemas.microsoft.com/office/drawing/2014/main" id="{C26EE25A-3BF5-4A95-8A82-47D623F40B91}"/>
                </a:ext>
              </a:extLst>
            </p:cNvPr>
            <p:cNvSpPr/>
            <p:nvPr/>
          </p:nvSpPr>
          <p:spPr>
            <a:xfrm>
              <a:off x="4322227" y="3797191"/>
              <a:ext cx="450868" cy="85455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a:t>b</a:t>
              </a:r>
              <a:r>
                <a:rPr lang="en-US" altLang="zh-TW" sz="2400" baseline="30000" dirty="0"/>
                <a:t>2</a:t>
              </a:r>
              <a:endParaRPr lang="zh-TW" altLang="en-US" sz="2400" baseline="30000" dirty="0"/>
            </a:p>
          </p:txBody>
        </p:sp>
        <p:sp>
          <p:nvSpPr>
            <p:cNvPr id="62" name="矩形 82">
              <a:extLst>
                <a:ext uri="{FF2B5EF4-FFF2-40B4-BE49-F238E27FC236}">
                  <a16:creationId xmlns:a16="http://schemas.microsoft.com/office/drawing/2014/main" id="{93DEBE06-F498-4F07-B537-ACEAD27D0A4F}"/>
                </a:ext>
              </a:extLst>
            </p:cNvPr>
            <p:cNvSpPr/>
            <p:nvPr/>
          </p:nvSpPr>
          <p:spPr>
            <a:xfrm>
              <a:off x="5812126" y="3773684"/>
              <a:ext cx="450868" cy="85455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err="1"/>
                <a:t>b</a:t>
              </a:r>
              <a:r>
                <a:rPr lang="en-US" altLang="zh-TW" sz="2400" baseline="30000" dirty="0" err="1"/>
                <a:t>L</a:t>
              </a:r>
              <a:endParaRPr lang="zh-TW" altLang="en-US" sz="2400" baseline="30000" dirty="0"/>
            </a:p>
          </p:txBody>
        </p:sp>
        <p:sp>
          <p:nvSpPr>
            <p:cNvPr id="63" name="矩形 87">
              <a:extLst>
                <a:ext uri="{FF2B5EF4-FFF2-40B4-BE49-F238E27FC236}">
                  <a16:creationId xmlns:a16="http://schemas.microsoft.com/office/drawing/2014/main" id="{04B21DA1-45B9-4FBC-A3F9-FC3AB270C7EF}"/>
                </a:ext>
              </a:extLst>
            </p:cNvPr>
            <p:cNvSpPr/>
            <p:nvPr/>
          </p:nvSpPr>
          <p:spPr>
            <a:xfrm>
              <a:off x="2230673" y="4850838"/>
              <a:ext cx="441359" cy="87707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TW" sz="2400" dirty="0"/>
                <a:t>x</a:t>
              </a:r>
              <a:endParaRPr lang="zh-TW" altLang="en-US" sz="2400" dirty="0"/>
            </a:p>
          </p:txBody>
        </p:sp>
        <p:sp>
          <p:nvSpPr>
            <p:cNvPr id="64" name="矩形 88">
              <a:extLst>
                <a:ext uri="{FF2B5EF4-FFF2-40B4-BE49-F238E27FC236}">
                  <a16:creationId xmlns:a16="http://schemas.microsoft.com/office/drawing/2014/main" id="{18B2B8C1-5897-47AD-9706-69B8D08C21F3}"/>
                </a:ext>
              </a:extLst>
            </p:cNvPr>
            <p:cNvSpPr/>
            <p:nvPr/>
          </p:nvSpPr>
          <p:spPr>
            <a:xfrm>
              <a:off x="3540087" y="4850838"/>
              <a:ext cx="441359" cy="87707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TW" sz="2400" dirty="0"/>
                <a:t>a</a:t>
              </a:r>
              <a:r>
                <a:rPr lang="en-US" altLang="zh-TW" sz="2400" baseline="30000" dirty="0"/>
                <a:t>1</a:t>
              </a:r>
              <a:endParaRPr lang="zh-TW" altLang="en-US" sz="2400" baseline="30000" dirty="0"/>
            </a:p>
          </p:txBody>
        </p:sp>
        <p:sp>
          <p:nvSpPr>
            <p:cNvPr id="65" name="矩形 89">
              <a:extLst>
                <a:ext uri="{FF2B5EF4-FFF2-40B4-BE49-F238E27FC236}">
                  <a16:creationId xmlns:a16="http://schemas.microsoft.com/office/drawing/2014/main" id="{278751DA-B848-4160-8BC7-E2D4EB603739}"/>
                </a:ext>
              </a:extLst>
            </p:cNvPr>
            <p:cNvSpPr/>
            <p:nvPr/>
          </p:nvSpPr>
          <p:spPr>
            <a:xfrm>
              <a:off x="4875211" y="4864578"/>
              <a:ext cx="441359" cy="87707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TW" sz="2400" dirty="0"/>
                <a:t>a</a:t>
              </a:r>
              <a:r>
                <a:rPr lang="en-US" altLang="zh-TW" sz="2400" baseline="30000" dirty="0"/>
                <a:t>2</a:t>
              </a:r>
              <a:endParaRPr lang="zh-TW" altLang="en-US" sz="2400" baseline="30000" dirty="0"/>
            </a:p>
          </p:txBody>
        </p:sp>
        <p:sp>
          <p:nvSpPr>
            <p:cNvPr id="66" name="矩形 91">
              <a:extLst>
                <a:ext uri="{FF2B5EF4-FFF2-40B4-BE49-F238E27FC236}">
                  <a16:creationId xmlns:a16="http://schemas.microsoft.com/office/drawing/2014/main" id="{74E917B9-6CEF-4F8B-A62A-42DBF92CE55A}"/>
                </a:ext>
              </a:extLst>
            </p:cNvPr>
            <p:cNvSpPr/>
            <p:nvPr/>
          </p:nvSpPr>
          <p:spPr>
            <a:xfrm>
              <a:off x="6464825" y="4859521"/>
              <a:ext cx="441359" cy="87707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TW" sz="2400" dirty="0"/>
                <a:t>y</a:t>
              </a:r>
              <a:endParaRPr lang="zh-TW" altLang="en-US" sz="2400" baseline="30000" dirty="0"/>
            </a:p>
          </p:txBody>
        </p:sp>
        <p:sp>
          <p:nvSpPr>
            <p:cNvPr id="67" name="矩形 84">
              <a:extLst>
                <a:ext uri="{FF2B5EF4-FFF2-40B4-BE49-F238E27FC236}">
                  <a16:creationId xmlns:a16="http://schemas.microsoft.com/office/drawing/2014/main" id="{5AAC15AE-409A-4D89-8D4E-609D98812825}"/>
                </a:ext>
              </a:extLst>
            </p:cNvPr>
            <p:cNvSpPr/>
            <p:nvPr/>
          </p:nvSpPr>
          <p:spPr>
            <a:xfrm>
              <a:off x="21204" y="6258864"/>
              <a:ext cx="441359" cy="87707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TW" sz="2400" dirty="0"/>
                <a:t>y</a:t>
              </a:r>
              <a:endParaRPr lang="zh-TW" altLang="en-US" sz="2400" baseline="30000" dirty="0"/>
            </a:p>
          </p:txBody>
        </p:sp>
        <p:grpSp>
          <p:nvGrpSpPr>
            <p:cNvPr id="68" name="群組 5">
              <a:extLst>
                <a:ext uri="{FF2B5EF4-FFF2-40B4-BE49-F238E27FC236}">
                  <a16:creationId xmlns:a16="http://schemas.microsoft.com/office/drawing/2014/main" id="{35EBC679-B011-49F4-BA51-B552B1133CD2}"/>
                </a:ext>
              </a:extLst>
            </p:cNvPr>
            <p:cNvGrpSpPr/>
            <p:nvPr/>
          </p:nvGrpSpPr>
          <p:grpSpPr>
            <a:xfrm>
              <a:off x="522706" y="6248266"/>
              <a:ext cx="1356653" cy="877076"/>
              <a:chOff x="3047770" y="5664328"/>
              <a:chExt cx="1356653" cy="877076"/>
            </a:xfrm>
          </p:grpSpPr>
          <mc:AlternateContent xmlns:mc="http://schemas.openxmlformats.org/markup-compatibility/2006" xmlns:a14="http://schemas.microsoft.com/office/drawing/2010/main">
            <mc:Choice Requires="a14">
              <p:sp>
                <p:nvSpPr>
                  <p:cNvPr id="69" name="文字方塊 4">
                    <a:extLst>
                      <a:ext uri="{FF2B5EF4-FFF2-40B4-BE49-F238E27FC236}">
                        <a16:creationId xmlns:a16="http://schemas.microsoft.com/office/drawing/2014/main" id="{C71BF09B-CCB0-4A44-8A42-E09A78326E94}"/>
                      </a:ext>
                    </a:extLst>
                  </p:cNvPr>
                  <p:cNvSpPr txBox="1"/>
                  <p:nvPr/>
                </p:nvSpPr>
                <p:spPr>
                  <a:xfrm>
                    <a:off x="3047770" y="5918200"/>
                    <a:ext cx="135665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TW" sz="2400" b="0" i="1" smtClean="0">
                              <a:latin typeface="Cambria Math" panose="02040503050406030204" pitchFamily="18" charset="0"/>
                            </a:rPr>
                            <m:t>=</m:t>
                          </m:r>
                          <m:r>
                            <a:rPr lang="en-US" altLang="zh-TW" sz="2400" b="0" i="1" smtClean="0">
                              <a:latin typeface="Cambria Math" panose="02040503050406030204" pitchFamily="18" charset="0"/>
                            </a:rPr>
                            <m:t>𝑓</m:t>
                          </m:r>
                          <m:d>
                            <m:dPr>
                              <m:ctrlPr>
                                <a:rPr lang="en-US" altLang="zh-TW" sz="2400" b="0" i="1" smtClean="0">
                                  <a:latin typeface="Cambria Math" panose="02040503050406030204" pitchFamily="18" charset="0"/>
                                </a:rPr>
                              </m:ctrlPr>
                            </m:dPr>
                            <m:e>
                              <m:r>
                                <a:rPr lang="en-US" altLang="zh-TW" sz="2400" b="0" i="1" smtClean="0">
                                  <a:latin typeface="Cambria Math" panose="02040503050406030204" pitchFamily="18" charset="0"/>
                                </a:rPr>
                                <m:t>        </m:t>
                              </m:r>
                            </m:e>
                          </m:d>
                        </m:oMath>
                      </m:oMathPara>
                    </a14:m>
                    <a:endParaRPr lang="zh-TW" altLang="en-US" sz="2400" dirty="0"/>
                  </a:p>
                </p:txBody>
              </p:sp>
            </mc:Choice>
            <mc:Fallback xmlns="">
              <p:sp>
                <p:nvSpPr>
                  <p:cNvPr id="69" name="文字方塊 4"/>
                  <p:cNvSpPr txBox="1">
                    <a:spLocks noRot="1" noChangeAspect="1" noMove="1" noResize="1" noEditPoints="1" noAdjustHandles="1" noChangeArrowheads="1" noChangeShapeType="1" noTextEdit="1"/>
                  </p:cNvSpPr>
                  <p:nvPr/>
                </p:nvSpPr>
                <p:spPr>
                  <a:xfrm>
                    <a:off x="3047770" y="5918200"/>
                    <a:ext cx="1356653" cy="369332"/>
                  </a:xfrm>
                  <a:prstGeom prst="rect">
                    <a:avLst/>
                  </a:prstGeom>
                  <a:blipFill>
                    <a:blip r:embed="rId16"/>
                    <a:stretch>
                      <a:fillRect l="-1802" b="-35000"/>
                    </a:stretch>
                  </a:blipFill>
                </p:spPr>
                <p:txBody>
                  <a:bodyPr/>
                  <a:lstStyle/>
                  <a:p>
                    <a:r>
                      <a:rPr lang="en-US">
                        <a:noFill/>
                      </a:rPr>
                      <a:t> </a:t>
                    </a:r>
                  </a:p>
                </p:txBody>
              </p:sp>
            </mc:Fallback>
          </mc:AlternateContent>
          <p:sp>
            <p:nvSpPr>
              <p:cNvPr id="70" name="矩形 86">
                <a:extLst>
                  <a:ext uri="{FF2B5EF4-FFF2-40B4-BE49-F238E27FC236}">
                    <a16:creationId xmlns:a16="http://schemas.microsoft.com/office/drawing/2014/main" id="{11A9942A-CE61-45F9-9A63-86A43A75308E}"/>
                  </a:ext>
                </a:extLst>
              </p:cNvPr>
              <p:cNvSpPr/>
              <p:nvPr/>
            </p:nvSpPr>
            <p:spPr>
              <a:xfrm>
                <a:off x="3728529" y="5664328"/>
                <a:ext cx="441359" cy="87707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TW" sz="2400" dirty="0"/>
                  <a:t>x</a:t>
                </a:r>
                <a:endParaRPr lang="zh-TW" altLang="en-US" sz="2400" dirty="0"/>
              </a:p>
            </p:txBody>
          </p:sp>
        </p:grpSp>
        <p:sp>
          <p:nvSpPr>
            <p:cNvPr id="71" name="矩形 139">
              <a:extLst>
                <a:ext uri="{FF2B5EF4-FFF2-40B4-BE49-F238E27FC236}">
                  <a16:creationId xmlns:a16="http://schemas.microsoft.com/office/drawing/2014/main" id="{D1C7AAB5-B706-4F38-90E1-0962B71A9004}"/>
                </a:ext>
              </a:extLst>
            </p:cNvPr>
            <p:cNvSpPr/>
            <p:nvPr/>
          </p:nvSpPr>
          <p:spPr>
            <a:xfrm>
              <a:off x="7182900" y="6252997"/>
              <a:ext cx="450868" cy="85455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a:t>b</a:t>
              </a:r>
              <a:r>
                <a:rPr lang="en-US" altLang="zh-TW" sz="2400" baseline="30000" dirty="0"/>
                <a:t>1</a:t>
              </a:r>
              <a:endParaRPr lang="zh-TW" altLang="en-US" sz="2400" baseline="30000" dirty="0"/>
            </a:p>
          </p:txBody>
        </p:sp>
        <p:sp>
          <p:nvSpPr>
            <p:cNvPr id="72" name="矩形 140">
              <a:extLst>
                <a:ext uri="{FF2B5EF4-FFF2-40B4-BE49-F238E27FC236}">
                  <a16:creationId xmlns:a16="http://schemas.microsoft.com/office/drawing/2014/main" id="{E37E093F-DAE1-4A2D-BBA9-84F3EFACE82B}"/>
                </a:ext>
              </a:extLst>
            </p:cNvPr>
            <p:cNvSpPr/>
            <p:nvPr/>
          </p:nvSpPr>
          <p:spPr>
            <a:xfrm>
              <a:off x="5472447" y="6297263"/>
              <a:ext cx="807843" cy="832399"/>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W</a:t>
              </a:r>
              <a:r>
                <a:rPr lang="en-US" altLang="zh-TW" sz="2400" baseline="30000" dirty="0"/>
                <a:t>1</a:t>
              </a:r>
              <a:endParaRPr lang="zh-TW" altLang="en-US" sz="2400" baseline="30000" dirty="0"/>
            </a:p>
          </p:txBody>
        </p:sp>
        <p:sp>
          <p:nvSpPr>
            <p:cNvPr id="73" name="矩形 141">
              <a:extLst>
                <a:ext uri="{FF2B5EF4-FFF2-40B4-BE49-F238E27FC236}">
                  <a16:creationId xmlns:a16="http://schemas.microsoft.com/office/drawing/2014/main" id="{629AD180-0A80-428B-82EC-7299AE8D9BEB}"/>
                </a:ext>
              </a:extLst>
            </p:cNvPr>
            <p:cNvSpPr/>
            <p:nvPr/>
          </p:nvSpPr>
          <p:spPr>
            <a:xfrm>
              <a:off x="6351860" y="6273207"/>
              <a:ext cx="441359" cy="877076"/>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TW" sz="2400" dirty="0"/>
                <a:t>x</a:t>
              </a:r>
              <a:endParaRPr lang="zh-TW" altLang="en-US" sz="2400" dirty="0"/>
            </a:p>
          </p:txBody>
        </p:sp>
        <p:sp>
          <p:nvSpPr>
            <p:cNvPr id="74" name="文字方塊 145">
              <a:extLst>
                <a:ext uri="{FF2B5EF4-FFF2-40B4-BE49-F238E27FC236}">
                  <a16:creationId xmlns:a16="http://schemas.microsoft.com/office/drawing/2014/main" id="{C2ADF2F4-5353-4BC6-B236-C715F91047B4}"/>
                </a:ext>
              </a:extLst>
            </p:cNvPr>
            <p:cNvSpPr txBox="1"/>
            <p:nvPr/>
          </p:nvSpPr>
          <p:spPr>
            <a:xfrm>
              <a:off x="6803843" y="6502138"/>
              <a:ext cx="360621" cy="461665"/>
            </a:xfrm>
            <a:prstGeom prst="rect">
              <a:avLst/>
            </a:prstGeom>
            <a:noFill/>
          </p:spPr>
          <p:txBody>
            <a:bodyPr wrap="square" rtlCol="0">
              <a:spAutoFit/>
            </a:bodyPr>
            <a:lstStyle/>
            <a:p>
              <a:pPr algn="ctr"/>
              <a:r>
                <a:rPr lang="en-US" altLang="zh-TW" sz="2400" dirty="0"/>
                <a:t>+</a:t>
              </a:r>
              <a:endParaRPr lang="zh-TW" altLang="en-US" sz="2400" dirty="0"/>
            </a:p>
          </p:txBody>
        </p:sp>
        <mc:AlternateContent xmlns:mc="http://schemas.openxmlformats.org/markup-compatibility/2006" xmlns:a14="http://schemas.microsoft.com/office/drawing/2010/main">
          <mc:Choice Requires="a14">
            <p:sp>
              <p:nvSpPr>
                <p:cNvPr id="75" name="文字方塊 146">
                  <a:extLst>
                    <a:ext uri="{FF2B5EF4-FFF2-40B4-BE49-F238E27FC236}">
                      <a16:creationId xmlns:a16="http://schemas.microsoft.com/office/drawing/2014/main" id="{0BE345D1-0817-4117-95A3-C9F3D51B0481}"/>
                    </a:ext>
                  </a:extLst>
                </p:cNvPr>
                <p:cNvSpPr txBox="1"/>
                <p:nvPr/>
              </p:nvSpPr>
              <p:spPr>
                <a:xfrm>
                  <a:off x="5070577" y="6550151"/>
                  <a:ext cx="2867836"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TW" altLang="en-US" sz="2400" i="1" smtClean="0">
                            <a:latin typeface="Cambria Math" panose="02040503050406030204" pitchFamily="18" charset="0"/>
                          </a:rPr>
                          <m:t>𝜎</m:t>
                        </m:r>
                        <m:d>
                          <m:dPr>
                            <m:ctrlPr>
                              <a:rPr lang="en-US" altLang="zh-TW" sz="2400" i="1" smtClean="0">
                                <a:latin typeface="Cambria Math" panose="02040503050406030204" pitchFamily="18" charset="0"/>
                              </a:rPr>
                            </m:ctrlPr>
                          </m:dPr>
                          <m:e>
                            <m:r>
                              <a:rPr lang="en-US" altLang="zh-TW" sz="2400" b="0" i="1" smtClean="0">
                                <a:latin typeface="Cambria Math" panose="02040503050406030204" pitchFamily="18" charset="0"/>
                              </a:rPr>
                              <m:t>                                  </m:t>
                            </m:r>
                          </m:e>
                        </m:d>
                      </m:oMath>
                    </m:oMathPara>
                  </a14:m>
                  <a:endParaRPr lang="zh-TW" altLang="en-US" sz="2400" dirty="0"/>
                </a:p>
              </p:txBody>
            </p:sp>
          </mc:Choice>
          <mc:Fallback xmlns="">
            <p:sp>
              <p:nvSpPr>
                <p:cNvPr id="75" name="文字方塊 146">
                  <a:extLst>
                    <a:ext uri="{FF2B5EF4-FFF2-40B4-BE49-F238E27FC236}">
                      <a16:creationId xmlns:a16="http://schemas.microsoft.com/office/drawing/2014/main" id="{0BE345D1-0817-4117-95A3-C9F3D51B0481}"/>
                    </a:ext>
                  </a:extLst>
                </p:cNvPr>
                <p:cNvSpPr txBox="1">
                  <a:spLocks noRot="1" noChangeAspect="1" noMove="1" noResize="1" noEditPoints="1" noAdjustHandles="1" noChangeArrowheads="1" noChangeShapeType="1" noTextEdit="1"/>
                </p:cNvSpPr>
                <p:nvPr/>
              </p:nvSpPr>
              <p:spPr>
                <a:xfrm>
                  <a:off x="5070577" y="6550151"/>
                  <a:ext cx="2867836" cy="369332"/>
                </a:xfrm>
                <a:prstGeom prst="rect">
                  <a:avLst/>
                </a:prstGeom>
                <a:blipFill>
                  <a:blip r:embed="rId17"/>
                  <a:stretch>
                    <a:fillRect/>
                  </a:stretch>
                </a:blipFill>
              </p:spPr>
              <p:txBody>
                <a:bodyPr/>
                <a:lstStyle/>
                <a:p>
                  <a:r>
                    <a:rPr lang="en-IN">
                      <a:noFill/>
                    </a:rPr>
                    <a:t> </a:t>
                  </a:r>
                </a:p>
              </p:txBody>
            </p:sp>
          </mc:Fallback>
        </mc:AlternateContent>
        <p:sp>
          <p:nvSpPr>
            <p:cNvPr id="76" name="矩形 148">
              <a:extLst>
                <a:ext uri="{FF2B5EF4-FFF2-40B4-BE49-F238E27FC236}">
                  <a16:creationId xmlns:a16="http://schemas.microsoft.com/office/drawing/2014/main" id="{03432194-C6B9-4198-8DD9-FB20E8BB76EC}"/>
                </a:ext>
              </a:extLst>
            </p:cNvPr>
            <p:cNvSpPr/>
            <p:nvPr/>
          </p:nvSpPr>
          <p:spPr>
            <a:xfrm>
              <a:off x="8152135" y="6276128"/>
              <a:ext cx="450868" cy="85455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a:t>b</a:t>
              </a:r>
              <a:r>
                <a:rPr lang="en-US" altLang="zh-TW" sz="2400" baseline="30000" dirty="0"/>
                <a:t>2</a:t>
              </a:r>
              <a:endParaRPr lang="zh-TW" altLang="en-US" sz="2400" baseline="30000" dirty="0"/>
            </a:p>
          </p:txBody>
        </p:sp>
        <p:sp>
          <p:nvSpPr>
            <p:cNvPr id="77" name="矩形 149">
              <a:extLst>
                <a:ext uri="{FF2B5EF4-FFF2-40B4-BE49-F238E27FC236}">
                  <a16:creationId xmlns:a16="http://schemas.microsoft.com/office/drawing/2014/main" id="{C6CE11CB-C658-4151-B82A-8ABFE525DD9F}"/>
                </a:ext>
              </a:extLst>
            </p:cNvPr>
            <p:cNvSpPr/>
            <p:nvPr/>
          </p:nvSpPr>
          <p:spPr>
            <a:xfrm>
              <a:off x="4237112" y="6275150"/>
              <a:ext cx="807843" cy="832399"/>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W</a:t>
              </a:r>
              <a:r>
                <a:rPr lang="en-US" altLang="zh-TW" sz="2400" baseline="30000" dirty="0"/>
                <a:t>2</a:t>
              </a:r>
              <a:endParaRPr lang="zh-TW" altLang="en-US" sz="2400" baseline="30000" dirty="0"/>
            </a:p>
          </p:txBody>
        </p:sp>
        <p:sp>
          <p:nvSpPr>
            <p:cNvPr id="78" name="文字方塊 151">
              <a:extLst>
                <a:ext uri="{FF2B5EF4-FFF2-40B4-BE49-F238E27FC236}">
                  <a16:creationId xmlns:a16="http://schemas.microsoft.com/office/drawing/2014/main" id="{1E33ED0B-ADC4-49BB-80D3-ACF126CE0A52}"/>
                </a:ext>
              </a:extLst>
            </p:cNvPr>
            <p:cNvSpPr txBox="1"/>
            <p:nvPr/>
          </p:nvSpPr>
          <p:spPr>
            <a:xfrm>
              <a:off x="7839605" y="6517630"/>
              <a:ext cx="377804" cy="461665"/>
            </a:xfrm>
            <a:prstGeom prst="rect">
              <a:avLst/>
            </a:prstGeom>
            <a:noFill/>
          </p:spPr>
          <p:txBody>
            <a:bodyPr wrap="square" rtlCol="0">
              <a:spAutoFit/>
            </a:bodyPr>
            <a:lstStyle/>
            <a:p>
              <a:pPr algn="ctr"/>
              <a:r>
                <a:rPr lang="en-US" altLang="zh-TW" sz="2400" dirty="0"/>
                <a:t>+</a:t>
              </a:r>
              <a:endParaRPr lang="zh-TW" altLang="en-US" sz="2400" dirty="0"/>
            </a:p>
          </p:txBody>
        </p:sp>
        <p:sp>
          <p:nvSpPr>
            <p:cNvPr id="79" name="矩形 154">
              <a:extLst>
                <a:ext uri="{FF2B5EF4-FFF2-40B4-BE49-F238E27FC236}">
                  <a16:creationId xmlns:a16="http://schemas.microsoft.com/office/drawing/2014/main" id="{AF491284-C18B-400F-8F30-0FB77C55026B}"/>
                </a:ext>
              </a:extLst>
            </p:cNvPr>
            <p:cNvSpPr/>
            <p:nvPr/>
          </p:nvSpPr>
          <p:spPr>
            <a:xfrm>
              <a:off x="9401271" y="6262464"/>
              <a:ext cx="450868" cy="85455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err="1"/>
                <a:t>b</a:t>
              </a:r>
              <a:r>
                <a:rPr lang="en-US" altLang="zh-TW" sz="2400" baseline="30000" dirty="0" err="1"/>
                <a:t>L</a:t>
              </a:r>
              <a:endParaRPr lang="zh-TW" altLang="en-US" sz="2400" baseline="30000" dirty="0"/>
            </a:p>
          </p:txBody>
        </p:sp>
        <p:sp>
          <p:nvSpPr>
            <p:cNvPr id="80" name="矩形 155">
              <a:extLst>
                <a:ext uri="{FF2B5EF4-FFF2-40B4-BE49-F238E27FC236}">
                  <a16:creationId xmlns:a16="http://schemas.microsoft.com/office/drawing/2014/main" id="{ADC48D3E-010B-4FEC-95CC-372D118042E3}"/>
                </a:ext>
              </a:extLst>
            </p:cNvPr>
            <p:cNvSpPr/>
            <p:nvPr/>
          </p:nvSpPr>
          <p:spPr>
            <a:xfrm>
              <a:off x="2493165" y="6267916"/>
              <a:ext cx="807843" cy="832399"/>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altLang="zh-TW" sz="2400" dirty="0"/>
                <a:t>W</a:t>
              </a:r>
              <a:r>
                <a:rPr lang="en-US" altLang="zh-TW" sz="2400" baseline="30000" dirty="0"/>
                <a:t>L</a:t>
              </a:r>
              <a:endParaRPr lang="zh-TW" altLang="en-US" sz="2400" baseline="30000" dirty="0"/>
            </a:p>
          </p:txBody>
        </p:sp>
        <p:sp>
          <p:nvSpPr>
            <p:cNvPr id="81" name="文字方塊 157">
              <a:extLst>
                <a:ext uri="{FF2B5EF4-FFF2-40B4-BE49-F238E27FC236}">
                  <a16:creationId xmlns:a16="http://schemas.microsoft.com/office/drawing/2014/main" id="{17992BF7-E587-4ABE-87B1-DE8401BF7BCD}"/>
                </a:ext>
              </a:extLst>
            </p:cNvPr>
            <p:cNvSpPr txBox="1"/>
            <p:nvPr/>
          </p:nvSpPr>
          <p:spPr>
            <a:xfrm>
              <a:off x="9090716" y="6496721"/>
              <a:ext cx="360621" cy="461665"/>
            </a:xfrm>
            <a:prstGeom prst="rect">
              <a:avLst/>
            </a:prstGeom>
            <a:noFill/>
          </p:spPr>
          <p:txBody>
            <a:bodyPr wrap="square" rtlCol="0">
              <a:spAutoFit/>
            </a:bodyPr>
            <a:lstStyle/>
            <a:p>
              <a:pPr algn="ctr"/>
              <a:r>
                <a:rPr lang="en-US" altLang="zh-TW" sz="2400" dirty="0"/>
                <a:t>+</a:t>
              </a:r>
              <a:endParaRPr lang="zh-TW" altLang="en-US" sz="2400" dirty="0"/>
            </a:p>
          </p:txBody>
        </p:sp>
        <p:sp>
          <p:nvSpPr>
            <p:cNvPr id="82" name="文字方塊 7">
              <a:extLst>
                <a:ext uri="{FF2B5EF4-FFF2-40B4-BE49-F238E27FC236}">
                  <a16:creationId xmlns:a16="http://schemas.microsoft.com/office/drawing/2014/main" id="{FD6BB30D-9998-48A7-BDA6-D0DCA2A9DD25}"/>
                </a:ext>
              </a:extLst>
            </p:cNvPr>
            <p:cNvSpPr txBox="1"/>
            <p:nvPr/>
          </p:nvSpPr>
          <p:spPr>
            <a:xfrm>
              <a:off x="3237816" y="6399376"/>
              <a:ext cx="719116" cy="523220"/>
            </a:xfrm>
            <a:prstGeom prst="rect">
              <a:avLst/>
            </a:prstGeom>
            <a:noFill/>
          </p:spPr>
          <p:txBody>
            <a:bodyPr wrap="square" rtlCol="0">
              <a:spAutoFit/>
            </a:bodyPr>
            <a:lstStyle/>
            <a:p>
              <a:pPr algn="ctr"/>
              <a:r>
                <a:rPr lang="en-US" altLang="zh-TW" sz="2800" dirty="0"/>
                <a:t>…</a:t>
              </a:r>
              <a:endParaRPr lang="zh-TW" altLang="en-US" sz="2800" dirty="0"/>
            </a:p>
          </p:txBody>
        </p:sp>
        <p:sp>
          <p:nvSpPr>
            <p:cNvPr id="83" name="矩形 173">
              <a:extLst>
                <a:ext uri="{FF2B5EF4-FFF2-40B4-BE49-F238E27FC236}">
                  <a16:creationId xmlns:a16="http://schemas.microsoft.com/office/drawing/2014/main" id="{D857095B-4140-4FA3-A328-98F6C077B271}"/>
                </a:ext>
              </a:extLst>
            </p:cNvPr>
            <p:cNvSpPr/>
            <p:nvPr/>
          </p:nvSpPr>
          <p:spPr>
            <a:xfrm>
              <a:off x="2922148" y="3801496"/>
              <a:ext cx="450868" cy="85455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altLang="zh-TW" sz="2400" dirty="0"/>
                <a:t>b</a:t>
              </a:r>
              <a:r>
                <a:rPr lang="en-US" altLang="zh-TW" sz="2400" baseline="30000" dirty="0"/>
                <a:t>1</a:t>
              </a:r>
              <a:endParaRPr lang="zh-TW" altLang="en-US" sz="2400" baseline="30000" dirty="0"/>
            </a:p>
          </p:txBody>
        </p:sp>
        <p:sp>
          <p:nvSpPr>
            <p:cNvPr id="84" name="文字方塊 174">
              <a:extLst>
                <a:ext uri="{FF2B5EF4-FFF2-40B4-BE49-F238E27FC236}">
                  <a16:creationId xmlns:a16="http://schemas.microsoft.com/office/drawing/2014/main" id="{8C6C2563-3519-4DA8-8422-19AA0F52FFA1}"/>
                </a:ext>
              </a:extLst>
            </p:cNvPr>
            <p:cNvSpPr txBox="1"/>
            <p:nvPr/>
          </p:nvSpPr>
          <p:spPr>
            <a:xfrm>
              <a:off x="8609220" y="6389377"/>
              <a:ext cx="719116" cy="523220"/>
            </a:xfrm>
            <a:prstGeom prst="rect">
              <a:avLst/>
            </a:prstGeom>
            <a:noFill/>
          </p:spPr>
          <p:txBody>
            <a:bodyPr wrap="square" rtlCol="0">
              <a:spAutoFit/>
            </a:bodyPr>
            <a:lstStyle/>
            <a:p>
              <a:pPr algn="ctr"/>
              <a:r>
                <a:rPr lang="en-US" altLang="zh-TW" sz="2800" dirty="0"/>
                <a:t>…</a:t>
              </a:r>
              <a:endParaRPr lang="zh-TW" altLang="en-US" sz="2800" dirty="0"/>
            </a:p>
          </p:txBody>
        </p:sp>
      </p:grpSp>
    </p:spTree>
    <p:extLst>
      <p:ext uri="{BB962C8B-B14F-4D97-AF65-F5344CB8AC3E}">
        <p14:creationId xmlns:p14="http://schemas.microsoft.com/office/powerpoint/2010/main" val="37694471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FA5F4-8A72-4CF1-AC21-04FA058DFB46}"/>
              </a:ext>
            </a:extLst>
          </p:cNvPr>
          <p:cNvSpPr>
            <a:spLocks noGrp="1"/>
          </p:cNvSpPr>
          <p:nvPr>
            <p:ph type="title"/>
          </p:nvPr>
        </p:nvSpPr>
        <p:spPr/>
        <p:txBody>
          <a:bodyPr/>
          <a:lstStyle/>
          <a:p>
            <a:r>
              <a:rPr lang="en-IN" dirty="0" err="1"/>
              <a:t>Softmax</a:t>
            </a:r>
            <a:r>
              <a:rPr lang="en-IN" dirty="0"/>
              <a:t> Layer</a:t>
            </a:r>
          </a:p>
        </p:txBody>
      </p:sp>
      <p:grpSp>
        <p:nvGrpSpPr>
          <p:cNvPr id="31" name="Group 30">
            <a:extLst>
              <a:ext uri="{FF2B5EF4-FFF2-40B4-BE49-F238E27FC236}">
                <a16:creationId xmlns:a16="http://schemas.microsoft.com/office/drawing/2014/main" id="{D2EF8A16-07EC-438B-9158-DA472FC95BD5}"/>
              </a:ext>
            </a:extLst>
          </p:cNvPr>
          <p:cNvGrpSpPr/>
          <p:nvPr/>
        </p:nvGrpSpPr>
        <p:grpSpPr>
          <a:xfrm>
            <a:off x="6154962" y="3099464"/>
            <a:ext cx="5725936" cy="3006072"/>
            <a:chOff x="2494383" y="3231986"/>
            <a:chExt cx="5725936" cy="3006072"/>
          </a:xfrm>
        </p:grpSpPr>
        <p:sp>
          <p:nvSpPr>
            <p:cNvPr id="6" name="文字方塊 3">
              <a:extLst>
                <a:ext uri="{FF2B5EF4-FFF2-40B4-BE49-F238E27FC236}">
                  <a16:creationId xmlns:a16="http://schemas.microsoft.com/office/drawing/2014/main" id="{BF01D602-7055-49AE-85FD-A4E1959E5159}"/>
                </a:ext>
              </a:extLst>
            </p:cNvPr>
            <p:cNvSpPr txBox="1"/>
            <p:nvPr/>
          </p:nvSpPr>
          <p:spPr>
            <a:xfrm>
              <a:off x="2494383" y="3231986"/>
              <a:ext cx="5725936" cy="461665"/>
            </a:xfrm>
            <a:prstGeom prst="rect">
              <a:avLst/>
            </a:prstGeom>
            <a:noFill/>
          </p:spPr>
          <p:txBody>
            <a:bodyPr wrap="square" rtlCol="0">
              <a:spAutoFit/>
            </a:bodyPr>
            <a:lstStyle/>
            <a:p>
              <a:pPr algn="ctr"/>
              <a:r>
                <a:rPr lang="en-US" altLang="zh-TW" sz="2400" b="1" i="1" u="sng" dirty="0"/>
                <a:t>A Layer with Sigmoid Activations</a:t>
              </a:r>
              <a:endParaRPr lang="zh-TW" altLang="en-US" sz="2400" b="1" i="1" u="sng" dirty="0"/>
            </a:p>
          </p:txBody>
        </p:sp>
        <p:cxnSp>
          <p:nvCxnSpPr>
            <p:cNvPr id="7" name="直線單箭頭接點 43">
              <a:extLst>
                <a:ext uri="{FF2B5EF4-FFF2-40B4-BE49-F238E27FC236}">
                  <a16:creationId xmlns:a16="http://schemas.microsoft.com/office/drawing/2014/main" id="{4BDAB984-99CB-4AE3-A2E7-FDDF4D09F754}"/>
                </a:ext>
              </a:extLst>
            </p:cNvPr>
            <p:cNvCxnSpPr/>
            <p:nvPr/>
          </p:nvCxnSpPr>
          <p:spPr>
            <a:xfrm flipV="1">
              <a:off x="5011281" y="5047916"/>
              <a:ext cx="1219201" cy="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線單箭頭接點 44">
              <a:extLst>
                <a:ext uri="{FF2B5EF4-FFF2-40B4-BE49-F238E27FC236}">
                  <a16:creationId xmlns:a16="http://schemas.microsoft.com/office/drawing/2014/main" id="{83F949D4-619C-4FB1-AB2F-6652D8968C87}"/>
                </a:ext>
              </a:extLst>
            </p:cNvPr>
            <p:cNvCxnSpPr/>
            <p:nvPr/>
          </p:nvCxnSpPr>
          <p:spPr>
            <a:xfrm>
              <a:off x="5011281" y="5933842"/>
              <a:ext cx="1219201"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線單箭頭接點 45">
              <a:extLst>
                <a:ext uri="{FF2B5EF4-FFF2-40B4-BE49-F238E27FC236}">
                  <a16:creationId xmlns:a16="http://schemas.microsoft.com/office/drawing/2014/main" id="{B6C224DF-C9DB-415F-B31B-118B7314B2D6}"/>
                </a:ext>
              </a:extLst>
            </p:cNvPr>
            <p:cNvCxnSpPr/>
            <p:nvPr/>
          </p:nvCxnSpPr>
          <p:spPr>
            <a:xfrm>
              <a:off x="5011281" y="4159937"/>
              <a:ext cx="1219201"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0" name="Object 12">
              <a:extLst>
                <a:ext uri="{FF2B5EF4-FFF2-40B4-BE49-F238E27FC236}">
                  <a16:creationId xmlns:a16="http://schemas.microsoft.com/office/drawing/2014/main" id="{4F35965F-45E8-4550-A617-E775B84BC867}"/>
                </a:ext>
              </a:extLst>
            </p:cNvPr>
            <p:cNvGraphicFramePr>
              <a:graphicFrameLocks noChangeAspect="1"/>
            </p:cNvGraphicFramePr>
            <p:nvPr>
              <p:extLst>
                <p:ext uri="{D42A27DB-BD31-4B8C-83A1-F6EECF244321}">
                  <p14:modId xmlns:p14="http://schemas.microsoft.com/office/powerpoint/2010/main" val="4293466670"/>
                </p:ext>
              </p:extLst>
            </p:nvPr>
          </p:nvGraphicFramePr>
          <p:xfrm>
            <a:off x="6330154" y="3859959"/>
            <a:ext cx="1382713" cy="487363"/>
          </p:xfrm>
          <a:graphic>
            <a:graphicData uri="http://schemas.openxmlformats.org/presentationml/2006/ole">
              <mc:AlternateContent xmlns:mc="http://schemas.openxmlformats.org/markup-compatibility/2006">
                <mc:Choice xmlns:v="urn:schemas-microsoft-com:vml" Requires="v">
                  <p:oleObj spid="_x0000_s9218" name="方程式" r:id="rId3" imgW="647640" imgH="228600" progId="Equation.3">
                    <p:embed/>
                  </p:oleObj>
                </mc:Choice>
                <mc:Fallback>
                  <p:oleObj name="方程式" r:id="rId3" imgW="647640" imgH="228600" progId="Equation.3">
                    <p:embed/>
                    <p:pic>
                      <p:nvPicPr>
                        <p:cNvPr id="10" name="Object 12">
                          <a:extLst>
                            <a:ext uri="{FF2B5EF4-FFF2-40B4-BE49-F238E27FC236}">
                              <a16:creationId xmlns:a16="http://schemas.microsoft.com/office/drawing/2014/main" id="{4F35965F-45E8-4550-A617-E775B84BC867}"/>
                            </a:ext>
                          </a:extLst>
                        </p:cNvPr>
                        <p:cNvPicPr>
                          <a:picLocks noChangeAspect="1" noChangeArrowheads="1"/>
                        </p:cNvPicPr>
                        <p:nvPr/>
                      </p:nvPicPr>
                      <p:blipFill>
                        <a:blip r:embed="rId4"/>
                        <a:srcRect/>
                        <a:stretch>
                          <a:fillRect/>
                        </a:stretch>
                      </p:blipFill>
                      <p:spPr bwMode="auto">
                        <a:xfrm>
                          <a:off x="6330154" y="3859959"/>
                          <a:ext cx="1382713" cy="487363"/>
                        </a:xfrm>
                        <a:prstGeom prst="rect">
                          <a:avLst/>
                        </a:prstGeom>
                        <a:noFill/>
                      </p:spPr>
                    </p:pic>
                  </p:oleObj>
                </mc:Fallback>
              </mc:AlternateContent>
            </a:graphicData>
          </a:graphic>
        </p:graphicFrame>
        <p:graphicFrame>
          <p:nvGraphicFramePr>
            <p:cNvPr id="11" name="Object 12">
              <a:extLst>
                <a:ext uri="{FF2B5EF4-FFF2-40B4-BE49-F238E27FC236}">
                  <a16:creationId xmlns:a16="http://schemas.microsoft.com/office/drawing/2014/main" id="{683CF4DC-F841-41E1-9646-31C5D6B0BBA1}"/>
                </a:ext>
              </a:extLst>
            </p:cNvPr>
            <p:cNvGraphicFramePr>
              <a:graphicFrameLocks noChangeAspect="1"/>
            </p:cNvGraphicFramePr>
            <p:nvPr>
              <p:extLst>
                <p:ext uri="{D42A27DB-BD31-4B8C-83A1-F6EECF244321}">
                  <p14:modId xmlns:p14="http://schemas.microsoft.com/office/powerpoint/2010/main" val="822137853"/>
                </p:ext>
              </p:extLst>
            </p:nvPr>
          </p:nvGraphicFramePr>
          <p:xfrm>
            <a:off x="6314279" y="4796584"/>
            <a:ext cx="1436688" cy="487363"/>
          </p:xfrm>
          <a:graphic>
            <a:graphicData uri="http://schemas.openxmlformats.org/presentationml/2006/ole">
              <mc:AlternateContent xmlns:mc="http://schemas.openxmlformats.org/markup-compatibility/2006">
                <mc:Choice xmlns:v="urn:schemas-microsoft-com:vml" Requires="v">
                  <p:oleObj spid="_x0000_s9219" name="方程式" r:id="rId5" imgW="672840" imgH="228600" progId="Equation.3">
                    <p:embed/>
                  </p:oleObj>
                </mc:Choice>
                <mc:Fallback>
                  <p:oleObj name="方程式" r:id="rId5" imgW="672840" imgH="228600" progId="Equation.3">
                    <p:embed/>
                    <p:pic>
                      <p:nvPicPr>
                        <p:cNvPr id="11" name="Object 12">
                          <a:extLst>
                            <a:ext uri="{FF2B5EF4-FFF2-40B4-BE49-F238E27FC236}">
                              <a16:creationId xmlns:a16="http://schemas.microsoft.com/office/drawing/2014/main" id="{683CF4DC-F841-41E1-9646-31C5D6B0BBA1}"/>
                            </a:ext>
                          </a:extLst>
                        </p:cNvPr>
                        <p:cNvPicPr>
                          <a:picLocks noChangeAspect="1" noChangeArrowheads="1"/>
                        </p:cNvPicPr>
                        <p:nvPr/>
                      </p:nvPicPr>
                      <p:blipFill>
                        <a:blip r:embed="rId6"/>
                        <a:srcRect/>
                        <a:stretch>
                          <a:fillRect/>
                        </a:stretch>
                      </p:blipFill>
                      <p:spPr bwMode="auto">
                        <a:xfrm>
                          <a:off x="6314279" y="4796584"/>
                          <a:ext cx="1436688" cy="487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Object 12">
              <a:extLst>
                <a:ext uri="{FF2B5EF4-FFF2-40B4-BE49-F238E27FC236}">
                  <a16:creationId xmlns:a16="http://schemas.microsoft.com/office/drawing/2014/main" id="{18C742A4-8E3F-4F04-B841-977D1384FAB8}"/>
                </a:ext>
              </a:extLst>
            </p:cNvPr>
            <p:cNvGraphicFramePr>
              <a:graphicFrameLocks noChangeAspect="1"/>
            </p:cNvGraphicFramePr>
            <p:nvPr>
              <p:extLst>
                <p:ext uri="{D42A27DB-BD31-4B8C-83A1-F6EECF244321}">
                  <p14:modId xmlns:p14="http://schemas.microsoft.com/office/powerpoint/2010/main" val="505538024"/>
                </p:ext>
              </p:extLst>
            </p:nvPr>
          </p:nvGraphicFramePr>
          <p:xfrm>
            <a:off x="6328567" y="5663359"/>
            <a:ext cx="1409700" cy="514350"/>
          </p:xfrm>
          <a:graphic>
            <a:graphicData uri="http://schemas.openxmlformats.org/presentationml/2006/ole">
              <mc:AlternateContent xmlns:mc="http://schemas.openxmlformats.org/markup-compatibility/2006">
                <mc:Choice xmlns:v="urn:schemas-microsoft-com:vml" Requires="v">
                  <p:oleObj spid="_x0000_s9220" name="方程式" r:id="rId7" imgW="660240" imgH="241200" progId="Equation.3">
                    <p:embed/>
                  </p:oleObj>
                </mc:Choice>
                <mc:Fallback>
                  <p:oleObj name="方程式" r:id="rId7" imgW="660240" imgH="241200" progId="Equation.3">
                    <p:embed/>
                    <p:pic>
                      <p:nvPicPr>
                        <p:cNvPr id="12" name="Object 12">
                          <a:extLst>
                            <a:ext uri="{FF2B5EF4-FFF2-40B4-BE49-F238E27FC236}">
                              <a16:creationId xmlns:a16="http://schemas.microsoft.com/office/drawing/2014/main" id="{18C742A4-8E3F-4F04-B841-977D1384FAB8}"/>
                            </a:ext>
                          </a:extLst>
                        </p:cNvPr>
                        <p:cNvPicPr>
                          <a:picLocks noChangeAspect="1" noChangeArrowheads="1"/>
                        </p:cNvPicPr>
                        <p:nvPr/>
                      </p:nvPicPr>
                      <p:blipFill>
                        <a:blip r:embed="rId8"/>
                        <a:srcRect/>
                        <a:stretch>
                          <a:fillRect/>
                        </a:stretch>
                      </p:blipFill>
                      <p:spPr bwMode="auto">
                        <a:xfrm>
                          <a:off x="6328567" y="5663359"/>
                          <a:ext cx="1409700" cy="514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13" name="直線單箭頭接點 49">
              <a:extLst>
                <a:ext uri="{FF2B5EF4-FFF2-40B4-BE49-F238E27FC236}">
                  <a16:creationId xmlns:a16="http://schemas.microsoft.com/office/drawing/2014/main" id="{CCDB40A5-344C-4C05-8617-B5BC621AE6A7}"/>
                </a:ext>
              </a:extLst>
            </p:cNvPr>
            <p:cNvCxnSpPr/>
            <p:nvPr/>
          </p:nvCxnSpPr>
          <p:spPr>
            <a:xfrm>
              <a:off x="3786764" y="5054589"/>
              <a:ext cx="630000"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單箭頭接點 50">
              <a:extLst>
                <a:ext uri="{FF2B5EF4-FFF2-40B4-BE49-F238E27FC236}">
                  <a16:creationId xmlns:a16="http://schemas.microsoft.com/office/drawing/2014/main" id="{5C927067-0BC9-44F9-82CE-0F267A9489F9}"/>
                </a:ext>
              </a:extLst>
            </p:cNvPr>
            <p:cNvCxnSpPr/>
            <p:nvPr/>
          </p:nvCxnSpPr>
          <p:spPr>
            <a:xfrm>
              <a:off x="3786764" y="5940515"/>
              <a:ext cx="630000"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線單箭頭接點 51">
              <a:extLst>
                <a:ext uri="{FF2B5EF4-FFF2-40B4-BE49-F238E27FC236}">
                  <a16:creationId xmlns:a16="http://schemas.microsoft.com/office/drawing/2014/main" id="{14F575DD-EACC-4E48-9A95-4DDBD32A81C8}"/>
                </a:ext>
              </a:extLst>
            </p:cNvPr>
            <p:cNvCxnSpPr/>
            <p:nvPr/>
          </p:nvCxnSpPr>
          <p:spPr>
            <a:xfrm>
              <a:off x="3786764" y="4166610"/>
              <a:ext cx="630000"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橢圓 52">
              <a:extLst>
                <a:ext uri="{FF2B5EF4-FFF2-40B4-BE49-F238E27FC236}">
                  <a16:creationId xmlns:a16="http://schemas.microsoft.com/office/drawing/2014/main" id="{A66FE773-CBE8-4CC3-A259-AE48634A3013}"/>
                </a:ext>
              </a:extLst>
            </p:cNvPr>
            <p:cNvSpPr/>
            <p:nvPr/>
          </p:nvSpPr>
          <p:spPr>
            <a:xfrm>
              <a:off x="4420857" y="3869067"/>
              <a:ext cx="595086" cy="595086"/>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p:sp>
          <p:nvSpPr>
            <p:cNvPr id="17" name="橢圓 53">
              <a:extLst>
                <a:ext uri="{FF2B5EF4-FFF2-40B4-BE49-F238E27FC236}">
                  <a16:creationId xmlns:a16="http://schemas.microsoft.com/office/drawing/2014/main" id="{AD3A4E24-46DD-4B87-967F-F52B9CB3B7F4}"/>
                </a:ext>
              </a:extLst>
            </p:cNvPr>
            <p:cNvSpPr/>
            <p:nvPr/>
          </p:nvSpPr>
          <p:spPr>
            <a:xfrm>
              <a:off x="4420857" y="4757046"/>
              <a:ext cx="595086" cy="595086"/>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p:sp>
          <p:nvSpPr>
            <p:cNvPr id="18" name="橢圓 54">
              <a:extLst>
                <a:ext uri="{FF2B5EF4-FFF2-40B4-BE49-F238E27FC236}">
                  <a16:creationId xmlns:a16="http://schemas.microsoft.com/office/drawing/2014/main" id="{043115E8-3C4D-4D33-9CB8-125097ED8281}"/>
                </a:ext>
              </a:extLst>
            </p:cNvPr>
            <p:cNvSpPr/>
            <p:nvPr/>
          </p:nvSpPr>
          <p:spPr>
            <a:xfrm>
              <a:off x="4420857" y="5642972"/>
              <a:ext cx="595086" cy="595086"/>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p:graphicFrame>
          <p:nvGraphicFramePr>
            <p:cNvPr id="19" name="Object 12">
              <a:extLst>
                <a:ext uri="{FF2B5EF4-FFF2-40B4-BE49-F238E27FC236}">
                  <a16:creationId xmlns:a16="http://schemas.microsoft.com/office/drawing/2014/main" id="{65FF2AC3-4A7A-4EE5-B24F-D2A48E64EA9A}"/>
                </a:ext>
              </a:extLst>
            </p:cNvPr>
            <p:cNvGraphicFramePr>
              <a:graphicFrameLocks noChangeAspect="1"/>
            </p:cNvGraphicFramePr>
            <p:nvPr>
              <p:extLst>
                <p:ext uri="{D42A27DB-BD31-4B8C-83A1-F6EECF244321}">
                  <p14:modId xmlns:p14="http://schemas.microsoft.com/office/powerpoint/2010/main" val="1950754900"/>
                </p:ext>
              </p:extLst>
            </p:nvPr>
          </p:nvGraphicFramePr>
          <p:xfrm>
            <a:off x="3474516" y="3869067"/>
            <a:ext cx="352425" cy="487363"/>
          </p:xfrm>
          <a:graphic>
            <a:graphicData uri="http://schemas.openxmlformats.org/presentationml/2006/ole">
              <mc:AlternateContent xmlns:mc="http://schemas.openxmlformats.org/markup-compatibility/2006">
                <mc:Choice xmlns:v="urn:schemas-microsoft-com:vml" Requires="v">
                  <p:oleObj spid="_x0000_s9221" name="方程式" r:id="rId9" imgW="164880" imgH="228600" progId="Equation.3">
                    <p:embed/>
                  </p:oleObj>
                </mc:Choice>
                <mc:Fallback>
                  <p:oleObj name="方程式" r:id="rId9" imgW="164880" imgH="228600" progId="Equation.3">
                    <p:embed/>
                    <p:pic>
                      <p:nvPicPr>
                        <p:cNvPr id="19" name="Object 12">
                          <a:extLst>
                            <a:ext uri="{FF2B5EF4-FFF2-40B4-BE49-F238E27FC236}">
                              <a16:creationId xmlns:a16="http://schemas.microsoft.com/office/drawing/2014/main" id="{65FF2AC3-4A7A-4EE5-B24F-D2A48E64EA9A}"/>
                            </a:ext>
                          </a:extLst>
                        </p:cNvPr>
                        <p:cNvPicPr>
                          <a:picLocks noChangeAspect="1" noChangeArrowheads="1"/>
                        </p:cNvPicPr>
                        <p:nvPr/>
                      </p:nvPicPr>
                      <p:blipFill>
                        <a:blip r:embed="rId10"/>
                        <a:srcRect/>
                        <a:stretch>
                          <a:fillRect/>
                        </a:stretch>
                      </p:blipFill>
                      <p:spPr bwMode="auto">
                        <a:xfrm>
                          <a:off x="3474516" y="3869067"/>
                          <a:ext cx="352425" cy="487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 name="Object 12">
              <a:extLst>
                <a:ext uri="{FF2B5EF4-FFF2-40B4-BE49-F238E27FC236}">
                  <a16:creationId xmlns:a16="http://schemas.microsoft.com/office/drawing/2014/main" id="{6D856E6B-0DBA-49EF-AE02-E554D0478DB2}"/>
                </a:ext>
              </a:extLst>
            </p:cNvPr>
            <p:cNvGraphicFramePr>
              <a:graphicFrameLocks noChangeAspect="1"/>
            </p:cNvGraphicFramePr>
            <p:nvPr>
              <p:extLst>
                <p:ext uri="{D42A27DB-BD31-4B8C-83A1-F6EECF244321}">
                  <p14:modId xmlns:p14="http://schemas.microsoft.com/office/powerpoint/2010/main" val="1051754168"/>
                </p:ext>
              </p:extLst>
            </p:nvPr>
          </p:nvGraphicFramePr>
          <p:xfrm>
            <a:off x="3426617" y="4794997"/>
            <a:ext cx="352425" cy="487362"/>
          </p:xfrm>
          <a:graphic>
            <a:graphicData uri="http://schemas.openxmlformats.org/presentationml/2006/ole">
              <mc:AlternateContent xmlns:mc="http://schemas.openxmlformats.org/markup-compatibility/2006">
                <mc:Choice xmlns:v="urn:schemas-microsoft-com:vml" Requires="v">
                  <p:oleObj spid="_x0000_s9222" name="方程式" r:id="rId11" imgW="164880" imgH="228600" progId="Equation.3">
                    <p:embed/>
                  </p:oleObj>
                </mc:Choice>
                <mc:Fallback>
                  <p:oleObj name="方程式" r:id="rId11" imgW="164880" imgH="228600" progId="Equation.3">
                    <p:embed/>
                    <p:pic>
                      <p:nvPicPr>
                        <p:cNvPr id="20" name="Object 12">
                          <a:extLst>
                            <a:ext uri="{FF2B5EF4-FFF2-40B4-BE49-F238E27FC236}">
                              <a16:creationId xmlns:a16="http://schemas.microsoft.com/office/drawing/2014/main" id="{6D856E6B-0DBA-49EF-AE02-E554D0478DB2}"/>
                            </a:ext>
                          </a:extLst>
                        </p:cNvPr>
                        <p:cNvPicPr>
                          <a:picLocks noChangeAspect="1" noChangeArrowheads="1"/>
                        </p:cNvPicPr>
                        <p:nvPr/>
                      </p:nvPicPr>
                      <p:blipFill>
                        <a:blip r:embed="rId12"/>
                        <a:srcRect/>
                        <a:stretch>
                          <a:fillRect/>
                        </a:stretch>
                      </p:blipFill>
                      <p:spPr bwMode="auto">
                        <a:xfrm>
                          <a:off x="3426617" y="4794997"/>
                          <a:ext cx="352425" cy="487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 name="Object 12">
              <a:extLst>
                <a:ext uri="{FF2B5EF4-FFF2-40B4-BE49-F238E27FC236}">
                  <a16:creationId xmlns:a16="http://schemas.microsoft.com/office/drawing/2014/main" id="{D0991AA8-DA57-4430-8DD8-EEF9D0392A6F}"/>
                </a:ext>
              </a:extLst>
            </p:cNvPr>
            <p:cNvGraphicFramePr>
              <a:graphicFrameLocks noChangeAspect="1"/>
            </p:cNvGraphicFramePr>
            <p:nvPr>
              <p:extLst>
                <p:ext uri="{D42A27DB-BD31-4B8C-83A1-F6EECF244321}">
                  <p14:modId xmlns:p14="http://schemas.microsoft.com/office/powerpoint/2010/main" val="3629541049"/>
                </p:ext>
              </p:extLst>
            </p:nvPr>
          </p:nvGraphicFramePr>
          <p:xfrm>
            <a:off x="3459954" y="5642722"/>
            <a:ext cx="352425" cy="514350"/>
          </p:xfrm>
          <a:graphic>
            <a:graphicData uri="http://schemas.openxmlformats.org/presentationml/2006/ole">
              <mc:AlternateContent xmlns:mc="http://schemas.openxmlformats.org/markup-compatibility/2006">
                <mc:Choice xmlns:v="urn:schemas-microsoft-com:vml" Requires="v">
                  <p:oleObj spid="_x0000_s9223" name="方程式" r:id="rId13" imgW="164880" imgH="241200" progId="Equation.3">
                    <p:embed/>
                  </p:oleObj>
                </mc:Choice>
                <mc:Fallback>
                  <p:oleObj name="方程式" r:id="rId13" imgW="164880" imgH="241200" progId="Equation.3">
                    <p:embed/>
                    <p:pic>
                      <p:nvPicPr>
                        <p:cNvPr id="21" name="Object 12">
                          <a:extLst>
                            <a:ext uri="{FF2B5EF4-FFF2-40B4-BE49-F238E27FC236}">
                              <a16:creationId xmlns:a16="http://schemas.microsoft.com/office/drawing/2014/main" id="{D0991AA8-DA57-4430-8DD8-EEF9D0392A6F}"/>
                            </a:ext>
                          </a:extLst>
                        </p:cNvPr>
                        <p:cNvPicPr>
                          <a:picLocks noChangeAspect="1" noChangeArrowheads="1"/>
                        </p:cNvPicPr>
                        <p:nvPr/>
                      </p:nvPicPr>
                      <p:blipFill>
                        <a:blip r:embed="rId14"/>
                        <a:srcRect/>
                        <a:stretch>
                          <a:fillRect/>
                        </a:stretch>
                      </p:blipFill>
                      <p:spPr bwMode="auto">
                        <a:xfrm>
                          <a:off x="3459954" y="5642722"/>
                          <a:ext cx="352425" cy="514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 name="Object 12">
              <a:extLst>
                <a:ext uri="{FF2B5EF4-FFF2-40B4-BE49-F238E27FC236}">
                  <a16:creationId xmlns:a16="http://schemas.microsoft.com/office/drawing/2014/main" id="{DB5CFCD6-2BCC-47AC-84EA-8D7AAED1F553}"/>
                </a:ext>
              </a:extLst>
            </p:cNvPr>
            <p:cNvGraphicFramePr>
              <a:graphicFrameLocks noChangeAspect="1"/>
            </p:cNvGraphicFramePr>
            <p:nvPr>
              <p:extLst>
                <p:ext uri="{D42A27DB-BD31-4B8C-83A1-F6EECF244321}">
                  <p14:modId xmlns:p14="http://schemas.microsoft.com/office/powerpoint/2010/main" val="2135767638"/>
                </p:ext>
              </p:extLst>
            </p:nvPr>
          </p:nvGraphicFramePr>
          <p:xfrm>
            <a:off x="4566442" y="4036172"/>
            <a:ext cx="323850" cy="298450"/>
          </p:xfrm>
          <a:graphic>
            <a:graphicData uri="http://schemas.openxmlformats.org/presentationml/2006/ole">
              <mc:AlternateContent xmlns:mc="http://schemas.openxmlformats.org/markup-compatibility/2006">
                <mc:Choice xmlns:v="urn:schemas-microsoft-com:vml" Requires="v">
                  <p:oleObj spid="_x0000_s9224" name="方程式" r:id="rId15" imgW="152280" imgH="139680" progId="Equation.3">
                    <p:embed/>
                  </p:oleObj>
                </mc:Choice>
                <mc:Fallback>
                  <p:oleObj name="方程式" r:id="rId15" imgW="152280" imgH="139680" progId="Equation.3">
                    <p:embed/>
                    <p:pic>
                      <p:nvPicPr>
                        <p:cNvPr id="22" name="Object 12">
                          <a:extLst>
                            <a:ext uri="{FF2B5EF4-FFF2-40B4-BE49-F238E27FC236}">
                              <a16:creationId xmlns:a16="http://schemas.microsoft.com/office/drawing/2014/main" id="{DB5CFCD6-2BCC-47AC-84EA-8D7AAED1F553}"/>
                            </a:ext>
                          </a:extLst>
                        </p:cNvPr>
                        <p:cNvPicPr>
                          <a:picLocks noChangeAspect="1" noChangeArrowheads="1"/>
                        </p:cNvPicPr>
                        <p:nvPr/>
                      </p:nvPicPr>
                      <p:blipFill>
                        <a:blip r:embed="rId16"/>
                        <a:srcRect/>
                        <a:stretch>
                          <a:fillRect/>
                        </a:stretch>
                      </p:blipFill>
                      <p:spPr bwMode="auto">
                        <a:xfrm>
                          <a:off x="4566442" y="4036172"/>
                          <a:ext cx="323850" cy="298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 name="Object 12">
              <a:extLst>
                <a:ext uri="{FF2B5EF4-FFF2-40B4-BE49-F238E27FC236}">
                  <a16:creationId xmlns:a16="http://schemas.microsoft.com/office/drawing/2014/main" id="{2B8C012C-CDC4-4598-A8D0-556EF3316036}"/>
                </a:ext>
              </a:extLst>
            </p:cNvPr>
            <p:cNvGraphicFramePr>
              <a:graphicFrameLocks noChangeAspect="1"/>
            </p:cNvGraphicFramePr>
            <p:nvPr>
              <p:extLst>
                <p:ext uri="{D42A27DB-BD31-4B8C-83A1-F6EECF244321}">
                  <p14:modId xmlns:p14="http://schemas.microsoft.com/office/powerpoint/2010/main" val="2919010292"/>
                </p:ext>
              </p:extLst>
            </p:nvPr>
          </p:nvGraphicFramePr>
          <p:xfrm>
            <a:off x="4555329" y="4926759"/>
            <a:ext cx="325438" cy="298450"/>
          </p:xfrm>
          <a:graphic>
            <a:graphicData uri="http://schemas.openxmlformats.org/presentationml/2006/ole">
              <mc:AlternateContent xmlns:mc="http://schemas.openxmlformats.org/markup-compatibility/2006">
                <mc:Choice xmlns:v="urn:schemas-microsoft-com:vml" Requires="v">
                  <p:oleObj spid="_x0000_s9225" name="方程式" r:id="rId17" imgW="152280" imgH="139680" progId="Equation.3">
                    <p:embed/>
                  </p:oleObj>
                </mc:Choice>
                <mc:Fallback>
                  <p:oleObj name="方程式" r:id="rId17" imgW="152280" imgH="139680" progId="Equation.3">
                    <p:embed/>
                    <p:pic>
                      <p:nvPicPr>
                        <p:cNvPr id="23" name="Object 12">
                          <a:extLst>
                            <a:ext uri="{FF2B5EF4-FFF2-40B4-BE49-F238E27FC236}">
                              <a16:creationId xmlns:a16="http://schemas.microsoft.com/office/drawing/2014/main" id="{2B8C012C-CDC4-4598-A8D0-556EF3316036}"/>
                            </a:ext>
                          </a:extLst>
                        </p:cNvPr>
                        <p:cNvPicPr>
                          <a:picLocks noChangeAspect="1" noChangeArrowheads="1"/>
                        </p:cNvPicPr>
                        <p:nvPr/>
                      </p:nvPicPr>
                      <p:blipFill>
                        <a:blip r:embed="rId18"/>
                        <a:srcRect/>
                        <a:stretch>
                          <a:fillRect/>
                        </a:stretch>
                      </p:blipFill>
                      <p:spPr bwMode="auto">
                        <a:xfrm>
                          <a:off x="4555329" y="4926759"/>
                          <a:ext cx="325438" cy="298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Object 12">
              <a:extLst>
                <a:ext uri="{FF2B5EF4-FFF2-40B4-BE49-F238E27FC236}">
                  <a16:creationId xmlns:a16="http://schemas.microsoft.com/office/drawing/2014/main" id="{099A764E-BEB3-48E7-96E2-690EFAF7448B}"/>
                </a:ext>
              </a:extLst>
            </p:cNvPr>
            <p:cNvGraphicFramePr>
              <a:graphicFrameLocks noChangeAspect="1"/>
            </p:cNvGraphicFramePr>
            <p:nvPr>
              <p:extLst>
                <p:ext uri="{D42A27DB-BD31-4B8C-83A1-F6EECF244321}">
                  <p14:modId xmlns:p14="http://schemas.microsoft.com/office/powerpoint/2010/main" val="4133865327"/>
                </p:ext>
              </p:extLst>
            </p:nvPr>
          </p:nvGraphicFramePr>
          <p:xfrm>
            <a:off x="4587079" y="5799884"/>
            <a:ext cx="327025" cy="298450"/>
          </p:xfrm>
          <a:graphic>
            <a:graphicData uri="http://schemas.openxmlformats.org/presentationml/2006/ole">
              <mc:AlternateContent xmlns:mc="http://schemas.openxmlformats.org/markup-compatibility/2006">
                <mc:Choice xmlns:v="urn:schemas-microsoft-com:vml" Requires="v">
                  <p:oleObj spid="_x0000_s9226" name="方程式" r:id="rId19" imgW="152280" imgH="139680" progId="Equation.3">
                    <p:embed/>
                  </p:oleObj>
                </mc:Choice>
                <mc:Fallback>
                  <p:oleObj name="方程式" r:id="rId19" imgW="152280" imgH="139680" progId="Equation.3">
                    <p:embed/>
                    <p:pic>
                      <p:nvPicPr>
                        <p:cNvPr id="24" name="Object 12">
                          <a:extLst>
                            <a:ext uri="{FF2B5EF4-FFF2-40B4-BE49-F238E27FC236}">
                              <a16:creationId xmlns:a16="http://schemas.microsoft.com/office/drawing/2014/main" id="{099A764E-BEB3-48E7-96E2-690EFAF7448B}"/>
                            </a:ext>
                          </a:extLst>
                        </p:cNvPr>
                        <p:cNvPicPr>
                          <a:picLocks noChangeAspect="1" noChangeArrowheads="1"/>
                        </p:cNvPicPr>
                        <p:nvPr/>
                      </p:nvPicPr>
                      <p:blipFill>
                        <a:blip r:embed="rId20"/>
                        <a:srcRect/>
                        <a:stretch>
                          <a:fillRect/>
                        </a:stretch>
                      </p:blipFill>
                      <p:spPr bwMode="auto">
                        <a:xfrm>
                          <a:off x="4587079" y="5799884"/>
                          <a:ext cx="327025" cy="298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 name="矩形 102">
              <a:extLst>
                <a:ext uri="{FF2B5EF4-FFF2-40B4-BE49-F238E27FC236}">
                  <a16:creationId xmlns:a16="http://schemas.microsoft.com/office/drawing/2014/main" id="{23CEF3F7-D4F1-4DC4-A8D2-976577503A75}"/>
                </a:ext>
              </a:extLst>
            </p:cNvPr>
            <p:cNvSpPr/>
            <p:nvPr/>
          </p:nvSpPr>
          <p:spPr>
            <a:xfrm>
              <a:off x="3801348" y="3669234"/>
              <a:ext cx="493752" cy="461665"/>
            </a:xfrm>
            <a:prstGeom prst="rect">
              <a:avLst/>
            </a:prstGeom>
          </p:spPr>
          <p:txBody>
            <a:bodyPr wrap="square">
              <a:spAutoFit/>
            </a:bodyPr>
            <a:lstStyle/>
            <a:p>
              <a:r>
                <a:rPr lang="en-US" altLang="zh-TW" sz="2400" b="1" dirty="0">
                  <a:solidFill>
                    <a:srgbClr val="FF0000"/>
                  </a:solidFill>
                </a:rPr>
                <a:t>3</a:t>
              </a:r>
              <a:endParaRPr lang="zh-TW" altLang="en-US" sz="2400" b="1" dirty="0">
                <a:solidFill>
                  <a:srgbClr val="FF0000"/>
                </a:solidFill>
              </a:endParaRPr>
            </a:p>
          </p:txBody>
        </p:sp>
        <p:sp>
          <p:nvSpPr>
            <p:cNvPr id="26" name="矩形 103">
              <a:extLst>
                <a:ext uri="{FF2B5EF4-FFF2-40B4-BE49-F238E27FC236}">
                  <a16:creationId xmlns:a16="http://schemas.microsoft.com/office/drawing/2014/main" id="{C5F507E0-EADD-4035-B587-E812F27F2948}"/>
                </a:ext>
              </a:extLst>
            </p:cNvPr>
            <p:cNvSpPr/>
            <p:nvPr/>
          </p:nvSpPr>
          <p:spPr>
            <a:xfrm>
              <a:off x="3801075" y="5459431"/>
              <a:ext cx="461193" cy="461665"/>
            </a:xfrm>
            <a:prstGeom prst="rect">
              <a:avLst/>
            </a:prstGeom>
          </p:spPr>
          <p:txBody>
            <a:bodyPr wrap="square">
              <a:spAutoFit/>
            </a:bodyPr>
            <a:lstStyle/>
            <a:p>
              <a:r>
                <a:rPr lang="en-US" altLang="zh-TW" sz="2400" b="1" dirty="0">
                  <a:solidFill>
                    <a:srgbClr val="FF0000"/>
                  </a:solidFill>
                </a:rPr>
                <a:t>-3</a:t>
              </a:r>
              <a:endParaRPr lang="zh-TW" altLang="en-US" sz="2400" b="1" dirty="0">
                <a:solidFill>
                  <a:srgbClr val="FF0000"/>
                </a:solidFill>
              </a:endParaRPr>
            </a:p>
          </p:txBody>
        </p:sp>
        <p:sp>
          <p:nvSpPr>
            <p:cNvPr id="27" name="矩形 104">
              <a:extLst>
                <a:ext uri="{FF2B5EF4-FFF2-40B4-BE49-F238E27FC236}">
                  <a16:creationId xmlns:a16="http://schemas.microsoft.com/office/drawing/2014/main" id="{CA17D6B0-8ECA-44EE-A993-E41672C0119C}"/>
                </a:ext>
              </a:extLst>
            </p:cNvPr>
            <p:cNvSpPr/>
            <p:nvPr/>
          </p:nvSpPr>
          <p:spPr>
            <a:xfrm>
              <a:off x="3784789" y="4585560"/>
              <a:ext cx="528324" cy="461665"/>
            </a:xfrm>
            <a:prstGeom prst="rect">
              <a:avLst/>
            </a:prstGeom>
          </p:spPr>
          <p:txBody>
            <a:bodyPr wrap="square">
              <a:spAutoFit/>
            </a:bodyPr>
            <a:lstStyle/>
            <a:p>
              <a:r>
                <a:rPr lang="en-US" altLang="zh-TW" sz="2400" b="1" dirty="0">
                  <a:solidFill>
                    <a:srgbClr val="FF0000"/>
                  </a:solidFill>
                </a:rPr>
                <a:t>1</a:t>
              </a:r>
              <a:endParaRPr lang="zh-TW" altLang="en-US" sz="2400" b="1" dirty="0">
                <a:solidFill>
                  <a:srgbClr val="FF0000"/>
                </a:solidFill>
              </a:endParaRPr>
            </a:p>
          </p:txBody>
        </p:sp>
        <p:sp>
          <p:nvSpPr>
            <p:cNvPr id="28" name="矩形 102">
              <a:extLst>
                <a:ext uri="{FF2B5EF4-FFF2-40B4-BE49-F238E27FC236}">
                  <a16:creationId xmlns:a16="http://schemas.microsoft.com/office/drawing/2014/main" id="{4CEC5049-1E34-496D-A3ED-3C84602FEEE2}"/>
                </a:ext>
              </a:extLst>
            </p:cNvPr>
            <p:cNvSpPr/>
            <p:nvPr/>
          </p:nvSpPr>
          <p:spPr>
            <a:xfrm>
              <a:off x="5245109" y="3679786"/>
              <a:ext cx="812974" cy="461665"/>
            </a:xfrm>
            <a:prstGeom prst="rect">
              <a:avLst/>
            </a:prstGeom>
          </p:spPr>
          <p:txBody>
            <a:bodyPr wrap="square">
              <a:spAutoFit/>
            </a:bodyPr>
            <a:lstStyle/>
            <a:p>
              <a:r>
                <a:rPr lang="en-US" altLang="zh-TW" sz="2400" b="1" dirty="0">
                  <a:solidFill>
                    <a:srgbClr val="FF0000"/>
                  </a:solidFill>
                </a:rPr>
                <a:t>0.95</a:t>
              </a:r>
              <a:endParaRPr lang="zh-TW" altLang="en-US" sz="2400" b="1" dirty="0">
                <a:solidFill>
                  <a:srgbClr val="FF0000"/>
                </a:solidFill>
              </a:endParaRPr>
            </a:p>
          </p:txBody>
        </p:sp>
        <p:sp>
          <p:nvSpPr>
            <p:cNvPr id="29" name="矩形 103">
              <a:extLst>
                <a:ext uri="{FF2B5EF4-FFF2-40B4-BE49-F238E27FC236}">
                  <a16:creationId xmlns:a16="http://schemas.microsoft.com/office/drawing/2014/main" id="{22997987-E5DC-4547-8864-130595EB1379}"/>
                </a:ext>
              </a:extLst>
            </p:cNvPr>
            <p:cNvSpPr/>
            <p:nvPr/>
          </p:nvSpPr>
          <p:spPr>
            <a:xfrm>
              <a:off x="5216722" y="5487444"/>
              <a:ext cx="809493" cy="461665"/>
            </a:xfrm>
            <a:prstGeom prst="rect">
              <a:avLst/>
            </a:prstGeom>
          </p:spPr>
          <p:txBody>
            <a:bodyPr wrap="square">
              <a:spAutoFit/>
            </a:bodyPr>
            <a:lstStyle/>
            <a:p>
              <a:r>
                <a:rPr lang="en-US" altLang="zh-TW" sz="2400" b="1" dirty="0">
                  <a:solidFill>
                    <a:srgbClr val="FF0000"/>
                  </a:solidFill>
                </a:rPr>
                <a:t>0.05</a:t>
              </a:r>
              <a:endParaRPr lang="zh-TW" altLang="en-US" sz="2400" b="1" dirty="0">
                <a:solidFill>
                  <a:srgbClr val="FF0000"/>
                </a:solidFill>
              </a:endParaRPr>
            </a:p>
          </p:txBody>
        </p:sp>
        <p:sp>
          <p:nvSpPr>
            <p:cNvPr id="30" name="矩形 104">
              <a:extLst>
                <a:ext uri="{FF2B5EF4-FFF2-40B4-BE49-F238E27FC236}">
                  <a16:creationId xmlns:a16="http://schemas.microsoft.com/office/drawing/2014/main" id="{784F3FCE-2D1E-42EC-BBE4-5955A7C3F348}"/>
                </a:ext>
              </a:extLst>
            </p:cNvPr>
            <p:cNvSpPr/>
            <p:nvPr/>
          </p:nvSpPr>
          <p:spPr>
            <a:xfrm>
              <a:off x="5196682" y="4626224"/>
              <a:ext cx="829533" cy="461665"/>
            </a:xfrm>
            <a:prstGeom prst="rect">
              <a:avLst/>
            </a:prstGeom>
          </p:spPr>
          <p:txBody>
            <a:bodyPr wrap="square">
              <a:spAutoFit/>
            </a:bodyPr>
            <a:lstStyle/>
            <a:p>
              <a:r>
                <a:rPr lang="en-US" altLang="zh-TW" sz="2400" b="1" dirty="0">
                  <a:solidFill>
                    <a:srgbClr val="FF0000"/>
                  </a:solidFill>
                </a:rPr>
                <a:t>0.73</a:t>
              </a:r>
              <a:endParaRPr lang="zh-TW" altLang="en-US" sz="2400" b="1" dirty="0">
                <a:solidFill>
                  <a:srgbClr val="FF0000"/>
                </a:solidFill>
              </a:endParaRPr>
            </a:p>
          </p:txBody>
        </p:sp>
      </p:grpSp>
      <p:sp>
        <p:nvSpPr>
          <p:cNvPr id="33" name="TextBox 32">
            <a:extLst>
              <a:ext uri="{FF2B5EF4-FFF2-40B4-BE49-F238E27FC236}">
                <a16:creationId xmlns:a16="http://schemas.microsoft.com/office/drawing/2014/main" id="{E542E721-4572-428E-9BCA-C8AA69DB7FC8}"/>
              </a:ext>
            </a:extLst>
          </p:cNvPr>
          <p:cNvSpPr txBox="1"/>
          <p:nvPr/>
        </p:nvSpPr>
        <p:spPr>
          <a:xfrm>
            <a:off x="450613" y="1756323"/>
            <a:ext cx="6096000" cy="923330"/>
          </a:xfrm>
          <a:prstGeom prst="rect">
            <a:avLst/>
          </a:prstGeom>
          <a:noFill/>
        </p:spPr>
        <p:txBody>
          <a:bodyPr wrap="square">
            <a:spAutoFit/>
          </a:bodyPr>
          <a:lstStyle/>
          <a:p>
            <a:r>
              <a:rPr lang="en-US" altLang="zh-TW" dirty="0"/>
              <a:t>In multi-class classification tasks, the output layer is typically a </a:t>
            </a:r>
            <a:r>
              <a:rPr lang="en-US" altLang="zh-TW" i="1" dirty="0" err="1"/>
              <a:t>softmax</a:t>
            </a:r>
            <a:r>
              <a:rPr lang="en-US" altLang="zh-TW" i="1" dirty="0"/>
              <a:t> layer</a:t>
            </a:r>
          </a:p>
          <a:p>
            <a:pPr lvl="1"/>
            <a:r>
              <a:rPr lang="en-US" altLang="zh-TW" dirty="0"/>
              <a:t>I.e., it employs a </a:t>
            </a:r>
            <a:r>
              <a:rPr lang="en-US" altLang="zh-TW" i="1" dirty="0" err="1"/>
              <a:t>softmax</a:t>
            </a:r>
            <a:r>
              <a:rPr lang="en-US" altLang="zh-TW" i="1" dirty="0"/>
              <a:t> activation function</a:t>
            </a:r>
          </a:p>
        </p:txBody>
      </p:sp>
    </p:spTree>
    <p:extLst>
      <p:ext uri="{BB962C8B-B14F-4D97-AF65-F5344CB8AC3E}">
        <p14:creationId xmlns:p14="http://schemas.microsoft.com/office/powerpoint/2010/main" val="35164386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3F3DE690-7120-4A60-85BB-3ABB01200AE5}"/>
              </a:ext>
            </a:extLst>
          </p:cNvPr>
          <p:cNvSpPr>
            <a:spLocks noGrp="1"/>
          </p:cNvSpPr>
          <p:nvPr>
            <p:ph idx="1"/>
          </p:nvPr>
        </p:nvSpPr>
        <p:spPr>
          <a:xfrm>
            <a:off x="259099" y="451585"/>
            <a:ext cx="6882183" cy="5367667"/>
          </a:xfrm>
        </p:spPr>
        <p:txBody>
          <a:bodyPr/>
          <a:lstStyle/>
          <a:p>
            <a:r>
              <a:rPr lang="en-US" dirty="0"/>
              <a:t>The </a:t>
            </a:r>
            <a:r>
              <a:rPr lang="en-US" dirty="0" err="1"/>
              <a:t>softmax</a:t>
            </a:r>
            <a:r>
              <a:rPr lang="en-US" dirty="0"/>
              <a:t> layer applies </a:t>
            </a:r>
            <a:r>
              <a:rPr lang="en-US" dirty="0" err="1"/>
              <a:t>softmax</a:t>
            </a:r>
            <a:r>
              <a:rPr lang="en-US" dirty="0"/>
              <a:t> activations to output a probability value in the range [0, 1]</a:t>
            </a:r>
          </a:p>
          <a:p>
            <a:pPr lvl="1"/>
            <a:r>
              <a:rPr lang="en-US" dirty="0"/>
              <a:t>The values </a:t>
            </a:r>
            <a:r>
              <a:rPr lang="en-US" i="1" dirty="0"/>
              <a:t>z</a:t>
            </a:r>
            <a:r>
              <a:rPr lang="en-US" dirty="0"/>
              <a:t> inputted to the </a:t>
            </a:r>
            <a:r>
              <a:rPr lang="en-US" dirty="0" err="1"/>
              <a:t>softmax</a:t>
            </a:r>
            <a:r>
              <a:rPr lang="en-US" dirty="0"/>
              <a:t> layer are referred to as </a:t>
            </a:r>
            <a:r>
              <a:rPr lang="en-US" i="1" dirty="0"/>
              <a:t>logits</a:t>
            </a:r>
          </a:p>
        </p:txBody>
      </p:sp>
      <p:sp>
        <p:nvSpPr>
          <p:cNvPr id="5" name="矩形 22">
            <a:extLst>
              <a:ext uri="{FF2B5EF4-FFF2-40B4-BE49-F238E27FC236}">
                <a16:creationId xmlns:a16="http://schemas.microsoft.com/office/drawing/2014/main" id="{F3EE8E9F-2651-4D57-BB6F-5B75702A0C21}"/>
              </a:ext>
            </a:extLst>
          </p:cNvPr>
          <p:cNvSpPr/>
          <p:nvPr/>
        </p:nvSpPr>
        <p:spPr>
          <a:xfrm>
            <a:off x="1469720" y="2747311"/>
            <a:ext cx="5556352" cy="352425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6" name="直線單箭頭接點 11">
            <a:extLst>
              <a:ext uri="{FF2B5EF4-FFF2-40B4-BE49-F238E27FC236}">
                <a16:creationId xmlns:a16="http://schemas.microsoft.com/office/drawing/2014/main" id="{31FEF141-F776-4141-BBCE-99227771ACCA}"/>
              </a:ext>
            </a:extLst>
          </p:cNvPr>
          <p:cNvCxnSpPr/>
          <p:nvPr/>
        </p:nvCxnSpPr>
        <p:spPr>
          <a:xfrm>
            <a:off x="1161632" y="4119705"/>
            <a:ext cx="630000"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線單箭頭接點 12">
            <a:extLst>
              <a:ext uri="{FF2B5EF4-FFF2-40B4-BE49-F238E27FC236}">
                <a16:creationId xmlns:a16="http://schemas.microsoft.com/office/drawing/2014/main" id="{212E9194-94C9-4209-B5C9-DC8B476273A6}"/>
              </a:ext>
            </a:extLst>
          </p:cNvPr>
          <p:cNvCxnSpPr/>
          <p:nvPr/>
        </p:nvCxnSpPr>
        <p:spPr>
          <a:xfrm>
            <a:off x="1161632" y="5005631"/>
            <a:ext cx="630000"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線單箭頭接點 10">
            <a:extLst>
              <a:ext uri="{FF2B5EF4-FFF2-40B4-BE49-F238E27FC236}">
                <a16:creationId xmlns:a16="http://schemas.microsoft.com/office/drawing/2014/main" id="{8E075775-C762-4791-88F6-DDF043E49EDE}"/>
              </a:ext>
            </a:extLst>
          </p:cNvPr>
          <p:cNvCxnSpPr/>
          <p:nvPr/>
        </p:nvCxnSpPr>
        <p:spPr>
          <a:xfrm>
            <a:off x="1161632" y="3231726"/>
            <a:ext cx="630000"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橢圓 6">
            <a:extLst>
              <a:ext uri="{FF2B5EF4-FFF2-40B4-BE49-F238E27FC236}">
                <a16:creationId xmlns:a16="http://schemas.microsoft.com/office/drawing/2014/main" id="{319C9B8D-4403-4750-B2A2-0269AD161F6D}"/>
              </a:ext>
            </a:extLst>
          </p:cNvPr>
          <p:cNvSpPr/>
          <p:nvPr/>
        </p:nvSpPr>
        <p:spPr>
          <a:xfrm>
            <a:off x="1795725" y="2934183"/>
            <a:ext cx="595086" cy="595086"/>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p:sp>
        <p:nvSpPr>
          <p:cNvPr id="10" name="橢圓 7">
            <a:extLst>
              <a:ext uri="{FF2B5EF4-FFF2-40B4-BE49-F238E27FC236}">
                <a16:creationId xmlns:a16="http://schemas.microsoft.com/office/drawing/2014/main" id="{2F4DD5E0-F33C-4AA6-BFED-F08147BD0A93}"/>
              </a:ext>
            </a:extLst>
          </p:cNvPr>
          <p:cNvSpPr/>
          <p:nvPr/>
        </p:nvSpPr>
        <p:spPr>
          <a:xfrm>
            <a:off x="1795725" y="3822162"/>
            <a:ext cx="595086" cy="595086"/>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p:sp>
        <p:nvSpPr>
          <p:cNvPr id="11" name="橢圓 8">
            <a:extLst>
              <a:ext uri="{FF2B5EF4-FFF2-40B4-BE49-F238E27FC236}">
                <a16:creationId xmlns:a16="http://schemas.microsoft.com/office/drawing/2014/main" id="{87DEFFA8-75AD-4FCA-9D56-5DD5DAF06AAC}"/>
              </a:ext>
            </a:extLst>
          </p:cNvPr>
          <p:cNvSpPr/>
          <p:nvPr/>
        </p:nvSpPr>
        <p:spPr>
          <a:xfrm>
            <a:off x="1795725" y="4708088"/>
            <a:ext cx="595086" cy="595086"/>
          </a:xfrm>
          <a:prstGeom prst="ellips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p:graphicFrame>
        <p:nvGraphicFramePr>
          <p:cNvPr id="12" name="Object 12">
            <a:extLst>
              <a:ext uri="{FF2B5EF4-FFF2-40B4-BE49-F238E27FC236}">
                <a16:creationId xmlns:a16="http://schemas.microsoft.com/office/drawing/2014/main" id="{79CBEA22-8A99-4D09-A681-055759124CE9}"/>
              </a:ext>
            </a:extLst>
          </p:cNvPr>
          <p:cNvGraphicFramePr>
            <a:graphicFrameLocks noChangeAspect="1"/>
          </p:cNvGraphicFramePr>
          <p:nvPr>
            <p:extLst>
              <p:ext uri="{D42A27DB-BD31-4B8C-83A1-F6EECF244321}">
                <p14:modId xmlns:p14="http://schemas.microsoft.com/office/powerpoint/2010/main" val="3825044700"/>
              </p:ext>
            </p:extLst>
          </p:nvPr>
        </p:nvGraphicFramePr>
        <p:xfrm>
          <a:off x="836410" y="2972700"/>
          <a:ext cx="352425" cy="487363"/>
        </p:xfrm>
        <a:graphic>
          <a:graphicData uri="http://schemas.openxmlformats.org/presentationml/2006/ole">
            <mc:AlternateContent xmlns:mc="http://schemas.openxmlformats.org/markup-compatibility/2006">
              <mc:Choice xmlns:v="urn:schemas-microsoft-com:vml" Requires="v">
                <p:oleObj spid="_x0000_s10242" name="方程式" r:id="rId3" imgW="164880" imgH="228600" progId="Equation.3">
                  <p:embed/>
                </p:oleObj>
              </mc:Choice>
              <mc:Fallback>
                <p:oleObj name="方程式" r:id="rId3" imgW="164880" imgH="228600" progId="Equation.3">
                  <p:embed/>
                  <p:pic>
                    <p:nvPicPr>
                      <p:cNvPr id="12" name="Object 12">
                        <a:extLst>
                          <a:ext uri="{FF2B5EF4-FFF2-40B4-BE49-F238E27FC236}">
                            <a16:creationId xmlns:a16="http://schemas.microsoft.com/office/drawing/2014/main" id="{79CBEA22-8A99-4D09-A681-055759124CE9}"/>
                          </a:ext>
                        </a:extLst>
                      </p:cNvPr>
                      <p:cNvPicPr>
                        <a:picLocks noChangeAspect="1" noChangeArrowheads="1"/>
                      </p:cNvPicPr>
                      <p:nvPr/>
                    </p:nvPicPr>
                    <p:blipFill>
                      <a:blip r:embed="rId4"/>
                      <a:srcRect/>
                      <a:stretch>
                        <a:fillRect/>
                      </a:stretch>
                    </p:blipFill>
                    <p:spPr bwMode="auto">
                      <a:xfrm>
                        <a:off x="836410" y="2972700"/>
                        <a:ext cx="352425" cy="487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12">
            <a:extLst>
              <a:ext uri="{FF2B5EF4-FFF2-40B4-BE49-F238E27FC236}">
                <a16:creationId xmlns:a16="http://schemas.microsoft.com/office/drawing/2014/main" id="{9DCA7776-E986-486A-B594-4A12E6D9D162}"/>
              </a:ext>
            </a:extLst>
          </p:cNvPr>
          <p:cNvGraphicFramePr>
            <a:graphicFrameLocks noChangeAspect="1"/>
          </p:cNvGraphicFramePr>
          <p:nvPr>
            <p:extLst>
              <p:ext uri="{D42A27DB-BD31-4B8C-83A1-F6EECF244321}">
                <p14:modId xmlns:p14="http://schemas.microsoft.com/office/powerpoint/2010/main" val="3313479384"/>
              </p:ext>
            </p:extLst>
          </p:nvPr>
        </p:nvGraphicFramePr>
        <p:xfrm>
          <a:off x="801485" y="3860113"/>
          <a:ext cx="352425" cy="487362"/>
        </p:xfrm>
        <a:graphic>
          <a:graphicData uri="http://schemas.openxmlformats.org/presentationml/2006/ole">
            <mc:AlternateContent xmlns:mc="http://schemas.openxmlformats.org/markup-compatibility/2006">
              <mc:Choice xmlns:v="urn:schemas-microsoft-com:vml" Requires="v">
                <p:oleObj spid="_x0000_s10243" name="方程式" r:id="rId5" imgW="164880" imgH="228600" progId="Equation.3">
                  <p:embed/>
                </p:oleObj>
              </mc:Choice>
              <mc:Fallback>
                <p:oleObj name="方程式" r:id="rId5" imgW="164880" imgH="228600" progId="Equation.3">
                  <p:embed/>
                  <p:pic>
                    <p:nvPicPr>
                      <p:cNvPr id="13" name="Object 12">
                        <a:extLst>
                          <a:ext uri="{FF2B5EF4-FFF2-40B4-BE49-F238E27FC236}">
                            <a16:creationId xmlns:a16="http://schemas.microsoft.com/office/drawing/2014/main" id="{9DCA7776-E986-486A-B594-4A12E6D9D162}"/>
                          </a:ext>
                        </a:extLst>
                      </p:cNvPr>
                      <p:cNvPicPr>
                        <a:picLocks noChangeAspect="1" noChangeArrowheads="1"/>
                      </p:cNvPicPr>
                      <p:nvPr/>
                    </p:nvPicPr>
                    <p:blipFill>
                      <a:blip r:embed="rId6"/>
                      <a:srcRect/>
                      <a:stretch>
                        <a:fillRect/>
                      </a:stretch>
                    </p:blipFill>
                    <p:spPr bwMode="auto">
                      <a:xfrm>
                        <a:off x="801485" y="3860113"/>
                        <a:ext cx="352425" cy="487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Object 13">
            <a:extLst>
              <a:ext uri="{FF2B5EF4-FFF2-40B4-BE49-F238E27FC236}">
                <a16:creationId xmlns:a16="http://schemas.microsoft.com/office/drawing/2014/main" id="{D96FBD22-07AD-40FB-AE5E-B7B6A8024FD1}"/>
              </a:ext>
            </a:extLst>
          </p:cNvPr>
          <p:cNvGraphicFramePr>
            <a:graphicFrameLocks noChangeAspect="1"/>
          </p:cNvGraphicFramePr>
          <p:nvPr>
            <p:extLst>
              <p:ext uri="{D42A27DB-BD31-4B8C-83A1-F6EECF244321}">
                <p14:modId xmlns:p14="http://schemas.microsoft.com/office/powerpoint/2010/main" val="239424872"/>
              </p:ext>
            </p:extLst>
          </p:nvPr>
        </p:nvGraphicFramePr>
        <p:xfrm>
          <a:off x="834822" y="4707838"/>
          <a:ext cx="352425" cy="514350"/>
        </p:xfrm>
        <a:graphic>
          <a:graphicData uri="http://schemas.openxmlformats.org/presentationml/2006/ole">
            <mc:AlternateContent xmlns:mc="http://schemas.openxmlformats.org/markup-compatibility/2006">
              <mc:Choice xmlns:v="urn:schemas-microsoft-com:vml" Requires="v">
                <p:oleObj spid="_x0000_s10244" name="方程式" r:id="rId7" imgW="164880" imgH="241200" progId="Equation.3">
                  <p:embed/>
                </p:oleObj>
              </mc:Choice>
              <mc:Fallback>
                <p:oleObj name="方程式" r:id="rId7" imgW="164880" imgH="241200" progId="Equation.3">
                  <p:embed/>
                  <p:pic>
                    <p:nvPicPr>
                      <p:cNvPr id="14" name="Object 13">
                        <a:extLst>
                          <a:ext uri="{FF2B5EF4-FFF2-40B4-BE49-F238E27FC236}">
                            <a16:creationId xmlns:a16="http://schemas.microsoft.com/office/drawing/2014/main" id="{D96FBD22-07AD-40FB-AE5E-B7B6A8024FD1}"/>
                          </a:ext>
                        </a:extLst>
                      </p:cNvPr>
                      <p:cNvPicPr>
                        <a:picLocks noChangeAspect="1" noChangeArrowheads="1"/>
                      </p:cNvPicPr>
                      <p:nvPr/>
                    </p:nvPicPr>
                    <p:blipFill>
                      <a:blip r:embed="rId8"/>
                      <a:srcRect/>
                      <a:stretch>
                        <a:fillRect/>
                      </a:stretch>
                    </p:blipFill>
                    <p:spPr bwMode="auto">
                      <a:xfrm>
                        <a:off x="834822" y="4707838"/>
                        <a:ext cx="352425" cy="514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文字方塊 3">
            <a:extLst>
              <a:ext uri="{FF2B5EF4-FFF2-40B4-BE49-F238E27FC236}">
                <a16:creationId xmlns:a16="http://schemas.microsoft.com/office/drawing/2014/main" id="{97468FE7-0F05-483E-AC66-115A93C0C4A3}"/>
              </a:ext>
            </a:extLst>
          </p:cNvPr>
          <p:cNvSpPr txBox="1"/>
          <p:nvPr/>
        </p:nvSpPr>
        <p:spPr>
          <a:xfrm>
            <a:off x="3392359" y="2236710"/>
            <a:ext cx="3614559" cy="461665"/>
          </a:xfrm>
          <a:prstGeom prst="rect">
            <a:avLst/>
          </a:prstGeom>
          <a:noFill/>
        </p:spPr>
        <p:txBody>
          <a:bodyPr wrap="square" rtlCol="0">
            <a:spAutoFit/>
          </a:bodyPr>
          <a:lstStyle/>
          <a:p>
            <a:pPr algn="ctr"/>
            <a:r>
              <a:rPr lang="en-US" altLang="zh-TW" sz="2400" b="1" i="1" u="sng" dirty="0"/>
              <a:t>The </a:t>
            </a:r>
            <a:r>
              <a:rPr lang="en-US" altLang="zh-TW" sz="2400" b="1" i="1" u="sng" dirty="0" err="1"/>
              <a:t>Softmax</a:t>
            </a:r>
            <a:r>
              <a:rPr lang="en-US" altLang="zh-TW" sz="2400" b="1" i="1" u="sng" dirty="0"/>
              <a:t> Layer</a:t>
            </a:r>
            <a:endParaRPr lang="zh-TW" altLang="en-US" sz="2400" b="1" i="1" u="sng" dirty="0"/>
          </a:p>
        </p:txBody>
      </p:sp>
      <p:graphicFrame>
        <p:nvGraphicFramePr>
          <p:cNvPr id="16" name="Object 12">
            <a:extLst>
              <a:ext uri="{FF2B5EF4-FFF2-40B4-BE49-F238E27FC236}">
                <a16:creationId xmlns:a16="http://schemas.microsoft.com/office/drawing/2014/main" id="{0D95119F-1CDC-4879-A19A-F7E211BCEA6B}"/>
              </a:ext>
            </a:extLst>
          </p:cNvPr>
          <p:cNvGraphicFramePr>
            <a:graphicFrameLocks noChangeAspect="1"/>
          </p:cNvGraphicFramePr>
          <p:nvPr>
            <p:extLst>
              <p:ext uri="{D42A27DB-BD31-4B8C-83A1-F6EECF244321}">
                <p14:modId xmlns:p14="http://schemas.microsoft.com/office/powerpoint/2010/main" val="2271986565"/>
              </p:ext>
            </p:extLst>
          </p:nvPr>
        </p:nvGraphicFramePr>
        <p:xfrm>
          <a:off x="1980782" y="3101324"/>
          <a:ext cx="242888" cy="298450"/>
        </p:xfrm>
        <a:graphic>
          <a:graphicData uri="http://schemas.openxmlformats.org/presentationml/2006/ole">
            <mc:AlternateContent xmlns:mc="http://schemas.openxmlformats.org/markup-compatibility/2006">
              <mc:Choice xmlns:v="urn:schemas-microsoft-com:vml" Requires="v">
                <p:oleObj spid="_x0000_s10245" name="方程式" r:id="rId9" imgW="114120" imgH="139680" progId="Equation.3">
                  <p:embed/>
                </p:oleObj>
              </mc:Choice>
              <mc:Fallback>
                <p:oleObj name="方程式" r:id="rId9" imgW="114120" imgH="139680" progId="Equation.3">
                  <p:embed/>
                  <p:pic>
                    <p:nvPicPr>
                      <p:cNvPr id="16" name="Object 12">
                        <a:extLst>
                          <a:ext uri="{FF2B5EF4-FFF2-40B4-BE49-F238E27FC236}">
                            <a16:creationId xmlns:a16="http://schemas.microsoft.com/office/drawing/2014/main" id="{0D95119F-1CDC-4879-A19A-F7E211BCEA6B}"/>
                          </a:ext>
                        </a:extLst>
                      </p:cNvPr>
                      <p:cNvPicPr>
                        <a:picLocks noChangeAspect="1" noChangeArrowheads="1"/>
                      </p:cNvPicPr>
                      <p:nvPr/>
                    </p:nvPicPr>
                    <p:blipFill>
                      <a:blip r:embed="rId10"/>
                      <a:srcRect/>
                      <a:stretch>
                        <a:fillRect/>
                      </a:stretch>
                    </p:blipFill>
                    <p:spPr bwMode="auto">
                      <a:xfrm>
                        <a:off x="1980782" y="3101324"/>
                        <a:ext cx="242888" cy="298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Object 12">
            <a:extLst>
              <a:ext uri="{FF2B5EF4-FFF2-40B4-BE49-F238E27FC236}">
                <a16:creationId xmlns:a16="http://schemas.microsoft.com/office/drawing/2014/main" id="{277F0E1C-A7F6-409D-A245-AE29F87AE813}"/>
              </a:ext>
            </a:extLst>
          </p:cNvPr>
          <p:cNvGraphicFramePr>
            <a:graphicFrameLocks noChangeAspect="1"/>
          </p:cNvGraphicFramePr>
          <p:nvPr>
            <p:extLst>
              <p:ext uri="{D42A27DB-BD31-4B8C-83A1-F6EECF244321}">
                <p14:modId xmlns:p14="http://schemas.microsoft.com/office/powerpoint/2010/main" val="1549265524"/>
              </p:ext>
            </p:extLst>
          </p:nvPr>
        </p:nvGraphicFramePr>
        <p:xfrm>
          <a:off x="1971257" y="3991911"/>
          <a:ext cx="244475" cy="298450"/>
        </p:xfrm>
        <a:graphic>
          <a:graphicData uri="http://schemas.openxmlformats.org/presentationml/2006/ole">
            <mc:AlternateContent xmlns:mc="http://schemas.openxmlformats.org/markup-compatibility/2006">
              <mc:Choice xmlns:v="urn:schemas-microsoft-com:vml" Requires="v">
                <p:oleObj spid="_x0000_s10246" name="方程式" r:id="rId11" imgW="114120" imgH="139680" progId="Equation.3">
                  <p:embed/>
                </p:oleObj>
              </mc:Choice>
              <mc:Fallback>
                <p:oleObj name="方程式" r:id="rId11" imgW="114120" imgH="139680" progId="Equation.3">
                  <p:embed/>
                  <p:pic>
                    <p:nvPicPr>
                      <p:cNvPr id="17" name="Object 12">
                        <a:extLst>
                          <a:ext uri="{FF2B5EF4-FFF2-40B4-BE49-F238E27FC236}">
                            <a16:creationId xmlns:a16="http://schemas.microsoft.com/office/drawing/2014/main" id="{277F0E1C-A7F6-409D-A245-AE29F87AE813}"/>
                          </a:ext>
                        </a:extLst>
                      </p:cNvPr>
                      <p:cNvPicPr>
                        <a:picLocks noChangeAspect="1" noChangeArrowheads="1"/>
                      </p:cNvPicPr>
                      <p:nvPr/>
                    </p:nvPicPr>
                    <p:blipFill>
                      <a:blip r:embed="rId12"/>
                      <a:srcRect/>
                      <a:stretch>
                        <a:fillRect/>
                      </a:stretch>
                    </p:blipFill>
                    <p:spPr bwMode="auto">
                      <a:xfrm>
                        <a:off x="1971257" y="3991911"/>
                        <a:ext cx="244475" cy="298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Object 12">
            <a:extLst>
              <a:ext uri="{FF2B5EF4-FFF2-40B4-BE49-F238E27FC236}">
                <a16:creationId xmlns:a16="http://schemas.microsoft.com/office/drawing/2014/main" id="{3959C76B-08D7-4ADF-B11B-258E9A490620}"/>
              </a:ext>
            </a:extLst>
          </p:cNvPr>
          <p:cNvGraphicFramePr>
            <a:graphicFrameLocks noChangeAspect="1"/>
          </p:cNvGraphicFramePr>
          <p:nvPr>
            <p:extLst>
              <p:ext uri="{D42A27DB-BD31-4B8C-83A1-F6EECF244321}">
                <p14:modId xmlns:p14="http://schemas.microsoft.com/office/powerpoint/2010/main" val="2630862404"/>
              </p:ext>
            </p:extLst>
          </p:nvPr>
        </p:nvGraphicFramePr>
        <p:xfrm>
          <a:off x="2003007" y="4865036"/>
          <a:ext cx="244475" cy="298450"/>
        </p:xfrm>
        <a:graphic>
          <a:graphicData uri="http://schemas.openxmlformats.org/presentationml/2006/ole">
            <mc:AlternateContent xmlns:mc="http://schemas.openxmlformats.org/markup-compatibility/2006">
              <mc:Choice xmlns:v="urn:schemas-microsoft-com:vml" Requires="v">
                <p:oleObj spid="_x0000_s10247" name="方程式" r:id="rId13" imgW="114120" imgH="139680" progId="Equation.3">
                  <p:embed/>
                </p:oleObj>
              </mc:Choice>
              <mc:Fallback>
                <p:oleObj name="方程式" r:id="rId13" imgW="114120" imgH="139680" progId="Equation.3">
                  <p:embed/>
                  <p:pic>
                    <p:nvPicPr>
                      <p:cNvPr id="18" name="Object 12">
                        <a:extLst>
                          <a:ext uri="{FF2B5EF4-FFF2-40B4-BE49-F238E27FC236}">
                            <a16:creationId xmlns:a16="http://schemas.microsoft.com/office/drawing/2014/main" id="{3959C76B-08D7-4ADF-B11B-258E9A490620}"/>
                          </a:ext>
                        </a:extLst>
                      </p:cNvPr>
                      <p:cNvPicPr>
                        <a:picLocks noChangeAspect="1" noChangeArrowheads="1"/>
                      </p:cNvPicPr>
                      <p:nvPr/>
                    </p:nvPicPr>
                    <p:blipFill>
                      <a:blip r:embed="rId14"/>
                      <a:srcRect/>
                      <a:stretch>
                        <a:fillRect/>
                      </a:stretch>
                    </p:blipFill>
                    <p:spPr bwMode="auto">
                      <a:xfrm>
                        <a:off x="2003007" y="4865036"/>
                        <a:ext cx="244475" cy="298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19" name="直線單箭頭接點 43">
            <a:extLst>
              <a:ext uri="{FF2B5EF4-FFF2-40B4-BE49-F238E27FC236}">
                <a16:creationId xmlns:a16="http://schemas.microsoft.com/office/drawing/2014/main" id="{30AAD0EF-897F-4C95-96F2-68EC85B18FAD}"/>
              </a:ext>
            </a:extLst>
          </p:cNvPr>
          <p:cNvCxnSpPr/>
          <p:nvPr/>
        </p:nvCxnSpPr>
        <p:spPr>
          <a:xfrm flipV="1">
            <a:off x="2390811" y="4119707"/>
            <a:ext cx="1182913" cy="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線單箭頭接點 44">
            <a:extLst>
              <a:ext uri="{FF2B5EF4-FFF2-40B4-BE49-F238E27FC236}">
                <a16:creationId xmlns:a16="http://schemas.microsoft.com/office/drawing/2014/main" id="{F8C1570B-37E3-4FD8-BFEB-FA230E1F2E7A}"/>
              </a:ext>
            </a:extLst>
          </p:cNvPr>
          <p:cNvCxnSpPr/>
          <p:nvPr/>
        </p:nvCxnSpPr>
        <p:spPr>
          <a:xfrm>
            <a:off x="2390811" y="5005631"/>
            <a:ext cx="1735363"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線單箭頭接點 45">
            <a:extLst>
              <a:ext uri="{FF2B5EF4-FFF2-40B4-BE49-F238E27FC236}">
                <a16:creationId xmlns:a16="http://schemas.microsoft.com/office/drawing/2014/main" id="{747F33B1-51C4-431F-BD29-A6866984EFAC}"/>
              </a:ext>
            </a:extLst>
          </p:cNvPr>
          <p:cNvCxnSpPr/>
          <p:nvPr/>
        </p:nvCxnSpPr>
        <p:spPr>
          <a:xfrm>
            <a:off x="2390811" y="3231726"/>
            <a:ext cx="504371"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2" name="Object 12">
            <a:extLst>
              <a:ext uri="{FF2B5EF4-FFF2-40B4-BE49-F238E27FC236}">
                <a16:creationId xmlns:a16="http://schemas.microsoft.com/office/drawing/2014/main" id="{B480D8CF-C3E9-4488-A374-8002BC89C0A5}"/>
              </a:ext>
            </a:extLst>
          </p:cNvPr>
          <p:cNvGraphicFramePr>
            <a:graphicFrameLocks noChangeAspect="1"/>
          </p:cNvGraphicFramePr>
          <p:nvPr>
            <p:extLst>
              <p:ext uri="{D42A27DB-BD31-4B8C-83A1-F6EECF244321}">
                <p14:modId xmlns:p14="http://schemas.microsoft.com/office/powerpoint/2010/main" val="3653583560"/>
              </p:ext>
            </p:extLst>
          </p:nvPr>
        </p:nvGraphicFramePr>
        <p:xfrm>
          <a:off x="2960485" y="2891738"/>
          <a:ext cx="433387" cy="487362"/>
        </p:xfrm>
        <a:graphic>
          <a:graphicData uri="http://schemas.openxmlformats.org/presentationml/2006/ole">
            <mc:AlternateContent xmlns:mc="http://schemas.openxmlformats.org/markup-compatibility/2006">
              <mc:Choice xmlns:v="urn:schemas-microsoft-com:vml" Requires="v">
                <p:oleObj spid="_x0000_s10248" name="方程式" r:id="rId15" imgW="203040" imgH="228600" progId="Equation.3">
                  <p:embed/>
                </p:oleObj>
              </mc:Choice>
              <mc:Fallback>
                <p:oleObj name="方程式" r:id="rId15" imgW="203040" imgH="228600" progId="Equation.3">
                  <p:embed/>
                  <p:pic>
                    <p:nvPicPr>
                      <p:cNvPr id="22" name="Object 12">
                        <a:extLst>
                          <a:ext uri="{FF2B5EF4-FFF2-40B4-BE49-F238E27FC236}">
                            <a16:creationId xmlns:a16="http://schemas.microsoft.com/office/drawing/2014/main" id="{B480D8CF-C3E9-4488-A374-8002BC89C0A5}"/>
                          </a:ext>
                        </a:extLst>
                      </p:cNvPr>
                      <p:cNvPicPr>
                        <a:picLocks noChangeAspect="1" noChangeArrowheads="1"/>
                      </p:cNvPicPr>
                      <p:nvPr/>
                    </p:nvPicPr>
                    <p:blipFill>
                      <a:blip r:embed="rId16"/>
                      <a:srcRect/>
                      <a:stretch>
                        <a:fillRect/>
                      </a:stretch>
                    </p:blipFill>
                    <p:spPr bwMode="auto">
                      <a:xfrm>
                        <a:off x="2960485" y="2891738"/>
                        <a:ext cx="433387" cy="487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 name="Object 12">
            <a:extLst>
              <a:ext uri="{FF2B5EF4-FFF2-40B4-BE49-F238E27FC236}">
                <a16:creationId xmlns:a16="http://schemas.microsoft.com/office/drawing/2014/main" id="{74FC305A-65BA-4DAD-957F-CA820D045FC1}"/>
              </a:ext>
            </a:extLst>
          </p:cNvPr>
          <p:cNvGraphicFramePr>
            <a:graphicFrameLocks noChangeAspect="1"/>
          </p:cNvGraphicFramePr>
          <p:nvPr>
            <p:extLst>
              <p:ext uri="{D42A27DB-BD31-4B8C-83A1-F6EECF244321}">
                <p14:modId xmlns:p14="http://schemas.microsoft.com/office/powerpoint/2010/main" val="2594996847"/>
              </p:ext>
            </p:extLst>
          </p:nvPr>
        </p:nvGraphicFramePr>
        <p:xfrm>
          <a:off x="3678035" y="3833125"/>
          <a:ext cx="433387" cy="487363"/>
        </p:xfrm>
        <a:graphic>
          <a:graphicData uri="http://schemas.openxmlformats.org/presentationml/2006/ole">
            <mc:AlternateContent xmlns:mc="http://schemas.openxmlformats.org/markup-compatibility/2006">
              <mc:Choice xmlns:v="urn:schemas-microsoft-com:vml" Requires="v">
                <p:oleObj spid="_x0000_s10249" name="方程式" r:id="rId17" imgW="203040" imgH="228600" progId="Equation.3">
                  <p:embed/>
                </p:oleObj>
              </mc:Choice>
              <mc:Fallback>
                <p:oleObj name="方程式" r:id="rId17" imgW="203040" imgH="228600" progId="Equation.3">
                  <p:embed/>
                  <p:pic>
                    <p:nvPicPr>
                      <p:cNvPr id="23" name="Object 12">
                        <a:extLst>
                          <a:ext uri="{FF2B5EF4-FFF2-40B4-BE49-F238E27FC236}">
                            <a16:creationId xmlns:a16="http://schemas.microsoft.com/office/drawing/2014/main" id="{74FC305A-65BA-4DAD-957F-CA820D045FC1}"/>
                          </a:ext>
                        </a:extLst>
                      </p:cNvPr>
                      <p:cNvPicPr>
                        <a:picLocks noChangeAspect="1" noChangeArrowheads="1"/>
                      </p:cNvPicPr>
                      <p:nvPr/>
                    </p:nvPicPr>
                    <p:blipFill>
                      <a:blip r:embed="rId18"/>
                      <a:srcRect/>
                      <a:stretch>
                        <a:fillRect/>
                      </a:stretch>
                    </p:blipFill>
                    <p:spPr bwMode="auto">
                      <a:xfrm>
                        <a:off x="3678035" y="3833125"/>
                        <a:ext cx="433387" cy="487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Object 12">
            <a:extLst>
              <a:ext uri="{FF2B5EF4-FFF2-40B4-BE49-F238E27FC236}">
                <a16:creationId xmlns:a16="http://schemas.microsoft.com/office/drawing/2014/main" id="{43680DB1-A0E2-47C7-AC63-140AB7D1CDE6}"/>
              </a:ext>
            </a:extLst>
          </p:cNvPr>
          <p:cNvGraphicFramePr>
            <a:graphicFrameLocks noChangeAspect="1"/>
          </p:cNvGraphicFramePr>
          <p:nvPr>
            <p:extLst>
              <p:ext uri="{D42A27DB-BD31-4B8C-83A1-F6EECF244321}">
                <p14:modId xmlns:p14="http://schemas.microsoft.com/office/powerpoint/2010/main" val="1436242543"/>
              </p:ext>
            </p:extLst>
          </p:nvPr>
        </p:nvGraphicFramePr>
        <p:xfrm>
          <a:off x="4220960" y="4717363"/>
          <a:ext cx="433387" cy="487362"/>
        </p:xfrm>
        <a:graphic>
          <a:graphicData uri="http://schemas.openxmlformats.org/presentationml/2006/ole">
            <mc:AlternateContent xmlns:mc="http://schemas.openxmlformats.org/markup-compatibility/2006">
              <mc:Choice xmlns:v="urn:schemas-microsoft-com:vml" Requires="v">
                <p:oleObj spid="_x0000_s10250" name="方程式" r:id="rId19" imgW="203040" imgH="228600" progId="Equation.3">
                  <p:embed/>
                </p:oleObj>
              </mc:Choice>
              <mc:Fallback>
                <p:oleObj name="方程式" r:id="rId19" imgW="203040" imgH="228600" progId="Equation.3">
                  <p:embed/>
                  <p:pic>
                    <p:nvPicPr>
                      <p:cNvPr id="24" name="Object 12">
                        <a:extLst>
                          <a:ext uri="{FF2B5EF4-FFF2-40B4-BE49-F238E27FC236}">
                            <a16:creationId xmlns:a16="http://schemas.microsoft.com/office/drawing/2014/main" id="{43680DB1-A0E2-47C7-AC63-140AB7D1CDE6}"/>
                          </a:ext>
                        </a:extLst>
                      </p:cNvPr>
                      <p:cNvPicPr>
                        <a:picLocks noChangeAspect="1" noChangeArrowheads="1"/>
                      </p:cNvPicPr>
                      <p:nvPr/>
                    </p:nvPicPr>
                    <p:blipFill>
                      <a:blip r:embed="rId20"/>
                      <a:srcRect/>
                      <a:stretch>
                        <a:fillRect/>
                      </a:stretch>
                    </p:blipFill>
                    <p:spPr bwMode="auto">
                      <a:xfrm>
                        <a:off x="4220960" y="4717363"/>
                        <a:ext cx="433387" cy="487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5" name="群組 26">
            <a:extLst>
              <a:ext uri="{FF2B5EF4-FFF2-40B4-BE49-F238E27FC236}">
                <a16:creationId xmlns:a16="http://schemas.microsoft.com/office/drawing/2014/main" id="{EEABE118-8E9F-4B40-9414-D4AD258BC06C}"/>
              </a:ext>
            </a:extLst>
          </p:cNvPr>
          <p:cNvGrpSpPr/>
          <p:nvPr/>
        </p:nvGrpSpPr>
        <p:grpSpPr>
          <a:xfrm>
            <a:off x="3528675" y="5538756"/>
            <a:ext cx="520319" cy="520319"/>
            <a:chOff x="3342651" y="3507082"/>
            <a:chExt cx="520319" cy="520319"/>
          </a:xfrm>
        </p:grpSpPr>
        <p:sp>
          <p:nvSpPr>
            <p:cNvPr id="26" name="矩形 27">
              <a:extLst>
                <a:ext uri="{FF2B5EF4-FFF2-40B4-BE49-F238E27FC236}">
                  <a16:creationId xmlns:a16="http://schemas.microsoft.com/office/drawing/2014/main" id="{CD546EF0-33A7-46A5-A98B-611D48C6B62B}"/>
                </a:ext>
              </a:extLst>
            </p:cNvPr>
            <p:cNvSpPr/>
            <p:nvPr/>
          </p:nvSpPr>
          <p:spPr>
            <a:xfrm>
              <a:off x="3342651" y="3507082"/>
              <a:ext cx="520319" cy="520319"/>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graphicFrame>
          <p:nvGraphicFramePr>
            <p:cNvPr id="27" name="Object 12">
              <a:extLst>
                <a:ext uri="{FF2B5EF4-FFF2-40B4-BE49-F238E27FC236}">
                  <a16:creationId xmlns:a16="http://schemas.microsoft.com/office/drawing/2014/main" id="{916A3C4A-61A0-4B90-8F42-500F5AC8B6A5}"/>
                </a:ext>
              </a:extLst>
            </p:cNvPr>
            <p:cNvGraphicFramePr>
              <a:graphicFrameLocks noChangeAspect="1"/>
            </p:cNvGraphicFramePr>
            <p:nvPr/>
          </p:nvGraphicFramePr>
          <p:xfrm>
            <a:off x="3435128" y="3545009"/>
            <a:ext cx="385763" cy="387350"/>
          </p:xfrm>
          <a:graphic>
            <a:graphicData uri="http://schemas.openxmlformats.org/presentationml/2006/ole">
              <mc:AlternateContent xmlns:mc="http://schemas.openxmlformats.org/markup-compatibility/2006">
                <mc:Choice xmlns:v="urn:schemas-microsoft-com:vml" Requires="v">
                  <p:oleObj spid="_x0000_s10251" name="方程式" r:id="rId21" imgW="139680" imgH="139680" progId="Equation.3">
                    <p:embed/>
                  </p:oleObj>
                </mc:Choice>
                <mc:Fallback>
                  <p:oleObj name="方程式" r:id="rId21" imgW="139680" imgH="139680" progId="Equation.3">
                    <p:embed/>
                    <p:pic>
                      <p:nvPicPr>
                        <p:cNvPr id="27" name="Object 12">
                          <a:extLst>
                            <a:ext uri="{FF2B5EF4-FFF2-40B4-BE49-F238E27FC236}">
                              <a16:creationId xmlns:a16="http://schemas.microsoft.com/office/drawing/2014/main" id="{916A3C4A-61A0-4B90-8F42-500F5AC8B6A5}"/>
                            </a:ext>
                          </a:extLst>
                        </p:cNvPr>
                        <p:cNvPicPr>
                          <a:picLocks noChangeAspect="1" noChangeArrowheads="1"/>
                        </p:cNvPicPr>
                        <p:nvPr/>
                      </p:nvPicPr>
                      <p:blipFill>
                        <a:blip r:embed="rId22"/>
                        <a:srcRect/>
                        <a:stretch>
                          <a:fillRect/>
                        </a:stretch>
                      </p:blipFill>
                      <p:spPr bwMode="auto">
                        <a:xfrm>
                          <a:off x="3435128" y="3545009"/>
                          <a:ext cx="385763" cy="387350"/>
                        </a:xfrm>
                        <a:prstGeom prst="rect">
                          <a:avLst/>
                        </a:prstGeom>
                        <a:noFill/>
                      </p:spPr>
                    </p:pic>
                  </p:oleObj>
                </mc:Fallback>
              </mc:AlternateContent>
            </a:graphicData>
          </a:graphic>
        </p:graphicFrame>
      </p:grpSp>
      <p:graphicFrame>
        <p:nvGraphicFramePr>
          <p:cNvPr id="28" name="Object 12">
            <a:extLst>
              <a:ext uri="{FF2B5EF4-FFF2-40B4-BE49-F238E27FC236}">
                <a16:creationId xmlns:a16="http://schemas.microsoft.com/office/drawing/2014/main" id="{B6DF3E20-1E97-4666-B391-54183FA5D677}"/>
              </a:ext>
            </a:extLst>
          </p:cNvPr>
          <p:cNvGraphicFramePr>
            <a:graphicFrameLocks noChangeAspect="1"/>
          </p:cNvGraphicFramePr>
          <p:nvPr>
            <p:extLst>
              <p:ext uri="{D42A27DB-BD31-4B8C-83A1-F6EECF244321}">
                <p14:modId xmlns:p14="http://schemas.microsoft.com/office/powerpoint/2010/main" val="2126755167"/>
              </p:ext>
            </p:extLst>
          </p:nvPr>
        </p:nvGraphicFramePr>
        <p:xfrm>
          <a:off x="7459460" y="2771088"/>
          <a:ext cx="2032000" cy="947737"/>
        </p:xfrm>
        <a:graphic>
          <a:graphicData uri="http://schemas.openxmlformats.org/presentationml/2006/ole">
            <mc:AlternateContent xmlns:mc="http://schemas.openxmlformats.org/markup-compatibility/2006">
              <mc:Choice xmlns:v="urn:schemas-microsoft-com:vml" Requires="v">
                <p:oleObj spid="_x0000_s10252" name="方程式" r:id="rId23" imgW="952200" imgH="444240" progId="Equation.3">
                  <p:embed/>
                </p:oleObj>
              </mc:Choice>
              <mc:Fallback>
                <p:oleObj name="方程式" r:id="rId23" imgW="952200" imgH="444240" progId="Equation.3">
                  <p:embed/>
                  <p:pic>
                    <p:nvPicPr>
                      <p:cNvPr id="28" name="Object 12">
                        <a:extLst>
                          <a:ext uri="{FF2B5EF4-FFF2-40B4-BE49-F238E27FC236}">
                            <a16:creationId xmlns:a16="http://schemas.microsoft.com/office/drawing/2014/main" id="{B6DF3E20-1E97-4666-B391-54183FA5D677}"/>
                          </a:ext>
                        </a:extLst>
                      </p:cNvPr>
                      <p:cNvPicPr>
                        <a:picLocks noChangeAspect="1" noChangeArrowheads="1"/>
                      </p:cNvPicPr>
                      <p:nvPr/>
                    </p:nvPicPr>
                    <p:blipFill>
                      <a:blip r:embed="rId24"/>
                      <a:srcRect/>
                      <a:stretch>
                        <a:fillRect/>
                      </a:stretch>
                    </p:blipFill>
                    <p:spPr bwMode="auto">
                      <a:xfrm>
                        <a:off x="7459460" y="2771088"/>
                        <a:ext cx="2032000" cy="947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 name="Object 12">
            <a:extLst>
              <a:ext uri="{FF2B5EF4-FFF2-40B4-BE49-F238E27FC236}">
                <a16:creationId xmlns:a16="http://schemas.microsoft.com/office/drawing/2014/main" id="{127870D6-A52E-42CD-AF3C-12C628EB6898}"/>
              </a:ext>
            </a:extLst>
          </p:cNvPr>
          <p:cNvGraphicFramePr>
            <a:graphicFrameLocks noChangeAspect="1"/>
          </p:cNvGraphicFramePr>
          <p:nvPr>
            <p:extLst>
              <p:ext uri="{D42A27DB-BD31-4B8C-83A1-F6EECF244321}">
                <p14:modId xmlns:p14="http://schemas.microsoft.com/office/powerpoint/2010/main" val="1425440590"/>
              </p:ext>
            </p:extLst>
          </p:nvPr>
        </p:nvGraphicFramePr>
        <p:xfrm>
          <a:off x="4109835" y="5330138"/>
          <a:ext cx="868362" cy="949325"/>
        </p:xfrm>
        <a:graphic>
          <a:graphicData uri="http://schemas.openxmlformats.org/presentationml/2006/ole">
            <mc:AlternateContent xmlns:mc="http://schemas.openxmlformats.org/markup-compatibility/2006">
              <mc:Choice xmlns:v="urn:schemas-microsoft-com:vml" Requires="v">
                <p:oleObj spid="_x0000_s10253" name="方程式" r:id="rId25" imgW="406080" imgH="444240" progId="Equation.3">
                  <p:embed/>
                </p:oleObj>
              </mc:Choice>
              <mc:Fallback>
                <p:oleObj name="方程式" r:id="rId25" imgW="406080" imgH="444240" progId="Equation.3">
                  <p:embed/>
                  <p:pic>
                    <p:nvPicPr>
                      <p:cNvPr id="29" name="Object 12">
                        <a:extLst>
                          <a:ext uri="{FF2B5EF4-FFF2-40B4-BE49-F238E27FC236}">
                            <a16:creationId xmlns:a16="http://schemas.microsoft.com/office/drawing/2014/main" id="{127870D6-A52E-42CD-AF3C-12C628EB6898}"/>
                          </a:ext>
                        </a:extLst>
                      </p:cNvPr>
                      <p:cNvPicPr>
                        <a:picLocks noChangeAspect="1" noChangeArrowheads="1"/>
                      </p:cNvPicPr>
                      <p:nvPr/>
                    </p:nvPicPr>
                    <p:blipFill>
                      <a:blip r:embed="rId26"/>
                      <a:srcRect/>
                      <a:stretch>
                        <a:fillRect/>
                      </a:stretch>
                    </p:blipFill>
                    <p:spPr bwMode="auto">
                      <a:xfrm>
                        <a:off x="4109835" y="5330138"/>
                        <a:ext cx="868362" cy="949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0" name="群組 39">
            <a:extLst>
              <a:ext uri="{FF2B5EF4-FFF2-40B4-BE49-F238E27FC236}">
                <a16:creationId xmlns:a16="http://schemas.microsoft.com/office/drawing/2014/main" id="{482417EF-FB46-4BF9-B3B0-D3AE2FF921C2}"/>
              </a:ext>
            </a:extLst>
          </p:cNvPr>
          <p:cNvGrpSpPr/>
          <p:nvPr/>
        </p:nvGrpSpPr>
        <p:grpSpPr>
          <a:xfrm>
            <a:off x="5077653" y="2996119"/>
            <a:ext cx="520319" cy="520319"/>
            <a:chOff x="3342651" y="3507082"/>
            <a:chExt cx="520319" cy="520319"/>
          </a:xfrm>
        </p:grpSpPr>
        <p:sp>
          <p:nvSpPr>
            <p:cNvPr id="31" name="矩形 49">
              <a:extLst>
                <a:ext uri="{FF2B5EF4-FFF2-40B4-BE49-F238E27FC236}">
                  <a16:creationId xmlns:a16="http://schemas.microsoft.com/office/drawing/2014/main" id="{4978399C-44A3-47C4-85ED-82971000A5C8}"/>
                </a:ext>
              </a:extLst>
            </p:cNvPr>
            <p:cNvSpPr/>
            <p:nvPr/>
          </p:nvSpPr>
          <p:spPr>
            <a:xfrm>
              <a:off x="3342651" y="3507082"/>
              <a:ext cx="520319" cy="520319"/>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graphicFrame>
          <p:nvGraphicFramePr>
            <p:cNvPr id="32" name="Object 12">
              <a:extLst>
                <a:ext uri="{FF2B5EF4-FFF2-40B4-BE49-F238E27FC236}">
                  <a16:creationId xmlns:a16="http://schemas.microsoft.com/office/drawing/2014/main" id="{51D9BF84-59FD-441B-A548-8A195702D62D}"/>
                </a:ext>
              </a:extLst>
            </p:cNvPr>
            <p:cNvGraphicFramePr>
              <a:graphicFrameLocks noChangeAspect="1"/>
            </p:cNvGraphicFramePr>
            <p:nvPr/>
          </p:nvGraphicFramePr>
          <p:xfrm>
            <a:off x="3452214" y="3562455"/>
            <a:ext cx="350837" cy="352425"/>
          </p:xfrm>
          <a:graphic>
            <a:graphicData uri="http://schemas.openxmlformats.org/presentationml/2006/ole">
              <mc:AlternateContent xmlns:mc="http://schemas.openxmlformats.org/markup-compatibility/2006">
                <mc:Choice xmlns:v="urn:schemas-microsoft-com:vml" Requires="v">
                  <p:oleObj spid="_x0000_s10254" name="方程式" r:id="rId27" imgW="126720" imgH="126720" progId="Equation.3">
                    <p:embed/>
                  </p:oleObj>
                </mc:Choice>
                <mc:Fallback>
                  <p:oleObj name="方程式" r:id="rId27" imgW="126720" imgH="126720" progId="Equation.3">
                    <p:embed/>
                    <p:pic>
                      <p:nvPicPr>
                        <p:cNvPr id="32" name="Object 12">
                          <a:extLst>
                            <a:ext uri="{FF2B5EF4-FFF2-40B4-BE49-F238E27FC236}">
                              <a16:creationId xmlns:a16="http://schemas.microsoft.com/office/drawing/2014/main" id="{51D9BF84-59FD-441B-A548-8A195702D62D}"/>
                            </a:ext>
                          </a:extLst>
                        </p:cNvPr>
                        <p:cNvPicPr>
                          <a:picLocks noChangeAspect="1" noChangeArrowheads="1"/>
                        </p:cNvPicPr>
                        <p:nvPr/>
                      </p:nvPicPr>
                      <p:blipFill>
                        <a:blip r:embed="rId28"/>
                        <a:srcRect/>
                        <a:stretch>
                          <a:fillRect/>
                        </a:stretch>
                      </p:blipFill>
                      <p:spPr bwMode="auto">
                        <a:xfrm>
                          <a:off x="3452214" y="3562455"/>
                          <a:ext cx="350837" cy="352425"/>
                        </a:xfrm>
                        <a:prstGeom prst="rect">
                          <a:avLst/>
                        </a:prstGeom>
                        <a:noFill/>
                      </p:spPr>
                    </p:pic>
                  </p:oleObj>
                </mc:Fallback>
              </mc:AlternateContent>
            </a:graphicData>
          </a:graphic>
        </p:graphicFrame>
      </p:grpSp>
      <p:grpSp>
        <p:nvGrpSpPr>
          <p:cNvPr id="33" name="群組 51">
            <a:extLst>
              <a:ext uri="{FF2B5EF4-FFF2-40B4-BE49-F238E27FC236}">
                <a16:creationId xmlns:a16="http://schemas.microsoft.com/office/drawing/2014/main" id="{1F13487D-C9C1-49A6-BAD7-C9AA1C87D982}"/>
              </a:ext>
            </a:extLst>
          </p:cNvPr>
          <p:cNvGrpSpPr/>
          <p:nvPr/>
        </p:nvGrpSpPr>
        <p:grpSpPr>
          <a:xfrm>
            <a:off x="5726266" y="3898899"/>
            <a:ext cx="520319" cy="520319"/>
            <a:chOff x="3342651" y="3507082"/>
            <a:chExt cx="520319" cy="520319"/>
          </a:xfrm>
        </p:grpSpPr>
        <p:sp>
          <p:nvSpPr>
            <p:cNvPr id="34" name="矩形 52">
              <a:extLst>
                <a:ext uri="{FF2B5EF4-FFF2-40B4-BE49-F238E27FC236}">
                  <a16:creationId xmlns:a16="http://schemas.microsoft.com/office/drawing/2014/main" id="{21DC8D78-A80C-4A2B-9274-7B17C0E77544}"/>
                </a:ext>
              </a:extLst>
            </p:cNvPr>
            <p:cNvSpPr/>
            <p:nvPr/>
          </p:nvSpPr>
          <p:spPr>
            <a:xfrm>
              <a:off x="3342651" y="3507082"/>
              <a:ext cx="520319" cy="520319"/>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graphicFrame>
          <p:nvGraphicFramePr>
            <p:cNvPr id="35" name="Object 12">
              <a:extLst>
                <a:ext uri="{FF2B5EF4-FFF2-40B4-BE49-F238E27FC236}">
                  <a16:creationId xmlns:a16="http://schemas.microsoft.com/office/drawing/2014/main" id="{1E1835CD-6F34-4ECE-9483-7DADC5C637FC}"/>
                </a:ext>
              </a:extLst>
            </p:cNvPr>
            <p:cNvGraphicFramePr>
              <a:graphicFrameLocks noChangeAspect="1"/>
            </p:cNvGraphicFramePr>
            <p:nvPr/>
          </p:nvGraphicFramePr>
          <p:xfrm>
            <a:off x="3452978" y="3563248"/>
            <a:ext cx="349250" cy="352425"/>
          </p:xfrm>
          <a:graphic>
            <a:graphicData uri="http://schemas.openxmlformats.org/presentationml/2006/ole">
              <mc:AlternateContent xmlns:mc="http://schemas.openxmlformats.org/markup-compatibility/2006">
                <mc:Choice xmlns:v="urn:schemas-microsoft-com:vml" Requires="v">
                  <p:oleObj spid="_x0000_s10255" name="方程式" r:id="rId29" imgW="126720" imgH="126720" progId="Equation.3">
                    <p:embed/>
                  </p:oleObj>
                </mc:Choice>
                <mc:Fallback>
                  <p:oleObj name="方程式" r:id="rId29" imgW="126720" imgH="126720" progId="Equation.3">
                    <p:embed/>
                    <p:pic>
                      <p:nvPicPr>
                        <p:cNvPr id="35" name="Object 12">
                          <a:extLst>
                            <a:ext uri="{FF2B5EF4-FFF2-40B4-BE49-F238E27FC236}">
                              <a16:creationId xmlns:a16="http://schemas.microsoft.com/office/drawing/2014/main" id="{1E1835CD-6F34-4ECE-9483-7DADC5C637FC}"/>
                            </a:ext>
                          </a:extLst>
                        </p:cNvPr>
                        <p:cNvPicPr>
                          <a:picLocks noChangeAspect="1" noChangeArrowheads="1"/>
                        </p:cNvPicPr>
                        <p:nvPr/>
                      </p:nvPicPr>
                      <p:blipFill>
                        <a:blip r:embed="rId30"/>
                        <a:srcRect/>
                        <a:stretch>
                          <a:fillRect/>
                        </a:stretch>
                      </p:blipFill>
                      <p:spPr bwMode="auto">
                        <a:xfrm>
                          <a:off x="3452978" y="3563248"/>
                          <a:ext cx="349250" cy="352425"/>
                        </a:xfrm>
                        <a:prstGeom prst="rect">
                          <a:avLst/>
                        </a:prstGeom>
                        <a:noFill/>
                      </p:spPr>
                    </p:pic>
                  </p:oleObj>
                </mc:Fallback>
              </mc:AlternateContent>
            </a:graphicData>
          </a:graphic>
        </p:graphicFrame>
      </p:grpSp>
      <p:grpSp>
        <p:nvGrpSpPr>
          <p:cNvPr id="36" name="群組 54">
            <a:extLst>
              <a:ext uri="{FF2B5EF4-FFF2-40B4-BE49-F238E27FC236}">
                <a16:creationId xmlns:a16="http://schemas.microsoft.com/office/drawing/2014/main" id="{89D007A5-4D02-45C5-A81E-25A1082E3C6D}"/>
              </a:ext>
            </a:extLst>
          </p:cNvPr>
          <p:cNvGrpSpPr/>
          <p:nvPr/>
        </p:nvGrpSpPr>
        <p:grpSpPr>
          <a:xfrm>
            <a:off x="6382377" y="4801340"/>
            <a:ext cx="520319" cy="520319"/>
            <a:chOff x="3342651" y="3507082"/>
            <a:chExt cx="520319" cy="520319"/>
          </a:xfrm>
        </p:grpSpPr>
        <p:sp>
          <p:nvSpPr>
            <p:cNvPr id="37" name="矩形 55">
              <a:extLst>
                <a:ext uri="{FF2B5EF4-FFF2-40B4-BE49-F238E27FC236}">
                  <a16:creationId xmlns:a16="http://schemas.microsoft.com/office/drawing/2014/main" id="{B31C4226-51F7-4164-B53F-6B8071DA4EFF}"/>
                </a:ext>
              </a:extLst>
            </p:cNvPr>
            <p:cNvSpPr/>
            <p:nvPr/>
          </p:nvSpPr>
          <p:spPr>
            <a:xfrm>
              <a:off x="3342651" y="3507082"/>
              <a:ext cx="520319" cy="520319"/>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TW" altLang="en-US"/>
            </a:p>
          </p:txBody>
        </p:sp>
        <p:graphicFrame>
          <p:nvGraphicFramePr>
            <p:cNvPr id="38" name="Object 12">
              <a:extLst>
                <a:ext uri="{FF2B5EF4-FFF2-40B4-BE49-F238E27FC236}">
                  <a16:creationId xmlns:a16="http://schemas.microsoft.com/office/drawing/2014/main" id="{98B8A739-5898-4A63-B227-4008F1618826}"/>
                </a:ext>
              </a:extLst>
            </p:cNvPr>
            <p:cNvGraphicFramePr>
              <a:graphicFrameLocks noChangeAspect="1"/>
            </p:cNvGraphicFramePr>
            <p:nvPr/>
          </p:nvGraphicFramePr>
          <p:xfrm>
            <a:off x="3452002" y="3562263"/>
            <a:ext cx="350837" cy="352425"/>
          </p:xfrm>
          <a:graphic>
            <a:graphicData uri="http://schemas.openxmlformats.org/presentationml/2006/ole">
              <mc:AlternateContent xmlns:mc="http://schemas.openxmlformats.org/markup-compatibility/2006">
                <mc:Choice xmlns:v="urn:schemas-microsoft-com:vml" Requires="v">
                  <p:oleObj spid="_x0000_s10256" name="方程式" r:id="rId31" imgW="126720" imgH="126720" progId="Equation.3">
                    <p:embed/>
                  </p:oleObj>
                </mc:Choice>
                <mc:Fallback>
                  <p:oleObj name="方程式" r:id="rId31" imgW="126720" imgH="126720" progId="Equation.3">
                    <p:embed/>
                    <p:pic>
                      <p:nvPicPr>
                        <p:cNvPr id="38" name="Object 12">
                          <a:extLst>
                            <a:ext uri="{FF2B5EF4-FFF2-40B4-BE49-F238E27FC236}">
                              <a16:creationId xmlns:a16="http://schemas.microsoft.com/office/drawing/2014/main" id="{98B8A739-5898-4A63-B227-4008F1618826}"/>
                            </a:ext>
                          </a:extLst>
                        </p:cNvPr>
                        <p:cNvPicPr>
                          <a:picLocks noChangeAspect="1" noChangeArrowheads="1"/>
                        </p:cNvPicPr>
                        <p:nvPr/>
                      </p:nvPicPr>
                      <p:blipFill>
                        <a:blip r:embed="rId32"/>
                        <a:srcRect/>
                        <a:stretch>
                          <a:fillRect/>
                        </a:stretch>
                      </p:blipFill>
                      <p:spPr bwMode="auto">
                        <a:xfrm>
                          <a:off x="3452002" y="3562263"/>
                          <a:ext cx="350837" cy="352425"/>
                        </a:xfrm>
                        <a:prstGeom prst="rect">
                          <a:avLst/>
                        </a:prstGeom>
                        <a:noFill/>
                      </p:spPr>
                    </p:pic>
                  </p:oleObj>
                </mc:Fallback>
              </mc:AlternateContent>
            </a:graphicData>
          </a:graphic>
        </p:graphicFrame>
      </p:grpSp>
      <p:cxnSp>
        <p:nvCxnSpPr>
          <p:cNvPr id="39" name="直線單箭頭接點 57">
            <a:extLst>
              <a:ext uri="{FF2B5EF4-FFF2-40B4-BE49-F238E27FC236}">
                <a16:creationId xmlns:a16="http://schemas.microsoft.com/office/drawing/2014/main" id="{FC919A34-AA13-417E-BF68-6E0CA7E56D9B}"/>
              </a:ext>
            </a:extLst>
          </p:cNvPr>
          <p:cNvCxnSpPr/>
          <p:nvPr/>
        </p:nvCxnSpPr>
        <p:spPr>
          <a:xfrm>
            <a:off x="2576775" y="3250776"/>
            <a:ext cx="0" cy="2548140"/>
          </a:xfrm>
          <a:prstGeom prst="straightConnector1">
            <a:avLst/>
          </a:prstGeom>
          <a:ln w="5715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40" name="直線單箭頭接點 58">
            <a:extLst>
              <a:ext uri="{FF2B5EF4-FFF2-40B4-BE49-F238E27FC236}">
                <a16:creationId xmlns:a16="http://schemas.microsoft.com/office/drawing/2014/main" id="{B27E4BF0-ACA2-47BE-B526-1A3C69A11183}"/>
              </a:ext>
            </a:extLst>
          </p:cNvPr>
          <p:cNvCxnSpPr/>
          <p:nvPr/>
        </p:nvCxnSpPr>
        <p:spPr>
          <a:xfrm>
            <a:off x="2576775" y="5779866"/>
            <a:ext cx="911678"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線單箭頭接點 59">
            <a:extLst>
              <a:ext uri="{FF2B5EF4-FFF2-40B4-BE49-F238E27FC236}">
                <a16:creationId xmlns:a16="http://schemas.microsoft.com/office/drawing/2014/main" id="{19DB381B-F1A1-4B65-B4C5-604D0D5F996E}"/>
              </a:ext>
            </a:extLst>
          </p:cNvPr>
          <p:cNvCxnSpPr/>
          <p:nvPr/>
        </p:nvCxnSpPr>
        <p:spPr>
          <a:xfrm>
            <a:off x="2895182" y="4141136"/>
            <a:ext cx="0" cy="1666105"/>
          </a:xfrm>
          <a:prstGeom prst="straightConnector1">
            <a:avLst/>
          </a:prstGeom>
          <a:ln w="5715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42" name="直線單箭頭接點 60">
            <a:extLst>
              <a:ext uri="{FF2B5EF4-FFF2-40B4-BE49-F238E27FC236}">
                <a16:creationId xmlns:a16="http://schemas.microsoft.com/office/drawing/2014/main" id="{20FB3ACF-A41B-4AED-AE8A-10068C1A068A}"/>
              </a:ext>
            </a:extLst>
          </p:cNvPr>
          <p:cNvCxnSpPr/>
          <p:nvPr/>
        </p:nvCxnSpPr>
        <p:spPr>
          <a:xfrm>
            <a:off x="3178430" y="5005631"/>
            <a:ext cx="0" cy="777875"/>
          </a:xfrm>
          <a:prstGeom prst="straightConnector1">
            <a:avLst/>
          </a:prstGeom>
          <a:ln w="5715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43" name="直線單箭頭接點 61">
            <a:extLst>
              <a:ext uri="{FF2B5EF4-FFF2-40B4-BE49-F238E27FC236}">
                <a16:creationId xmlns:a16="http://schemas.microsoft.com/office/drawing/2014/main" id="{C6598875-9DD6-4196-AD83-AEC6E5FE2E3F}"/>
              </a:ext>
            </a:extLst>
          </p:cNvPr>
          <p:cNvCxnSpPr/>
          <p:nvPr/>
        </p:nvCxnSpPr>
        <p:spPr>
          <a:xfrm>
            <a:off x="3472010" y="3224719"/>
            <a:ext cx="1605643"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線單箭頭接點 62">
            <a:extLst>
              <a:ext uri="{FF2B5EF4-FFF2-40B4-BE49-F238E27FC236}">
                <a16:creationId xmlns:a16="http://schemas.microsoft.com/office/drawing/2014/main" id="{D25E6BD9-DDE4-4F91-94EF-370FBA0127C2}"/>
              </a:ext>
            </a:extLst>
          </p:cNvPr>
          <p:cNvCxnSpPr/>
          <p:nvPr/>
        </p:nvCxnSpPr>
        <p:spPr>
          <a:xfrm>
            <a:off x="4126174" y="4141136"/>
            <a:ext cx="1600092"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線單箭頭接點 70">
            <a:extLst>
              <a:ext uri="{FF2B5EF4-FFF2-40B4-BE49-F238E27FC236}">
                <a16:creationId xmlns:a16="http://schemas.microsoft.com/office/drawing/2014/main" id="{7303A36D-8B7C-4A40-953B-E23EA2160FB3}"/>
              </a:ext>
            </a:extLst>
          </p:cNvPr>
          <p:cNvCxnSpPr/>
          <p:nvPr/>
        </p:nvCxnSpPr>
        <p:spPr>
          <a:xfrm>
            <a:off x="5608392" y="3231499"/>
            <a:ext cx="1755881"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線單箭頭接點 71">
            <a:extLst>
              <a:ext uri="{FF2B5EF4-FFF2-40B4-BE49-F238E27FC236}">
                <a16:creationId xmlns:a16="http://schemas.microsoft.com/office/drawing/2014/main" id="{3ED0545E-3885-4133-99D4-E1F3516D70FE}"/>
              </a:ext>
            </a:extLst>
          </p:cNvPr>
          <p:cNvCxnSpPr/>
          <p:nvPr/>
        </p:nvCxnSpPr>
        <p:spPr>
          <a:xfrm>
            <a:off x="6288612" y="4141136"/>
            <a:ext cx="1075661"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線單箭頭接點 72">
            <a:extLst>
              <a:ext uri="{FF2B5EF4-FFF2-40B4-BE49-F238E27FC236}">
                <a16:creationId xmlns:a16="http://schemas.microsoft.com/office/drawing/2014/main" id="{FB5F9D8E-BFA8-4831-9C86-0DD6A16A9AC6}"/>
              </a:ext>
            </a:extLst>
          </p:cNvPr>
          <p:cNvCxnSpPr/>
          <p:nvPr/>
        </p:nvCxnSpPr>
        <p:spPr>
          <a:xfrm>
            <a:off x="6883562" y="4993802"/>
            <a:ext cx="480711"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直線單箭頭接點 74">
            <a:extLst>
              <a:ext uri="{FF2B5EF4-FFF2-40B4-BE49-F238E27FC236}">
                <a16:creationId xmlns:a16="http://schemas.microsoft.com/office/drawing/2014/main" id="{9684EA17-87C8-4F7A-8C87-60A0A342D3FE}"/>
              </a:ext>
            </a:extLst>
          </p:cNvPr>
          <p:cNvCxnSpPr/>
          <p:nvPr/>
        </p:nvCxnSpPr>
        <p:spPr>
          <a:xfrm>
            <a:off x="5362634" y="3530869"/>
            <a:ext cx="0" cy="2239489"/>
          </a:xfrm>
          <a:prstGeom prst="straightConnector1">
            <a:avLst/>
          </a:prstGeom>
          <a:ln w="571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9" name="直線單箭頭接點 75">
            <a:extLst>
              <a:ext uri="{FF2B5EF4-FFF2-40B4-BE49-F238E27FC236}">
                <a16:creationId xmlns:a16="http://schemas.microsoft.com/office/drawing/2014/main" id="{555D082D-9866-4BD6-A5B3-8C4990156BEF}"/>
              </a:ext>
            </a:extLst>
          </p:cNvPr>
          <p:cNvCxnSpPr/>
          <p:nvPr/>
        </p:nvCxnSpPr>
        <p:spPr>
          <a:xfrm>
            <a:off x="5986425" y="4392970"/>
            <a:ext cx="0" cy="1414271"/>
          </a:xfrm>
          <a:prstGeom prst="straightConnector1">
            <a:avLst/>
          </a:prstGeom>
          <a:ln w="571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50" name="直線單箭頭接點 76">
            <a:extLst>
              <a:ext uri="{FF2B5EF4-FFF2-40B4-BE49-F238E27FC236}">
                <a16:creationId xmlns:a16="http://schemas.microsoft.com/office/drawing/2014/main" id="{4B13A7CA-ACF3-4B39-8384-A8929BA9D71C}"/>
              </a:ext>
            </a:extLst>
          </p:cNvPr>
          <p:cNvCxnSpPr/>
          <p:nvPr/>
        </p:nvCxnSpPr>
        <p:spPr>
          <a:xfrm>
            <a:off x="6628962" y="5281200"/>
            <a:ext cx="0" cy="526041"/>
          </a:xfrm>
          <a:prstGeom prst="straightConnector1">
            <a:avLst/>
          </a:prstGeom>
          <a:ln w="57150">
            <a:solidFill>
              <a:srgbClr val="FF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51" name="直線單箭頭接點 77">
            <a:extLst>
              <a:ext uri="{FF2B5EF4-FFF2-40B4-BE49-F238E27FC236}">
                <a16:creationId xmlns:a16="http://schemas.microsoft.com/office/drawing/2014/main" id="{4CB77876-6AE9-4007-822C-00C2B04319DB}"/>
              </a:ext>
            </a:extLst>
          </p:cNvPr>
          <p:cNvCxnSpPr/>
          <p:nvPr/>
        </p:nvCxnSpPr>
        <p:spPr>
          <a:xfrm>
            <a:off x="4937069" y="5779866"/>
            <a:ext cx="1710943" cy="0"/>
          </a:xfrm>
          <a:prstGeom prst="straightConnector1">
            <a:avLst/>
          </a:prstGeom>
          <a:ln w="5715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52" name="直線單箭頭接點 90">
            <a:extLst>
              <a:ext uri="{FF2B5EF4-FFF2-40B4-BE49-F238E27FC236}">
                <a16:creationId xmlns:a16="http://schemas.microsoft.com/office/drawing/2014/main" id="{25D854EC-FEC5-4389-BA70-537C538712FB}"/>
              </a:ext>
            </a:extLst>
          </p:cNvPr>
          <p:cNvCxnSpPr>
            <a:endCxn id="37" idx="1"/>
          </p:cNvCxnSpPr>
          <p:nvPr/>
        </p:nvCxnSpPr>
        <p:spPr>
          <a:xfrm>
            <a:off x="4631456" y="5042299"/>
            <a:ext cx="1750921" cy="1920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3" name="矩形 102">
            <a:extLst>
              <a:ext uri="{FF2B5EF4-FFF2-40B4-BE49-F238E27FC236}">
                <a16:creationId xmlns:a16="http://schemas.microsoft.com/office/drawing/2014/main" id="{C8D2973A-8E54-409D-A840-B40FD951DC3C}"/>
              </a:ext>
            </a:extLst>
          </p:cNvPr>
          <p:cNvSpPr/>
          <p:nvPr/>
        </p:nvSpPr>
        <p:spPr>
          <a:xfrm>
            <a:off x="1156848" y="2788777"/>
            <a:ext cx="493752" cy="461665"/>
          </a:xfrm>
          <a:prstGeom prst="rect">
            <a:avLst/>
          </a:prstGeom>
        </p:spPr>
        <p:txBody>
          <a:bodyPr wrap="square">
            <a:spAutoFit/>
          </a:bodyPr>
          <a:lstStyle/>
          <a:p>
            <a:r>
              <a:rPr lang="en-US" altLang="zh-TW" sz="2400" b="1" dirty="0">
                <a:solidFill>
                  <a:srgbClr val="FF0000"/>
                </a:solidFill>
              </a:rPr>
              <a:t>3</a:t>
            </a:r>
            <a:endParaRPr lang="zh-TW" altLang="en-US" sz="2400" b="1" dirty="0">
              <a:solidFill>
                <a:srgbClr val="FF0000"/>
              </a:solidFill>
            </a:endParaRPr>
          </a:p>
        </p:txBody>
      </p:sp>
      <p:sp>
        <p:nvSpPr>
          <p:cNvPr id="54" name="矩形 103">
            <a:extLst>
              <a:ext uri="{FF2B5EF4-FFF2-40B4-BE49-F238E27FC236}">
                <a16:creationId xmlns:a16="http://schemas.microsoft.com/office/drawing/2014/main" id="{65873EAA-0D9B-4512-B92D-FD863CCF5804}"/>
              </a:ext>
            </a:extLst>
          </p:cNvPr>
          <p:cNvSpPr/>
          <p:nvPr/>
        </p:nvSpPr>
        <p:spPr>
          <a:xfrm>
            <a:off x="1156575" y="4578974"/>
            <a:ext cx="461193" cy="461665"/>
          </a:xfrm>
          <a:prstGeom prst="rect">
            <a:avLst/>
          </a:prstGeom>
        </p:spPr>
        <p:txBody>
          <a:bodyPr wrap="square">
            <a:spAutoFit/>
          </a:bodyPr>
          <a:lstStyle/>
          <a:p>
            <a:r>
              <a:rPr lang="en-US" altLang="zh-TW" sz="2400" b="1" dirty="0">
                <a:solidFill>
                  <a:srgbClr val="FF0000"/>
                </a:solidFill>
              </a:rPr>
              <a:t>-3</a:t>
            </a:r>
            <a:endParaRPr lang="zh-TW" altLang="en-US" sz="2400" b="1" dirty="0">
              <a:solidFill>
                <a:srgbClr val="FF0000"/>
              </a:solidFill>
            </a:endParaRPr>
          </a:p>
        </p:txBody>
      </p:sp>
      <p:sp>
        <p:nvSpPr>
          <p:cNvPr id="55" name="矩形 104">
            <a:extLst>
              <a:ext uri="{FF2B5EF4-FFF2-40B4-BE49-F238E27FC236}">
                <a16:creationId xmlns:a16="http://schemas.microsoft.com/office/drawing/2014/main" id="{F1A650B7-087B-449D-81A8-43141827E832}"/>
              </a:ext>
            </a:extLst>
          </p:cNvPr>
          <p:cNvSpPr/>
          <p:nvPr/>
        </p:nvSpPr>
        <p:spPr>
          <a:xfrm>
            <a:off x="1140289" y="3705103"/>
            <a:ext cx="528324" cy="461665"/>
          </a:xfrm>
          <a:prstGeom prst="rect">
            <a:avLst/>
          </a:prstGeom>
        </p:spPr>
        <p:txBody>
          <a:bodyPr wrap="square">
            <a:spAutoFit/>
          </a:bodyPr>
          <a:lstStyle/>
          <a:p>
            <a:r>
              <a:rPr lang="en-US" altLang="zh-TW" sz="2400" b="1" dirty="0">
                <a:solidFill>
                  <a:srgbClr val="FF0000"/>
                </a:solidFill>
              </a:rPr>
              <a:t>1</a:t>
            </a:r>
            <a:endParaRPr lang="zh-TW" altLang="en-US" sz="2400" b="1" dirty="0">
              <a:solidFill>
                <a:srgbClr val="FF0000"/>
              </a:solidFill>
            </a:endParaRPr>
          </a:p>
        </p:txBody>
      </p:sp>
      <p:sp>
        <p:nvSpPr>
          <p:cNvPr id="56" name="矩形 105">
            <a:extLst>
              <a:ext uri="{FF2B5EF4-FFF2-40B4-BE49-F238E27FC236}">
                <a16:creationId xmlns:a16="http://schemas.microsoft.com/office/drawing/2014/main" id="{0ACF6A47-524A-4A63-951E-4E41E989376D}"/>
              </a:ext>
            </a:extLst>
          </p:cNvPr>
          <p:cNvSpPr/>
          <p:nvPr/>
        </p:nvSpPr>
        <p:spPr>
          <a:xfrm>
            <a:off x="4034099" y="3736352"/>
            <a:ext cx="665082" cy="461665"/>
          </a:xfrm>
          <a:prstGeom prst="rect">
            <a:avLst/>
          </a:prstGeom>
        </p:spPr>
        <p:txBody>
          <a:bodyPr wrap="square">
            <a:spAutoFit/>
          </a:bodyPr>
          <a:lstStyle/>
          <a:p>
            <a:r>
              <a:rPr lang="en-US" altLang="zh-TW" sz="2400" b="1" dirty="0">
                <a:solidFill>
                  <a:srgbClr val="FF0000"/>
                </a:solidFill>
                <a:latin typeface="+mj-lt"/>
              </a:rPr>
              <a:t>2.7</a:t>
            </a:r>
            <a:endParaRPr lang="zh-TW" altLang="en-US" sz="2400" b="1" dirty="0">
              <a:solidFill>
                <a:srgbClr val="FF0000"/>
              </a:solidFill>
              <a:latin typeface="+mj-lt"/>
            </a:endParaRPr>
          </a:p>
        </p:txBody>
      </p:sp>
      <p:sp>
        <p:nvSpPr>
          <p:cNvPr id="57" name="矩形 106">
            <a:extLst>
              <a:ext uri="{FF2B5EF4-FFF2-40B4-BE49-F238E27FC236}">
                <a16:creationId xmlns:a16="http://schemas.microsoft.com/office/drawing/2014/main" id="{EAF2EC94-37D5-413E-B0D2-1E8007A115F1}"/>
              </a:ext>
            </a:extLst>
          </p:cNvPr>
          <p:cNvSpPr/>
          <p:nvPr/>
        </p:nvSpPr>
        <p:spPr>
          <a:xfrm>
            <a:off x="3437609" y="2796997"/>
            <a:ext cx="492443" cy="461665"/>
          </a:xfrm>
          <a:prstGeom prst="rect">
            <a:avLst/>
          </a:prstGeom>
        </p:spPr>
        <p:txBody>
          <a:bodyPr wrap="none">
            <a:spAutoFit/>
          </a:bodyPr>
          <a:lstStyle/>
          <a:p>
            <a:r>
              <a:rPr lang="en-US" altLang="zh-TW" sz="2400" b="1" dirty="0">
                <a:solidFill>
                  <a:srgbClr val="FF0000"/>
                </a:solidFill>
                <a:latin typeface="+mj-lt"/>
              </a:rPr>
              <a:t>20</a:t>
            </a:r>
            <a:endParaRPr lang="zh-TW" altLang="en-US" sz="2400" b="1" dirty="0">
              <a:solidFill>
                <a:srgbClr val="FF0000"/>
              </a:solidFill>
              <a:latin typeface="+mj-lt"/>
            </a:endParaRPr>
          </a:p>
        </p:txBody>
      </p:sp>
      <p:sp>
        <p:nvSpPr>
          <p:cNvPr id="58" name="矩形 107">
            <a:extLst>
              <a:ext uri="{FF2B5EF4-FFF2-40B4-BE49-F238E27FC236}">
                <a16:creationId xmlns:a16="http://schemas.microsoft.com/office/drawing/2014/main" id="{15323E65-8036-4744-902E-B28B939005E2}"/>
              </a:ext>
            </a:extLst>
          </p:cNvPr>
          <p:cNvSpPr/>
          <p:nvPr/>
        </p:nvSpPr>
        <p:spPr>
          <a:xfrm>
            <a:off x="4577064" y="4550280"/>
            <a:ext cx="1036480" cy="461665"/>
          </a:xfrm>
          <a:prstGeom prst="rect">
            <a:avLst/>
          </a:prstGeom>
        </p:spPr>
        <p:txBody>
          <a:bodyPr wrap="square">
            <a:spAutoFit/>
          </a:bodyPr>
          <a:lstStyle/>
          <a:p>
            <a:r>
              <a:rPr lang="en-US" altLang="zh-TW" sz="2400" b="1" dirty="0">
                <a:solidFill>
                  <a:srgbClr val="FF0000"/>
                </a:solidFill>
                <a:latin typeface="+mj-lt"/>
              </a:rPr>
              <a:t>0.05</a:t>
            </a:r>
            <a:endParaRPr lang="zh-TW" altLang="en-US" sz="2400" b="1" dirty="0">
              <a:solidFill>
                <a:srgbClr val="FF0000"/>
              </a:solidFill>
              <a:latin typeface="+mj-lt"/>
            </a:endParaRPr>
          </a:p>
        </p:txBody>
      </p:sp>
      <p:sp>
        <p:nvSpPr>
          <p:cNvPr id="59" name="矩形 108">
            <a:extLst>
              <a:ext uri="{FF2B5EF4-FFF2-40B4-BE49-F238E27FC236}">
                <a16:creationId xmlns:a16="http://schemas.microsoft.com/office/drawing/2014/main" id="{84A1B50C-FA12-4B3B-8963-F679B60C35C4}"/>
              </a:ext>
            </a:extLst>
          </p:cNvPr>
          <p:cNvSpPr/>
          <p:nvPr/>
        </p:nvSpPr>
        <p:spPr>
          <a:xfrm>
            <a:off x="7023018" y="2741863"/>
            <a:ext cx="723275" cy="461665"/>
          </a:xfrm>
          <a:prstGeom prst="rect">
            <a:avLst/>
          </a:prstGeom>
        </p:spPr>
        <p:txBody>
          <a:bodyPr wrap="none">
            <a:spAutoFit/>
          </a:bodyPr>
          <a:lstStyle/>
          <a:p>
            <a:r>
              <a:rPr lang="en-US" altLang="zh-TW" sz="2400" b="1" dirty="0">
                <a:solidFill>
                  <a:srgbClr val="FF0000"/>
                </a:solidFill>
                <a:latin typeface="times" panose="02020603050405020304" pitchFamily="18" charset="0"/>
              </a:rPr>
              <a:t>0.88</a:t>
            </a:r>
            <a:endParaRPr lang="zh-TW" altLang="en-US" sz="2400" b="1" dirty="0">
              <a:solidFill>
                <a:srgbClr val="FF0000"/>
              </a:solidFill>
            </a:endParaRPr>
          </a:p>
        </p:txBody>
      </p:sp>
      <p:sp>
        <p:nvSpPr>
          <p:cNvPr id="60" name="矩形 109">
            <a:extLst>
              <a:ext uri="{FF2B5EF4-FFF2-40B4-BE49-F238E27FC236}">
                <a16:creationId xmlns:a16="http://schemas.microsoft.com/office/drawing/2014/main" id="{DFCF7691-ADAA-42B5-8DFF-9C5353141241}"/>
              </a:ext>
            </a:extLst>
          </p:cNvPr>
          <p:cNvSpPr/>
          <p:nvPr/>
        </p:nvSpPr>
        <p:spPr>
          <a:xfrm>
            <a:off x="7046813" y="3627730"/>
            <a:ext cx="723275" cy="461665"/>
          </a:xfrm>
          <a:prstGeom prst="rect">
            <a:avLst/>
          </a:prstGeom>
        </p:spPr>
        <p:txBody>
          <a:bodyPr wrap="none">
            <a:spAutoFit/>
          </a:bodyPr>
          <a:lstStyle/>
          <a:p>
            <a:r>
              <a:rPr lang="en-US" altLang="zh-TW" sz="2400" b="1" dirty="0">
                <a:solidFill>
                  <a:srgbClr val="FF0000"/>
                </a:solidFill>
                <a:latin typeface="times" panose="02020603050405020304" pitchFamily="18" charset="0"/>
              </a:rPr>
              <a:t>0.12</a:t>
            </a:r>
            <a:endParaRPr lang="zh-TW" altLang="en-US" sz="2400" b="1" dirty="0">
              <a:solidFill>
                <a:srgbClr val="FF0000"/>
              </a:solidFill>
            </a:endParaRPr>
          </a:p>
        </p:txBody>
      </p:sp>
      <p:sp>
        <p:nvSpPr>
          <p:cNvPr id="61" name="矩形 110">
            <a:extLst>
              <a:ext uri="{FF2B5EF4-FFF2-40B4-BE49-F238E27FC236}">
                <a16:creationId xmlns:a16="http://schemas.microsoft.com/office/drawing/2014/main" id="{9B03D4FA-9A77-4BB0-8174-6DD92B8DC908}"/>
              </a:ext>
            </a:extLst>
          </p:cNvPr>
          <p:cNvSpPr/>
          <p:nvPr/>
        </p:nvSpPr>
        <p:spPr>
          <a:xfrm>
            <a:off x="7111453" y="4464669"/>
            <a:ext cx="492443" cy="461665"/>
          </a:xfrm>
          <a:prstGeom prst="rect">
            <a:avLst/>
          </a:prstGeom>
        </p:spPr>
        <p:txBody>
          <a:bodyPr wrap="none">
            <a:spAutoFit/>
          </a:bodyPr>
          <a:lstStyle/>
          <a:p>
            <a:r>
              <a:rPr lang="en-US" altLang="zh-TW" sz="2400" b="1" dirty="0">
                <a:solidFill>
                  <a:srgbClr val="FF0000"/>
                </a:solidFill>
                <a:latin typeface="Calibri" panose="020F0502020204030204" pitchFamily="34" charset="0"/>
              </a:rPr>
              <a:t>≈</a:t>
            </a:r>
            <a:r>
              <a:rPr lang="en-US" altLang="zh-TW" sz="2400" b="1" dirty="0">
                <a:solidFill>
                  <a:srgbClr val="FF0000"/>
                </a:solidFill>
                <a:latin typeface="times" panose="02020603050405020304" pitchFamily="18" charset="0"/>
              </a:rPr>
              <a:t>0</a:t>
            </a:r>
            <a:endParaRPr lang="zh-TW" altLang="en-US" sz="2400" b="1" dirty="0">
              <a:solidFill>
                <a:srgbClr val="FF0000"/>
              </a:solidFill>
            </a:endParaRPr>
          </a:p>
        </p:txBody>
      </p:sp>
      <p:graphicFrame>
        <p:nvGraphicFramePr>
          <p:cNvPr id="62" name="Object 12">
            <a:extLst>
              <a:ext uri="{FF2B5EF4-FFF2-40B4-BE49-F238E27FC236}">
                <a16:creationId xmlns:a16="http://schemas.microsoft.com/office/drawing/2014/main" id="{7E8A26AC-BF9C-4122-A4CE-5E96C29E55EE}"/>
              </a:ext>
            </a:extLst>
          </p:cNvPr>
          <p:cNvGraphicFramePr>
            <a:graphicFrameLocks noChangeAspect="1"/>
          </p:cNvGraphicFramePr>
          <p:nvPr>
            <p:extLst>
              <p:ext uri="{D42A27DB-BD31-4B8C-83A1-F6EECF244321}">
                <p14:modId xmlns:p14="http://schemas.microsoft.com/office/powerpoint/2010/main" val="968164428"/>
              </p:ext>
            </p:extLst>
          </p:nvPr>
        </p:nvGraphicFramePr>
        <p:xfrm>
          <a:off x="7426122" y="3702950"/>
          <a:ext cx="2085975" cy="947738"/>
        </p:xfrm>
        <a:graphic>
          <a:graphicData uri="http://schemas.openxmlformats.org/presentationml/2006/ole">
            <mc:AlternateContent xmlns:mc="http://schemas.openxmlformats.org/markup-compatibility/2006">
              <mc:Choice xmlns:v="urn:schemas-microsoft-com:vml" Requires="v">
                <p:oleObj spid="_x0000_s10257" name="方程式" r:id="rId33" imgW="977760" imgH="444240" progId="Equation.3">
                  <p:embed/>
                </p:oleObj>
              </mc:Choice>
              <mc:Fallback>
                <p:oleObj name="方程式" r:id="rId33" imgW="977760" imgH="444240" progId="Equation.3">
                  <p:embed/>
                  <p:pic>
                    <p:nvPicPr>
                      <p:cNvPr id="62" name="Object 12">
                        <a:extLst>
                          <a:ext uri="{FF2B5EF4-FFF2-40B4-BE49-F238E27FC236}">
                            <a16:creationId xmlns:a16="http://schemas.microsoft.com/office/drawing/2014/main" id="{7E8A26AC-BF9C-4122-A4CE-5E96C29E55EE}"/>
                          </a:ext>
                        </a:extLst>
                      </p:cNvPr>
                      <p:cNvPicPr>
                        <a:picLocks noChangeAspect="1" noChangeArrowheads="1"/>
                      </p:cNvPicPr>
                      <p:nvPr/>
                    </p:nvPicPr>
                    <p:blipFill>
                      <a:blip r:embed="rId34"/>
                      <a:srcRect/>
                      <a:stretch>
                        <a:fillRect/>
                      </a:stretch>
                    </p:blipFill>
                    <p:spPr bwMode="auto">
                      <a:xfrm>
                        <a:off x="7426122" y="3702950"/>
                        <a:ext cx="2085975" cy="947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3" name="Object 12">
            <a:extLst>
              <a:ext uri="{FF2B5EF4-FFF2-40B4-BE49-F238E27FC236}">
                <a16:creationId xmlns:a16="http://schemas.microsoft.com/office/drawing/2014/main" id="{8A1DD121-9742-41C0-B3C9-7D688EE8DF16}"/>
              </a:ext>
            </a:extLst>
          </p:cNvPr>
          <p:cNvGraphicFramePr>
            <a:graphicFrameLocks noChangeAspect="1"/>
          </p:cNvGraphicFramePr>
          <p:nvPr>
            <p:extLst>
              <p:ext uri="{D42A27DB-BD31-4B8C-83A1-F6EECF244321}">
                <p14:modId xmlns:p14="http://schemas.microsoft.com/office/powerpoint/2010/main" val="939544104"/>
              </p:ext>
            </p:extLst>
          </p:nvPr>
        </p:nvGraphicFramePr>
        <p:xfrm>
          <a:off x="7416597" y="4631638"/>
          <a:ext cx="2060575" cy="947737"/>
        </p:xfrm>
        <a:graphic>
          <a:graphicData uri="http://schemas.openxmlformats.org/presentationml/2006/ole">
            <mc:AlternateContent xmlns:mc="http://schemas.openxmlformats.org/markup-compatibility/2006">
              <mc:Choice xmlns:v="urn:schemas-microsoft-com:vml" Requires="v">
                <p:oleObj spid="_x0000_s10258" name="方程式" r:id="rId35" imgW="965160" imgH="444240" progId="Equation.3">
                  <p:embed/>
                </p:oleObj>
              </mc:Choice>
              <mc:Fallback>
                <p:oleObj name="方程式" r:id="rId35" imgW="965160" imgH="444240" progId="Equation.3">
                  <p:embed/>
                  <p:pic>
                    <p:nvPicPr>
                      <p:cNvPr id="63" name="Object 12">
                        <a:extLst>
                          <a:ext uri="{FF2B5EF4-FFF2-40B4-BE49-F238E27FC236}">
                            <a16:creationId xmlns:a16="http://schemas.microsoft.com/office/drawing/2014/main" id="{8A1DD121-9742-41C0-B3C9-7D688EE8DF16}"/>
                          </a:ext>
                        </a:extLst>
                      </p:cNvPr>
                      <p:cNvPicPr>
                        <a:picLocks noChangeAspect="1" noChangeArrowheads="1"/>
                      </p:cNvPicPr>
                      <p:nvPr/>
                    </p:nvPicPr>
                    <p:blipFill>
                      <a:blip r:embed="rId36"/>
                      <a:srcRect/>
                      <a:stretch>
                        <a:fillRect/>
                      </a:stretch>
                    </p:blipFill>
                    <p:spPr bwMode="auto">
                      <a:xfrm>
                        <a:off x="7416597" y="4631638"/>
                        <a:ext cx="2060575" cy="947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a14="http://schemas.microsoft.com/office/drawing/2010/main">
        <mc:Choice Requires="a14">
          <p:sp>
            <p:nvSpPr>
              <p:cNvPr id="64" name="文字方塊 63">
                <a:extLst>
                  <a:ext uri="{FF2B5EF4-FFF2-40B4-BE49-F238E27FC236}">
                    <a16:creationId xmlns:a16="http://schemas.microsoft.com/office/drawing/2014/main" id="{ED1AD6E7-C10B-4C50-9D9B-4F723B42C66E}"/>
                  </a:ext>
                </a:extLst>
              </p:cNvPr>
              <p:cNvSpPr txBox="1"/>
              <p:nvPr/>
            </p:nvSpPr>
            <p:spPr>
              <a:xfrm>
                <a:off x="9156982" y="657625"/>
                <a:ext cx="2221716" cy="1200650"/>
              </a:xfrm>
              <a:prstGeom prst="rect">
                <a:avLst/>
              </a:prstGeom>
              <a:noFill/>
            </p:spPr>
            <p:txBody>
              <a:bodyPr wrap="square" rtlCol="0">
                <a:spAutoFit/>
              </a:bodyPr>
              <a:lstStyle/>
              <a:p>
                <a:r>
                  <a:rPr lang="en-US" altLang="zh-TW" sz="2400" b="1" i="1" u="sng" dirty="0"/>
                  <a:t>Probability</a:t>
                </a:r>
                <a:r>
                  <a:rPr lang="en-US" altLang="zh-TW" sz="2400" dirty="0"/>
                  <a:t>:</a:t>
                </a:r>
              </a:p>
              <a:p>
                <a:pPr marL="342900" indent="-342900">
                  <a:buFont typeface="Wingdings" panose="05000000000000000000" pitchFamily="2" charset="2"/>
                  <a:buChar char="§"/>
                </a:pPr>
                <a14:m>
                  <m:oMath xmlns:m="http://schemas.openxmlformats.org/officeDocument/2006/math">
                    <m:r>
                      <a:rPr lang="en-US" altLang="zh-TW" sz="2400" i="1">
                        <a:latin typeface="Cambria Math" panose="02040503050406030204" pitchFamily="18" charset="0"/>
                      </a:rPr>
                      <m:t>0</m:t>
                    </m:r>
                    <m:r>
                      <a:rPr lang="en-US" altLang="zh-TW" sz="2400" b="0" i="1" smtClean="0">
                        <a:latin typeface="Cambria Math" panose="02040503050406030204" pitchFamily="18" charset="0"/>
                      </a:rPr>
                      <m:t>&lt;</m:t>
                    </m:r>
                    <m:sSub>
                      <m:sSubPr>
                        <m:ctrlPr>
                          <a:rPr lang="en-US" altLang="zh-TW" sz="2400" i="1">
                            <a:latin typeface="Cambria Math" panose="02040503050406030204" pitchFamily="18" charset="0"/>
                          </a:rPr>
                        </m:ctrlPr>
                      </m:sSubPr>
                      <m:e>
                        <m:r>
                          <a:rPr lang="en-US" altLang="zh-TW" sz="2400" i="1">
                            <a:latin typeface="Cambria Math" panose="02040503050406030204" pitchFamily="18" charset="0"/>
                          </a:rPr>
                          <m:t>𝑦</m:t>
                        </m:r>
                      </m:e>
                      <m:sub>
                        <m:r>
                          <a:rPr lang="en-US" altLang="zh-TW" sz="2400" i="1">
                            <a:latin typeface="Cambria Math" panose="02040503050406030204" pitchFamily="18" charset="0"/>
                          </a:rPr>
                          <m:t>𝑖</m:t>
                        </m:r>
                      </m:sub>
                    </m:sSub>
                    <m:r>
                      <a:rPr lang="en-US" altLang="zh-TW" sz="2400" b="0" i="1" smtClean="0">
                        <a:latin typeface="Cambria Math" panose="02040503050406030204" pitchFamily="18" charset="0"/>
                      </a:rPr>
                      <m:t>&lt;1</m:t>
                    </m:r>
                  </m:oMath>
                </a14:m>
                <a:endParaRPr lang="en-US" altLang="zh-TW" sz="2400" dirty="0"/>
              </a:p>
              <a:p>
                <a:pPr marL="342900" indent="-342900">
                  <a:buFont typeface="Wingdings" panose="05000000000000000000" pitchFamily="2" charset="2"/>
                  <a:buChar char="§"/>
                </a:pPr>
                <a14:m>
                  <m:oMath xmlns:m="http://schemas.openxmlformats.org/officeDocument/2006/math">
                    <m:nary>
                      <m:naryPr>
                        <m:chr m:val="∑"/>
                        <m:supHide m:val="on"/>
                        <m:ctrlPr>
                          <a:rPr lang="en-US" altLang="zh-TW" sz="2400" i="1" smtClean="0">
                            <a:latin typeface="Cambria Math" panose="02040503050406030204" pitchFamily="18" charset="0"/>
                          </a:rPr>
                        </m:ctrlPr>
                      </m:naryPr>
                      <m:sub>
                        <m:r>
                          <m:rPr>
                            <m:brk m:alnAt="7"/>
                          </m:rPr>
                          <a:rPr lang="en-US" altLang="zh-TW" sz="2400" b="0" i="1" smtClean="0">
                            <a:latin typeface="Cambria Math" panose="02040503050406030204" pitchFamily="18" charset="0"/>
                          </a:rPr>
                          <m:t>𝑖</m:t>
                        </m:r>
                      </m:sub>
                      <m:sup/>
                      <m:e>
                        <m:sSub>
                          <m:sSubPr>
                            <m:ctrlPr>
                              <a:rPr lang="en-US" altLang="zh-TW" sz="2400" i="1" smtClean="0">
                                <a:latin typeface="Cambria Math" panose="02040503050406030204" pitchFamily="18" charset="0"/>
                              </a:rPr>
                            </m:ctrlPr>
                          </m:sSubPr>
                          <m:e>
                            <m:r>
                              <a:rPr lang="en-US" altLang="zh-TW" sz="2400" b="0" i="1" smtClean="0">
                                <a:latin typeface="Cambria Math" panose="02040503050406030204" pitchFamily="18" charset="0"/>
                              </a:rPr>
                              <m:t>𝑦</m:t>
                            </m:r>
                          </m:e>
                          <m:sub>
                            <m:r>
                              <a:rPr lang="en-US" altLang="zh-TW" sz="2400" b="0" i="1" smtClean="0">
                                <a:latin typeface="Cambria Math" panose="02040503050406030204" pitchFamily="18" charset="0"/>
                              </a:rPr>
                              <m:t>𝑖</m:t>
                            </m:r>
                          </m:sub>
                        </m:sSub>
                        <m:r>
                          <a:rPr lang="en-US" altLang="zh-TW" sz="2400" b="0" i="1" smtClean="0">
                            <a:latin typeface="Cambria Math" panose="02040503050406030204" pitchFamily="18" charset="0"/>
                          </a:rPr>
                          <m:t>=1</m:t>
                        </m:r>
                      </m:e>
                    </m:nary>
                  </m:oMath>
                </a14:m>
                <a:endParaRPr lang="zh-TW" altLang="en-US" sz="2400" dirty="0"/>
              </a:p>
            </p:txBody>
          </p:sp>
        </mc:Choice>
        <mc:Fallback xmlns="">
          <p:sp>
            <p:nvSpPr>
              <p:cNvPr id="64" name="文字方塊 63">
                <a:extLst>
                  <a:ext uri="{FF2B5EF4-FFF2-40B4-BE49-F238E27FC236}">
                    <a16:creationId xmlns:a16="http://schemas.microsoft.com/office/drawing/2014/main" id="{ED1AD6E7-C10B-4C50-9D9B-4F723B42C66E}"/>
                  </a:ext>
                </a:extLst>
              </p:cNvPr>
              <p:cNvSpPr txBox="1">
                <a:spLocks noRot="1" noChangeAspect="1" noMove="1" noResize="1" noEditPoints="1" noAdjustHandles="1" noChangeArrowheads="1" noChangeShapeType="1" noTextEdit="1"/>
              </p:cNvSpPr>
              <p:nvPr/>
            </p:nvSpPr>
            <p:spPr>
              <a:xfrm>
                <a:off x="9156982" y="657625"/>
                <a:ext cx="2221716" cy="1200650"/>
              </a:xfrm>
              <a:prstGeom prst="rect">
                <a:avLst/>
              </a:prstGeom>
              <a:blipFill>
                <a:blip r:embed="rId37"/>
                <a:stretch>
                  <a:fillRect l="-5753" t="-4061" b="-74619"/>
                </a:stretch>
              </a:blipFill>
            </p:spPr>
            <p:txBody>
              <a:bodyPr/>
              <a:lstStyle/>
              <a:p>
                <a:r>
                  <a:rPr lang="en-IN">
                    <a:noFill/>
                  </a:rPr>
                  <a:t> </a:t>
                </a:r>
              </a:p>
            </p:txBody>
          </p:sp>
        </mc:Fallback>
      </mc:AlternateContent>
    </p:spTree>
    <p:extLst>
      <p:ext uri="{BB962C8B-B14F-4D97-AF65-F5344CB8AC3E}">
        <p14:creationId xmlns:p14="http://schemas.microsoft.com/office/powerpoint/2010/main" val="372639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2"/>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6"/>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50"/>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51"/>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9"/>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45"/>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28"/>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46"/>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47"/>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62"/>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63"/>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53"/>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55"/>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54"/>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57"/>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56"/>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58"/>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59"/>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60"/>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P spid="54" grpId="0"/>
      <p:bldP spid="55" grpId="0"/>
      <p:bldP spid="56" grpId="0"/>
      <p:bldP spid="57" grpId="0"/>
      <p:bldP spid="58" grpId="0"/>
      <p:bldP spid="59" grpId="0"/>
      <p:bldP spid="60" grpId="0"/>
      <p:bldP spid="61"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2AEEBC8-9D30-42EF-95F2-386C2653F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1A895F-2A50-493A-939C-2B8B40594388}"/>
              </a:ext>
            </a:extLst>
          </p:cNvPr>
          <p:cNvSpPr>
            <a:spLocks noGrp="1"/>
          </p:cNvSpPr>
          <p:nvPr>
            <p:ph type="title"/>
          </p:nvPr>
        </p:nvSpPr>
        <p:spPr>
          <a:xfrm>
            <a:off x="630936" y="502920"/>
            <a:ext cx="3419856" cy="1463040"/>
          </a:xfrm>
        </p:spPr>
        <p:txBody>
          <a:bodyPr anchor="ctr">
            <a:normAutofit/>
          </a:bodyPr>
          <a:lstStyle/>
          <a:p>
            <a:r>
              <a:rPr lang="en-IN" sz="3000"/>
              <a:t>Non Linear Activations are Important</a:t>
            </a:r>
          </a:p>
        </p:txBody>
      </p:sp>
      <p:sp>
        <p:nvSpPr>
          <p:cNvPr id="11" name="sketch line">
            <a:extLst>
              <a:ext uri="{FF2B5EF4-FFF2-40B4-BE49-F238E27FC236}">
                <a16:creationId xmlns:a16="http://schemas.microsoft.com/office/drawing/2014/main" id="{2E92FA66-67D7-4CB4-94D3-E643A9AD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566159" y="1225296"/>
            <a:ext cx="1554480" cy="18288"/>
          </a:xfrm>
          <a:custGeom>
            <a:avLst/>
            <a:gdLst>
              <a:gd name="connsiteX0" fmla="*/ 0 w 1554480"/>
              <a:gd name="connsiteY0" fmla="*/ 0 h 18288"/>
              <a:gd name="connsiteX1" fmla="*/ 549250 w 1554480"/>
              <a:gd name="connsiteY1" fmla="*/ 0 h 18288"/>
              <a:gd name="connsiteX2" fmla="*/ 1082954 w 1554480"/>
              <a:gd name="connsiteY2" fmla="*/ 0 h 18288"/>
              <a:gd name="connsiteX3" fmla="*/ 1554480 w 1554480"/>
              <a:gd name="connsiteY3" fmla="*/ 0 h 18288"/>
              <a:gd name="connsiteX4" fmla="*/ 1554480 w 1554480"/>
              <a:gd name="connsiteY4" fmla="*/ 18288 h 18288"/>
              <a:gd name="connsiteX5" fmla="*/ 1067410 w 1554480"/>
              <a:gd name="connsiteY5" fmla="*/ 18288 h 18288"/>
              <a:gd name="connsiteX6" fmla="*/ 549250 w 1554480"/>
              <a:gd name="connsiteY6" fmla="*/ 18288 h 18288"/>
              <a:gd name="connsiteX7" fmla="*/ 0 w 1554480"/>
              <a:gd name="connsiteY7" fmla="*/ 18288 h 18288"/>
              <a:gd name="connsiteX8" fmla="*/ 0 w 1554480"/>
              <a:gd name="connsiteY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C3BCCE2-86D1-4D25-A4E1-7E9E7DC485C7}"/>
              </a:ext>
            </a:extLst>
          </p:cNvPr>
          <p:cNvSpPr>
            <a:spLocks noGrp="1"/>
          </p:cNvSpPr>
          <p:nvPr>
            <p:ph idx="1"/>
          </p:nvPr>
        </p:nvSpPr>
        <p:spPr>
          <a:xfrm>
            <a:off x="4654295" y="502920"/>
            <a:ext cx="6894576" cy="1463040"/>
          </a:xfrm>
        </p:spPr>
        <p:txBody>
          <a:bodyPr anchor="ctr">
            <a:normAutofit/>
          </a:bodyPr>
          <a:lstStyle/>
          <a:p>
            <a:r>
              <a:rPr lang="en-US" sz="1500"/>
              <a:t>Non-linear activations are needed to learn complex (non-linear) data representations</a:t>
            </a:r>
          </a:p>
          <a:p>
            <a:pPr lvl="1"/>
            <a:r>
              <a:rPr lang="en-US" sz="1500"/>
              <a:t>Otherwise, NNs would be just a linear function (such as W_1 W_2 𝑥=𝑊𝑥) </a:t>
            </a:r>
          </a:p>
          <a:p>
            <a:r>
              <a:rPr lang="en-US" sz="1500"/>
              <a:t>NNs with large number of layers (and neurons) can approximate more complex functions.</a:t>
            </a:r>
          </a:p>
        </p:txBody>
      </p:sp>
      <p:pic>
        <p:nvPicPr>
          <p:cNvPr id="4" name="Εικόνα 3">
            <a:extLst>
              <a:ext uri="{FF2B5EF4-FFF2-40B4-BE49-F238E27FC236}">
                <a16:creationId xmlns:a16="http://schemas.microsoft.com/office/drawing/2014/main" id="{9D5B6864-A8E6-48F7-B73C-B6667408E3E2}"/>
              </a:ext>
            </a:extLst>
          </p:cNvPr>
          <p:cNvPicPr>
            <a:picLocks noChangeAspect="1"/>
          </p:cNvPicPr>
          <p:nvPr/>
        </p:nvPicPr>
        <p:blipFill>
          <a:blip r:embed="rId2"/>
          <a:stretch>
            <a:fillRect/>
          </a:stretch>
        </p:blipFill>
        <p:spPr>
          <a:xfrm>
            <a:off x="630936" y="2305384"/>
            <a:ext cx="10917936" cy="3930455"/>
          </a:xfrm>
          <a:prstGeom prst="rect">
            <a:avLst/>
          </a:prstGeom>
        </p:spPr>
      </p:pic>
    </p:spTree>
    <p:extLst>
      <p:ext uri="{BB962C8B-B14F-4D97-AF65-F5344CB8AC3E}">
        <p14:creationId xmlns:p14="http://schemas.microsoft.com/office/powerpoint/2010/main" val="32131277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95D8408-871C-4871-92DE-A39EB52BD079}"/>
              </a:ext>
            </a:extLst>
          </p:cNvPr>
          <p:cNvSpPr>
            <a:spLocks noGrp="1"/>
          </p:cNvSpPr>
          <p:nvPr>
            <p:ph type="title"/>
          </p:nvPr>
        </p:nvSpPr>
        <p:spPr>
          <a:xfrm>
            <a:off x="942536" y="346080"/>
            <a:ext cx="10058400" cy="1050573"/>
          </a:xfrm>
        </p:spPr>
        <p:txBody>
          <a:bodyPr>
            <a:normAutofit/>
          </a:bodyPr>
          <a:lstStyle/>
          <a:p>
            <a:r>
              <a:rPr lang="en-US" dirty="0"/>
              <a:t>Activation: Sigmoid</a:t>
            </a:r>
          </a:p>
        </p:txBody>
      </p:sp>
      <p:sp>
        <p:nvSpPr>
          <p:cNvPr id="5" name="Content Placeholder 2">
            <a:extLst>
              <a:ext uri="{FF2B5EF4-FFF2-40B4-BE49-F238E27FC236}">
                <a16:creationId xmlns:a16="http://schemas.microsoft.com/office/drawing/2014/main" id="{CEB7704B-9A30-4452-B14B-FC1748EBCF5E}"/>
              </a:ext>
            </a:extLst>
          </p:cNvPr>
          <p:cNvSpPr>
            <a:spLocks noGrp="1"/>
          </p:cNvSpPr>
          <p:nvPr>
            <p:ph idx="1"/>
          </p:nvPr>
        </p:nvSpPr>
        <p:spPr>
          <a:xfrm>
            <a:off x="347012" y="1490333"/>
            <a:ext cx="9584265" cy="5367667"/>
          </a:xfrm>
        </p:spPr>
        <p:txBody>
          <a:bodyPr>
            <a:normAutofit/>
          </a:bodyPr>
          <a:lstStyle/>
          <a:p>
            <a:r>
              <a:rPr lang="en-US" sz="2400" b="1" i="1" dirty="0">
                <a:solidFill>
                  <a:srgbClr val="0070C0"/>
                </a:solidFill>
              </a:rPr>
              <a:t>Sigmoid function </a:t>
            </a:r>
            <a:r>
              <a:rPr lang="el-GR" sz="2400" dirty="0"/>
              <a:t>σ</a:t>
            </a:r>
            <a:r>
              <a:rPr lang="en-US" sz="2400" dirty="0"/>
              <a:t>: takes a real-valued number and “squashes” it into the range between 0 and 1</a:t>
            </a:r>
          </a:p>
          <a:p>
            <a:pPr lvl="1"/>
            <a:r>
              <a:rPr lang="en-US" sz="2000" dirty="0"/>
              <a:t>Sigmoid activations are less common in modern NNs</a:t>
            </a:r>
          </a:p>
          <a:p>
            <a:endParaRPr lang="en-US" sz="2400" dirty="0"/>
          </a:p>
          <a:p>
            <a:endParaRPr lang="en-US" sz="2400" dirty="0"/>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0CC24E5-B001-4D0B-9797-762821C34908}"/>
                  </a:ext>
                </a:extLst>
              </p:cNvPr>
              <p:cNvSpPr txBox="1"/>
              <p:nvPr/>
            </p:nvSpPr>
            <p:spPr>
              <a:xfrm>
                <a:off x="5504633" y="6973052"/>
                <a:ext cx="504056" cy="40100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𝑥</m:t>
                      </m:r>
                    </m:oMath>
                  </m:oMathPara>
                </a14:m>
                <a:endParaRPr lang="en-US" dirty="0"/>
              </a:p>
            </p:txBody>
          </p:sp>
        </mc:Choice>
        <mc:Fallback xmlns="">
          <p:sp>
            <p:nvSpPr>
              <p:cNvPr id="9" name="TextBox 8">
                <a:extLst>
                  <a:ext uri="{FF2B5EF4-FFF2-40B4-BE49-F238E27FC236}">
                    <a16:creationId xmlns:a16="http://schemas.microsoft.com/office/drawing/2014/main" id="{30CC24E5-B001-4D0B-9797-762821C34908}"/>
                  </a:ext>
                </a:extLst>
              </p:cNvPr>
              <p:cNvSpPr txBox="1">
                <a:spLocks noRot="1" noChangeAspect="1" noMove="1" noResize="1" noEditPoints="1" noAdjustHandles="1" noChangeArrowheads="1" noChangeShapeType="1" noTextEdit="1"/>
              </p:cNvSpPr>
              <p:nvPr/>
            </p:nvSpPr>
            <p:spPr>
              <a:xfrm>
                <a:off x="5504633" y="6973052"/>
                <a:ext cx="504056" cy="401007"/>
              </a:xfrm>
              <a:prstGeom prst="rect">
                <a:avLst/>
              </a:prstGeom>
              <a:blipFill>
                <a:blip r:embed="rId2"/>
                <a:stretch>
                  <a:fillRect/>
                </a:stretch>
              </a:blipFill>
            </p:spPr>
            <p:txBody>
              <a:bodyPr/>
              <a:lstStyle/>
              <a:p>
                <a:r>
                  <a:rPr lang="en-IN">
                    <a:noFill/>
                  </a:rPr>
                  <a:t> </a:t>
                </a:r>
              </a:p>
            </p:txBody>
          </p:sp>
        </mc:Fallback>
      </mc:AlternateContent>
      <p:grpSp>
        <p:nvGrpSpPr>
          <p:cNvPr id="11" name="Group 10">
            <a:extLst>
              <a:ext uri="{FF2B5EF4-FFF2-40B4-BE49-F238E27FC236}">
                <a16:creationId xmlns:a16="http://schemas.microsoft.com/office/drawing/2014/main" id="{791337B2-CC50-4595-8A70-0DFB65759693}"/>
              </a:ext>
            </a:extLst>
          </p:cNvPr>
          <p:cNvGrpSpPr/>
          <p:nvPr/>
        </p:nvGrpSpPr>
        <p:grpSpPr>
          <a:xfrm>
            <a:off x="3617843" y="3256722"/>
            <a:ext cx="5781504" cy="2606720"/>
            <a:chOff x="3070552" y="4251280"/>
            <a:chExt cx="5781504" cy="2606720"/>
          </a:xfrm>
        </p:grpSpPr>
        <p:pic>
          <p:nvPicPr>
            <p:cNvPr id="7" name="Εικόνα 12">
              <a:extLst>
                <a:ext uri="{FF2B5EF4-FFF2-40B4-BE49-F238E27FC236}">
                  <a16:creationId xmlns:a16="http://schemas.microsoft.com/office/drawing/2014/main" id="{6E118FCD-2A02-4E22-BA7D-86EA6435135C}"/>
                </a:ext>
              </a:extLst>
            </p:cNvPr>
            <p:cNvPicPr>
              <a:picLocks noChangeAspect="1"/>
            </p:cNvPicPr>
            <p:nvPr/>
          </p:nvPicPr>
          <p:blipFill>
            <a:blip r:embed="rId3"/>
            <a:stretch>
              <a:fillRect/>
            </a:stretch>
          </p:blipFill>
          <p:spPr>
            <a:xfrm>
              <a:off x="3776441" y="4251280"/>
              <a:ext cx="3672408" cy="2606720"/>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17C106B-8D94-4F10-AEAC-724B35204299}"/>
                    </a:ext>
                  </a:extLst>
                </p:cNvPr>
                <p:cNvSpPr txBox="1"/>
                <p:nvPr/>
              </p:nvSpPr>
              <p:spPr>
                <a:xfrm>
                  <a:off x="7592865" y="5412501"/>
                  <a:ext cx="1259191"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l-GR" sz="2000" i="1">
                                <a:latin typeface="Cambria Math" panose="02040503050406030204" pitchFamily="18" charset="0"/>
                              </a:rPr>
                            </m:ctrlPr>
                          </m:sSupPr>
                          <m:e>
                            <m:r>
                              <a:rPr lang="el-GR" sz="2000" i="1" smtClean="0">
                                <a:latin typeface="Cambria Math" panose="02040503050406030204" pitchFamily="18" charset="0"/>
                                <a:ea typeface="Cambria Math" panose="02040503050406030204" pitchFamily="18" charset="0"/>
                              </a:rPr>
                              <m:t>ℝ</m:t>
                            </m:r>
                          </m:e>
                          <m:sup>
                            <m:r>
                              <a:rPr lang="en-US" sz="2000" i="1">
                                <a:latin typeface="Cambria Math" charset="0"/>
                              </a:rPr>
                              <m:t>𝑛</m:t>
                            </m:r>
                          </m:sup>
                        </m:sSup>
                        <m:r>
                          <a:rPr lang="is-IS" sz="2000" i="1">
                            <a:latin typeface="Cambria Math" charset="0"/>
                          </a:rPr>
                          <m:t>→</m:t>
                        </m:r>
                        <m:d>
                          <m:dPr>
                            <m:begChr m:val="["/>
                            <m:endChr m:val="]"/>
                            <m:ctrlPr>
                              <a:rPr lang="mr-IN" sz="2000" i="1">
                                <a:latin typeface="Cambria Math" panose="02040503050406030204" pitchFamily="18" charset="0"/>
                              </a:rPr>
                            </m:ctrlPr>
                          </m:dPr>
                          <m:e>
                            <m:r>
                              <a:rPr lang="en-US" sz="2000" i="1">
                                <a:latin typeface="Cambria Math" charset="0"/>
                              </a:rPr>
                              <m:t>0,1</m:t>
                            </m:r>
                          </m:e>
                        </m:d>
                      </m:oMath>
                    </m:oMathPara>
                  </a14:m>
                  <a:endParaRPr lang="el-GR" sz="2000" i="1" dirty="0"/>
                </a:p>
              </p:txBody>
            </p:sp>
          </mc:Choice>
          <mc:Fallback xmlns="">
            <p:sp>
              <p:nvSpPr>
                <p:cNvPr id="8" name="TextBox 7">
                  <a:extLst>
                    <a:ext uri="{FF2B5EF4-FFF2-40B4-BE49-F238E27FC236}">
                      <a16:creationId xmlns:a16="http://schemas.microsoft.com/office/drawing/2014/main" id="{417C106B-8D94-4F10-AEAC-724B35204299}"/>
                    </a:ext>
                  </a:extLst>
                </p:cNvPr>
                <p:cNvSpPr txBox="1">
                  <a:spLocks noRot="1" noChangeAspect="1" noMove="1" noResize="1" noEditPoints="1" noAdjustHandles="1" noChangeArrowheads="1" noChangeShapeType="1" noTextEdit="1"/>
                </p:cNvSpPr>
                <p:nvPr/>
              </p:nvSpPr>
              <p:spPr>
                <a:xfrm>
                  <a:off x="7592865" y="5412501"/>
                  <a:ext cx="1259191" cy="307777"/>
                </a:xfrm>
                <a:prstGeom prst="rect">
                  <a:avLst/>
                </a:prstGeom>
                <a:blipFill>
                  <a:blip r:embed="rId4"/>
                  <a:stretch>
                    <a:fillRect l="-3865" b="-600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60B2493-801F-4320-A600-F91AA529A8E3}"/>
                    </a:ext>
                  </a:extLst>
                </p:cNvPr>
                <p:cNvSpPr txBox="1"/>
                <p:nvPr/>
              </p:nvSpPr>
              <p:spPr>
                <a:xfrm>
                  <a:off x="3070552" y="5423461"/>
                  <a:ext cx="561873" cy="40100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i="1">
                                <a:latin typeface="Cambria Math" panose="02040503050406030204" pitchFamily="18" charset="0"/>
                              </a:rPr>
                              <m:t>𝑥</m:t>
                            </m:r>
                          </m:e>
                        </m:d>
                      </m:oMath>
                    </m:oMathPara>
                  </a14:m>
                  <a:endParaRPr lang="en-US" dirty="0"/>
                </a:p>
              </p:txBody>
            </p:sp>
          </mc:Choice>
          <mc:Fallback xmlns="">
            <p:sp>
              <p:nvSpPr>
                <p:cNvPr id="10" name="TextBox 9">
                  <a:extLst>
                    <a:ext uri="{FF2B5EF4-FFF2-40B4-BE49-F238E27FC236}">
                      <a16:creationId xmlns:a16="http://schemas.microsoft.com/office/drawing/2014/main" id="{060B2493-801F-4320-A600-F91AA529A8E3}"/>
                    </a:ext>
                  </a:extLst>
                </p:cNvPr>
                <p:cNvSpPr txBox="1">
                  <a:spLocks noRot="1" noChangeAspect="1" noMove="1" noResize="1" noEditPoints="1" noAdjustHandles="1" noChangeArrowheads="1" noChangeShapeType="1" noTextEdit="1"/>
                </p:cNvSpPr>
                <p:nvPr/>
              </p:nvSpPr>
              <p:spPr>
                <a:xfrm>
                  <a:off x="3070552" y="5423461"/>
                  <a:ext cx="561873" cy="401007"/>
                </a:xfrm>
                <a:prstGeom prst="rect">
                  <a:avLst/>
                </a:prstGeom>
                <a:blipFill>
                  <a:blip r:embed="rId5"/>
                  <a:stretch>
                    <a:fillRect l="-3226" b="-4615"/>
                  </a:stretch>
                </a:blipFill>
              </p:spPr>
              <p:txBody>
                <a:bodyPr/>
                <a:lstStyle/>
                <a:p>
                  <a:r>
                    <a:rPr lang="en-IN">
                      <a:noFill/>
                    </a:rPr>
                    <a:t> </a:t>
                  </a:r>
                </a:p>
              </p:txBody>
            </p:sp>
          </mc:Fallback>
        </mc:AlternateContent>
      </p:grpSp>
    </p:spTree>
    <p:extLst>
      <p:ext uri="{BB962C8B-B14F-4D97-AF65-F5344CB8AC3E}">
        <p14:creationId xmlns:p14="http://schemas.microsoft.com/office/powerpoint/2010/main" val="16948810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77450A7-0A2D-4541-A75C-963A1CED3BFC}"/>
              </a:ext>
            </a:extLst>
          </p:cNvPr>
          <p:cNvSpPr>
            <a:spLocks noGrp="1"/>
          </p:cNvSpPr>
          <p:nvPr>
            <p:ph type="title"/>
          </p:nvPr>
        </p:nvSpPr>
        <p:spPr>
          <a:xfrm>
            <a:off x="273193" y="117753"/>
            <a:ext cx="10058400" cy="1050573"/>
          </a:xfrm>
        </p:spPr>
        <p:txBody>
          <a:bodyPr>
            <a:normAutofit/>
          </a:bodyPr>
          <a:lstStyle/>
          <a:p>
            <a:r>
              <a:rPr lang="en-US" dirty="0"/>
              <a:t>Activation: </a:t>
            </a:r>
            <a:r>
              <a:rPr lang="en-US" dirty="0" err="1"/>
              <a:t>Tanh</a:t>
            </a:r>
            <a:endParaRPr lang="en-US" dirty="0"/>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0FA838B0-AD34-49B9-BDBC-15882181DA93}"/>
                  </a:ext>
                </a:extLst>
              </p:cNvPr>
              <p:cNvSpPr>
                <a:spLocks noGrp="1"/>
              </p:cNvSpPr>
              <p:nvPr>
                <p:ph idx="1"/>
              </p:nvPr>
            </p:nvSpPr>
            <p:spPr>
              <a:xfrm>
                <a:off x="99256" y="1168327"/>
                <a:ext cx="9584265" cy="1879674"/>
              </a:xfrm>
            </p:spPr>
            <p:txBody>
              <a:bodyPr/>
              <a:lstStyle/>
              <a:p>
                <a:r>
                  <a:rPr lang="en-US" b="1" i="1" dirty="0">
                    <a:solidFill>
                      <a:srgbClr val="0070C0"/>
                    </a:solidFill>
                  </a:rPr>
                  <a:t>Tanh function</a:t>
                </a:r>
                <a:r>
                  <a:rPr lang="en-US" dirty="0"/>
                  <a:t>: takes a real-valued number and “squashes” it into a range between -1 and 1</a:t>
                </a:r>
              </a:p>
              <a:p>
                <a:pPr lvl="1"/>
                <a:r>
                  <a:rPr lang="en-US" dirty="0"/>
                  <a:t>Tanh is a scaled sigmoid: </a:t>
                </a:r>
                <a14:m>
                  <m:oMath xmlns:m="http://schemas.openxmlformats.org/officeDocument/2006/math">
                    <m:r>
                      <m:rPr>
                        <m:sty m:val="p"/>
                      </m:rPr>
                      <a:rPr lang="en-US" i="1" dirty="0" smtClean="0">
                        <a:latin typeface="Cambria Math" panose="02040503050406030204" pitchFamily="18" charset="0"/>
                      </a:rPr>
                      <m:t>tanh</m:t>
                    </m:r>
                    <m:r>
                      <a:rPr lang="en-US" i="1" dirty="0" smtClean="0">
                        <a:latin typeface="Cambria Math" panose="02040503050406030204" pitchFamily="18" charset="0"/>
                      </a:rPr>
                      <m:t>⁡(</m:t>
                    </m:r>
                    <m:r>
                      <a:rPr lang="en-US" i="1" dirty="0" smtClean="0">
                        <a:latin typeface="Cambria Math" panose="02040503050406030204" pitchFamily="18" charset="0"/>
                      </a:rPr>
                      <m:t>𝑥</m:t>
                    </m:r>
                    <m:r>
                      <a:rPr lang="en-US" i="1" dirty="0" smtClean="0">
                        <a:latin typeface="Cambria Math" panose="02040503050406030204" pitchFamily="18" charset="0"/>
                      </a:rPr>
                      <m:t>)=2∙</m:t>
                    </m:r>
                    <m:r>
                      <a:rPr lang="el-GR" i="1" dirty="0">
                        <a:latin typeface="Cambria Math" panose="02040503050406030204" pitchFamily="18" charset="0"/>
                        <a:cs typeface="Calibri" panose="020F0502020204030204" pitchFamily="34" charset="0"/>
                      </a:rPr>
                      <m:t>𝜎</m:t>
                    </m:r>
                    <m:r>
                      <a:rPr lang="en-US" i="1" dirty="0">
                        <a:latin typeface="Cambria Math" panose="02040503050406030204" pitchFamily="18" charset="0"/>
                      </a:rPr>
                      <m:t>(2</m:t>
                    </m:r>
                    <m:r>
                      <a:rPr lang="en-US" i="1" dirty="0">
                        <a:latin typeface="Cambria Math" panose="02040503050406030204" pitchFamily="18" charset="0"/>
                      </a:rPr>
                      <m:t>𝑥</m:t>
                    </m:r>
                    <m:r>
                      <a:rPr lang="en-US" i="1" dirty="0">
                        <a:latin typeface="Cambria Math" panose="02040503050406030204" pitchFamily="18" charset="0"/>
                      </a:rPr>
                      <m:t>)−1</m:t>
                    </m:r>
                  </m:oMath>
                </a14:m>
                <a:endParaRPr lang="en-US" dirty="0"/>
              </a:p>
              <a:p>
                <a:endParaRPr lang="en-US" dirty="0"/>
              </a:p>
              <a:p>
                <a:endParaRPr lang="en-US" dirty="0"/>
              </a:p>
            </p:txBody>
          </p:sp>
        </mc:Choice>
        <mc:Fallback xmlns="">
          <p:sp>
            <p:nvSpPr>
              <p:cNvPr id="5" name="Content Placeholder 2">
                <a:extLst>
                  <a:ext uri="{FF2B5EF4-FFF2-40B4-BE49-F238E27FC236}">
                    <a16:creationId xmlns:a16="http://schemas.microsoft.com/office/drawing/2014/main" id="{0FA838B0-AD34-49B9-BDBC-15882181DA93}"/>
                  </a:ext>
                </a:extLst>
              </p:cNvPr>
              <p:cNvSpPr>
                <a:spLocks noGrp="1" noRot="1" noChangeAspect="1" noMove="1" noResize="1" noEditPoints="1" noAdjustHandles="1" noChangeArrowheads="1" noChangeShapeType="1" noTextEdit="1"/>
              </p:cNvSpPr>
              <p:nvPr>
                <p:ph idx="1"/>
              </p:nvPr>
            </p:nvSpPr>
            <p:spPr>
              <a:xfrm>
                <a:off x="99256" y="1168327"/>
                <a:ext cx="9584265" cy="1879674"/>
              </a:xfrm>
              <a:blipFill>
                <a:blip r:embed="rId2"/>
                <a:stretch>
                  <a:fillRect l="-1144" t="-5519"/>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D787CA7-3000-41C3-8452-5EB7819449F7}"/>
                  </a:ext>
                </a:extLst>
              </p:cNvPr>
              <p:cNvSpPr txBox="1"/>
              <p:nvPr/>
            </p:nvSpPr>
            <p:spPr>
              <a:xfrm>
                <a:off x="4081705" y="6838528"/>
                <a:ext cx="504056" cy="40100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𝑥</m:t>
                      </m:r>
                    </m:oMath>
                  </m:oMathPara>
                </a14:m>
                <a:endParaRPr lang="en-US" dirty="0"/>
              </a:p>
            </p:txBody>
          </p:sp>
        </mc:Choice>
        <mc:Fallback xmlns="">
          <p:sp>
            <p:nvSpPr>
              <p:cNvPr id="8" name="TextBox 7">
                <a:extLst>
                  <a:ext uri="{FF2B5EF4-FFF2-40B4-BE49-F238E27FC236}">
                    <a16:creationId xmlns:a16="http://schemas.microsoft.com/office/drawing/2014/main" id="{FD787CA7-3000-41C3-8452-5EB7819449F7}"/>
                  </a:ext>
                </a:extLst>
              </p:cNvPr>
              <p:cNvSpPr txBox="1">
                <a:spLocks noRot="1" noChangeAspect="1" noMove="1" noResize="1" noEditPoints="1" noAdjustHandles="1" noChangeArrowheads="1" noChangeShapeType="1" noTextEdit="1"/>
              </p:cNvSpPr>
              <p:nvPr/>
            </p:nvSpPr>
            <p:spPr>
              <a:xfrm>
                <a:off x="4081705" y="6838528"/>
                <a:ext cx="504056" cy="401007"/>
              </a:xfrm>
              <a:prstGeom prst="rect">
                <a:avLst/>
              </a:prstGeom>
              <a:blipFill>
                <a:blip r:embed="rId3"/>
                <a:stretch>
                  <a:fillRect/>
                </a:stretch>
              </a:blipFill>
            </p:spPr>
            <p:txBody>
              <a:bodyPr/>
              <a:lstStyle/>
              <a:p>
                <a:r>
                  <a:rPr lang="en-IN">
                    <a:noFill/>
                  </a:rPr>
                  <a:t> </a:t>
                </a:r>
              </a:p>
            </p:txBody>
          </p:sp>
        </mc:Fallback>
      </mc:AlternateContent>
      <p:grpSp>
        <p:nvGrpSpPr>
          <p:cNvPr id="10" name="Group 9">
            <a:extLst>
              <a:ext uri="{FF2B5EF4-FFF2-40B4-BE49-F238E27FC236}">
                <a16:creationId xmlns:a16="http://schemas.microsoft.com/office/drawing/2014/main" id="{20F8E97A-6B29-450B-8B02-C0402E8D6AE8}"/>
              </a:ext>
            </a:extLst>
          </p:cNvPr>
          <p:cNvGrpSpPr/>
          <p:nvPr/>
        </p:nvGrpSpPr>
        <p:grpSpPr>
          <a:xfrm>
            <a:off x="2821036" y="3257687"/>
            <a:ext cx="6549928" cy="2668791"/>
            <a:chOff x="1575616" y="4246240"/>
            <a:chExt cx="6549928" cy="2668791"/>
          </a:xfrm>
        </p:grpSpPr>
        <p:pic>
          <p:nvPicPr>
            <p:cNvPr id="6" name="Εικόνα 4">
              <a:extLst>
                <a:ext uri="{FF2B5EF4-FFF2-40B4-BE49-F238E27FC236}">
                  <a16:creationId xmlns:a16="http://schemas.microsoft.com/office/drawing/2014/main" id="{9925CCB8-648F-4B90-AA97-16A2C35411A7}"/>
                </a:ext>
              </a:extLst>
            </p:cNvPr>
            <p:cNvPicPr>
              <a:picLocks noChangeAspect="1"/>
            </p:cNvPicPr>
            <p:nvPr/>
          </p:nvPicPr>
          <p:blipFill>
            <a:blip r:embed="rId4"/>
            <a:stretch>
              <a:fillRect/>
            </a:stretch>
          </p:blipFill>
          <p:spPr>
            <a:xfrm>
              <a:off x="2240515" y="4246240"/>
              <a:ext cx="3785406" cy="2668791"/>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8F06D5C0-1B26-4917-8665-CFD48336A0E7}"/>
                    </a:ext>
                  </a:extLst>
                </p:cNvPr>
                <p:cNvSpPr txBox="1"/>
                <p:nvPr/>
              </p:nvSpPr>
              <p:spPr>
                <a:xfrm>
                  <a:off x="6673993" y="5288156"/>
                  <a:ext cx="1451551"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l-GR" sz="2000" i="1" smtClean="0">
                                <a:latin typeface="Cambria Math" panose="02040503050406030204" pitchFamily="18" charset="0"/>
                              </a:rPr>
                            </m:ctrlPr>
                          </m:sSupPr>
                          <m:e>
                            <m:r>
                              <a:rPr lang="el-GR" sz="2000" i="1">
                                <a:latin typeface="Cambria Math" panose="02040503050406030204" pitchFamily="18" charset="0"/>
                                <a:ea typeface="Cambria Math" panose="02040503050406030204" pitchFamily="18" charset="0"/>
                              </a:rPr>
                              <m:t>ℝ</m:t>
                            </m:r>
                          </m:e>
                          <m:sup>
                            <m:r>
                              <a:rPr lang="en-US" sz="2000" i="1">
                                <a:latin typeface="Cambria Math" charset="0"/>
                              </a:rPr>
                              <m:t>𝑛</m:t>
                            </m:r>
                          </m:sup>
                        </m:sSup>
                        <m:r>
                          <a:rPr lang="is-IS" sz="2000" i="1">
                            <a:latin typeface="Cambria Math" charset="0"/>
                          </a:rPr>
                          <m:t>→</m:t>
                        </m:r>
                        <m:d>
                          <m:dPr>
                            <m:begChr m:val="["/>
                            <m:endChr m:val="]"/>
                            <m:ctrlPr>
                              <a:rPr lang="mr-IN" sz="2000" i="1">
                                <a:latin typeface="Cambria Math" panose="02040503050406030204" pitchFamily="18" charset="0"/>
                              </a:rPr>
                            </m:ctrlPr>
                          </m:dPr>
                          <m:e>
                            <m:r>
                              <a:rPr lang="en-US" sz="2000" i="1">
                                <a:latin typeface="Cambria Math" charset="0"/>
                                <a:ea typeface="Cambria Math" charset="0"/>
                                <a:cs typeface="Cambria Math" charset="0"/>
                              </a:rPr>
                              <m:t>−</m:t>
                            </m:r>
                            <m:r>
                              <a:rPr lang="en-US" sz="2000" b="0" i="1" smtClean="0">
                                <a:latin typeface="Cambria Math" charset="0"/>
                                <a:ea typeface="Cambria Math" charset="0"/>
                                <a:cs typeface="Cambria Math" charset="0"/>
                              </a:rPr>
                              <m:t>1</m:t>
                            </m:r>
                            <m:r>
                              <a:rPr lang="en-US" sz="2000" i="1">
                                <a:latin typeface="Cambria Math" charset="0"/>
                              </a:rPr>
                              <m:t>,1</m:t>
                            </m:r>
                          </m:e>
                        </m:d>
                      </m:oMath>
                    </m:oMathPara>
                  </a14:m>
                  <a:endParaRPr lang="el-GR" sz="2000" i="1" dirty="0"/>
                </a:p>
              </p:txBody>
            </p:sp>
          </mc:Choice>
          <mc:Fallback xmlns="">
            <p:sp>
              <p:nvSpPr>
                <p:cNvPr id="7" name="TextBox 6">
                  <a:extLst>
                    <a:ext uri="{FF2B5EF4-FFF2-40B4-BE49-F238E27FC236}">
                      <a16:creationId xmlns:a16="http://schemas.microsoft.com/office/drawing/2014/main" id="{8F06D5C0-1B26-4917-8665-CFD48336A0E7}"/>
                    </a:ext>
                  </a:extLst>
                </p:cNvPr>
                <p:cNvSpPr txBox="1">
                  <a:spLocks noRot="1" noChangeAspect="1" noMove="1" noResize="1" noEditPoints="1" noAdjustHandles="1" noChangeArrowheads="1" noChangeShapeType="1" noTextEdit="1"/>
                </p:cNvSpPr>
                <p:nvPr/>
              </p:nvSpPr>
              <p:spPr>
                <a:xfrm>
                  <a:off x="6673993" y="5288156"/>
                  <a:ext cx="1451551" cy="307777"/>
                </a:xfrm>
                <a:prstGeom prst="rect">
                  <a:avLst/>
                </a:prstGeom>
                <a:blipFill>
                  <a:blip r:embed="rId5"/>
                  <a:stretch>
                    <a:fillRect l="-3361" b="-588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C449266-8E6E-4919-8540-378973DD20B1}"/>
                    </a:ext>
                  </a:extLst>
                </p:cNvPr>
                <p:cNvSpPr txBox="1"/>
                <p:nvPr/>
              </p:nvSpPr>
              <p:spPr>
                <a:xfrm>
                  <a:off x="1575616" y="5326360"/>
                  <a:ext cx="561873" cy="40100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i="1">
                                <a:latin typeface="Cambria Math" panose="02040503050406030204" pitchFamily="18" charset="0"/>
                              </a:rPr>
                              <m:t>𝑥</m:t>
                            </m:r>
                          </m:e>
                        </m:d>
                      </m:oMath>
                    </m:oMathPara>
                  </a14:m>
                  <a:endParaRPr lang="en-US" dirty="0"/>
                </a:p>
              </p:txBody>
            </p:sp>
          </mc:Choice>
          <mc:Fallback xmlns="">
            <p:sp>
              <p:nvSpPr>
                <p:cNvPr id="9" name="TextBox 8">
                  <a:extLst>
                    <a:ext uri="{FF2B5EF4-FFF2-40B4-BE49-F238E27FC236}">
                      <a16:creationId xmlns:a16="http://schemas.microsoft.com/office/drawing/2014/main" id="{EC449266-8E6E-4919-8540-378973DD20B1}"/>
                    </a:ext>
                  </a:extLst>
                </p:cNvPr>
                <p:cNvSpPr txBox="1">
                  <a:spLocks noRot="1" noChangeAspect="1" noMove="1" noResize="1" noEditPoints="1" noAdjustHandles="1" noChangeArrowheads="1" noChangeShapeType="1" noTextEdit="1"/>
                </p:cNvSpPr>
                <p:nvPr/>
              </p:nvSpPr>
              <p:spPr>
                <a:xfrm>
                  <a:off x="1575616" y="5326360"/>
                  <a:ext cx="561873" cy="401007"/>
                </a:xfrm>
                <a:prstGeom prst="rect">
                  <a:avLst/>
                </a:prstGeom>
                <a:blipFill>
                  <a:blip r:embed="rId6"/>
                  <a:stretch>
                    <a:fillRect l="-3261" b="-4615"/>
                  </a:stretch>
                </a:blipFill>
              </p:spPr>
              <p:txBody>
                <a:bodyPr/>
                <a:lstStyle/>
                <a:p>
                  <a:r>
                    <a:rPr lang="en-IN">
                      <a:noFill/>
                    </a:rPr>
                    <a:t> </a:t>
                  </a:r>
                </a:p>
              </p:txBody>
            </p:sp>
          </mc:Fallback>
        </mc:AlternateContent>
      </p:grpSp>
    </p:spTree>
    <p:extLst>
      <p:ext uri="{BB962C8B-B14F-4D97-AF65-F5344CB8AC3E}">
        <p14:creationId xmlns:p14="http://schemas.microsoft.com/office/powerpoint/2010/main" val="4524829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FBAC5E0-28B3-4B03-9B3A-F9B8542372CE}"/>
              </a:ext>
            </a:extLst>
          </p:cNvPr>
          <p:cNvSpPr>
            <a:spLocks noGrp="1"/>
          </p:cNvSpPr>
          <p:nvPr>
            <p:ph type="title"/>
          </p:nvPr>
        </p:nvSpPr>
        <p:spPr>
          <a:xfrm>
            <a:off x="281390" y="223576"/>
            <a:ext cx="10058400" cy="1050573"/>
          </a:xfrm>
        </p:spPr>
        <p:txBody>
          <a:bodyPr/>
          <a:lstStyle/>
          <a:p>
            <a:r>
              <a:rPr lang="en-US" dirty="0"/>
              <a:t>Activation: </a:t>
            </a:r>
            <a:r>
              <a:rPr lang="en-US" dirty="0" err="1"/>
              <a:t>ReLU</a:t>
            </a:r>
            <a:endParaRPr lang="en-US" dirty="0"/>
          </a:p>
        </p:txBody>
      </p:sp>
      <mc:AlternateContent xmlns:mc="http://schemas.openxmlformats.org/markup-compatibility/2006" xmlns:a14="http://schemas.microsoft.com/office/drawing/2010/main">
        <mc:Choice Requires="a14">
          <p:sp>
            <p:nvSpPr>
              <p:cNvPr id="5" name="Content Placeholder 2">
                <a:extLst>
                  <a:ext uri="{FF2B5EF4-FFF2-40B4-BE49-F238E27FC236}">
                    <a16:creationId xmlns:a16="http://schemas.microsoft.com/office/drawing/2014/main" id="{F4AA1505-5AC7-4590-84D3-A9DEAAAC73F7}"/>
                  </a:ext>
                </a:extLst>
              </p:cNvPr>
              <p:cNvSpPr>
                <a:spLocks noGrp="1"/>
              </p:cNvSpPr>
              <p:nvPr>
                <p:ph idx="1"/>
              </p:nvPr>
            </p:nvSpPr>
            <p:spPr>
              <a:xfrm>
                <a:off x="130899" y="1340239"/>
                <a:ext cx="9584265" cy="5367667"/>
              </a:xfrm>
            </p:spPr>
            <p:txBody>
              <a:bodyPr/>
              <a:lstStyle/>
              <a:p>
                <a:r>
                  <a:rPr lang="en-US" i="1" dirty="0">
                    <a:solidFill>
                      <a:schemeClr val="tx1"/>
                    </a:solidFill>
                  </a:rPr>
                  <a:t>ReLU</a:t>
                </a:r>
                <a:r>
                  <a:rPr lang="en-US" dirty="0">
                    <a:solidFill>
                      <a:schemeClr val="tx1"/>
                    </a:solidFill>
                  </a:rPr>
                  <a:t> (Rectified Linear Unit): takes a real-valued number and thresholds it at zero</a:t>
                </a:r>
              </a:p>
              <a:p>
                <a:pPr marL="0" indent="914400">
                  <a:buNone/>
                </a:pPr>
                <a:r>
                  <a:rPr lang="en-US" dirty="0">
                    <a:solidFill>
                      <a:schemeClr val="tx1"/>
                    </a:solidFill>
                  </a:rPr>
                  <a:t> </a:t>
                </a:r>
                <a14:m>
                  <m:oMath xmlns:m="http://schemas.openxmlformats.org/officeDocument/2006/math">
                    <m:r>
                      <a:rPr lang="en-US" i="1">
                        <a:solidFill>
                          <a:schemeClr val="tx1"/>
                        </a:solidFill>
                        <a:latin typeface="Cambria Math" panose="02040503050406030204" pitchFamily="18" charset="0"/>
                      </a:rPr>
                      <m:t>𝑓</m:t>
                    </m:r>
                    <m:d>
                      <m:dPr>
                        <m:ctrlPr>
                          <a:rPr lang="en-US" i="1">
                            <a:solidFill>
                              <a:schemeClr val="tx1"/>
                            </a:solidFill>
                            <a:latin typeface="Cambria Math" panose="02040503050406030204" pitchFamily="18" charset="0"/>
                          </a:rPr>
                        </m:ctrlPr>
                      </m:dPr>
                      <m:e>
                        <m:r>
                          <a:rPr lang="en-US">
                            <a:solidFill>
                              <a:schemeClr val="tx1"/>
                            </a:solidFill>
                            <a:latin typeface="Cambria Math" panose="02040503050406030204" pitchFamily="18" charset="0"/>
                          </a:rPr>
                          <m:t>𝑥</m:t>
                        </m:r>
                      </m:e>
                    </m:d>
                    <m:r>
                      <a:rPr lang="en-US">
                        <a:solidFill>
                          <a:schemeClr val="tx1"/>
                        </a:solidFill>
                        <a:latin typeface="Cambria Math" panose="02040503050406030204" pitchFamily="18" charset="0"/>
                      </a:rPr>
                      <m:t>= </m:t>
                    </m:r>
                    <m:r>
                      <m:rPr>
                        <m:sty m:val="p"/>
                      </m:rPr>
                      <a:rPr lang="en-US">
                        <a:solidFill>
                          <a:schemeClr val="tx1"/>
                        </a:solidFill>
                        <a:latin typeface="Cambria Math" panose="02040503050406030204" pitchFamily="18" charset="0"/>
                      </a:rPr>
                      <m:t>max</m:t>
                    </m:r>
                    <m:r>
                      <a:rPr lang="en-US">
                        <a:solidFill>
                          <a:schemeClr val="tx1"/>
                        </a:solidFill>
                        <a:latin typeface="Cambria Math" panose="02040503050406030204" pitchFamily="18" charset="0"/>
                      </a:rPr>
                      <m:t>(0,</m:t>
                    </m:r>
                    <m:r>
                      <a:rPr lang="en-US">
                        <a:solidFill>
                          <a:schemeClr val="tx1"/>
                        </a:solidFill>
                        <a:latin typeface="Cambria Math" panose="02040503050406030204" pitchFamily="18" charset="0"/>
                      </a:rPr>
                      <m:t>𝑥</m:t>
                    </m:r>
                    <m:r>
                      <a:rPr lang="en-US">
                        <a:solidFill>
                          <a:schemeClr val="tx1"/>
                        </a:solidFill>
                        <a:latin typeface="Cambria Math" panose="02040503050406030204" pitchFamily="18" charset="0"/>
                      </a:rPr>
                      <m:t>)</m:t>
                    </m:r>
                  </m:oMath>
                </a14:m>
                <a:endParaRPr lang="el-GR" dirty="0">
                  <a:solidFill>
                    <a:schemeClr val="tx1"/>
                  </a:solidFill>
                </a:endParaRPr>
              </a:p>
              <a:p>
                <a:pPr lvl="1"/>
                <a:endParaRPr lang="en-US" sz="800" dirty="0">
                  <a:solidFill>
                    <a:schemeClr val="tx1"/>
                  </a:solidFill>
                </a:endParaRPr>
              </a:p>
              <a:p>
                <a:endParaRPr lang="en-US" dirty="0">
                  <a:solidFill>
                    <a:schemeClr val="tx1"/>
                  </a:solidFill>
                </a:endParaRPr>
              </a:p>
              <a:p>
                <a:endParaRPr lang="en-US" dirty="0">
                  <a:solidFill>
                    <a:schemeClr val="tx1"/>
                  </a:solidFill>
                </a:endParaRPr>
              </a:p>
            </p:txBody>
          </p:sp>
        </mc:Choice>
        <mc:Fallback xmlns="">
          <p:sp>
            <p:nvSpPr>
              <p:cNvPr id="5" name="Content Placeholder 2">
                <a:extLst>
                  <a:ext uri="{FF2B5EF4-FFF2-40B4-BE49-F238E27FC236}">
                    <a16:creationId xmlns:a16="http://schemas.microsoft.com/office/drawing/2014/main" id="{F4AA1505-5AC7-4590-84D3-A9DEAAAC73F7}"/>
                  </a:ext>
                </a:extLst>
              </p:cNvPr>
              <p:cNvSpPr>
                <a:spLocks noGrp="1" noRot="1" noChangeAspect="1" noMove="1" noResize="1" noEditPoints="1" noAdjustHandles="1" noChangeArrowheads="1" noChangeShapeType="1" noTextEdit="1"/>
              </p:cNvSpPr>
              <p:nvPr>
                <p:ph idx="1"/>
              </p:nvPr>
            </p:nvSpPr>
            <p:spPr>
              <a:xfrm>
                <a:off x="130899" y="1340239"/>
                <a:ext cx="9584265" cy="5367667"/>
              </a:xfrm>
              <a:blipFill>
                <a:blip r:embed="rId2"/>
                <a:stretch>
                  <a:fillRect l="-1144" t="-1932"/>
                </a:stretch>
              </a:blipFill>
            </p:spPr>
            <p:txBody>
              <a:bodyPr/>
              <a:lstStyle/>
              <a:p>
                <a:r>
                  <a:rPr lang="en-IN">
                    <a:noFill/>
                  </a:rPr>
                  <a:t> </a:t>
                </a:r>
              </a:p>
            </p:txBody>
          </p:sp>
        </mc:Fallback>
      </mc:AlternateContent>
      <p:sp>
        <p:nvSpPr>
          <p:cNvPr id="6" name="Content Placeholder 2">
            <a:extLst>
              <a:ext uri="{FF2B5EF4-FFF2-40B4-BE49-F238E27FC236}">
                <a16:creationId xmlns:a16="http://schemas.microsoft.com/office/drawing/2014/main" id="{98F5028D-2A48-4855-8840-B155E693E203}"/>
              </a:ext>
            </a:extLst>
          </p:cNvPr>
          <p:cNvSpPr txBox="1">
            <a:spLocks/>
          </p:cNvSpPr>
          <p:nvPr/>
        </p:nvSpPr>
        <p:spPr>
          <a:xfrm>
            <a:off x="281390" y="2977549"/>
            <a:ext cx="5323873" cy="4064772"/>
          </a:xfrm>
          <a:prstGeom prst="rect">
            <a:avLst/>
          </a:prstGeom>
        </p:spPr>
        <p:txBody>
          <a:bodyPr vert="horz" lIns="91440" tIns="45720" rIns="91440" bIns="45720" rtlCol="0">
            <a:normAutofit/>
          </a:bodyPr>
          <a:lstStyle>
            <a:lvl1pPr marL="288925" indent="-288925" algn="l" defTabSz="914323" rtl="0" eaLnBrk="1" latinLnBrk="0" hangingPunct="1">
              <a:spcBef>
                <a:spcPct val="20000"/>
              </a:spcBef>
              <a:buClr>
                <a:schemeClr val="tx2"/>
              </a:buClr>
              <a:buSzPct val="90000"/>
              <a:buFont typeface="Palatino Linotype" panose="02040502050505030304" pitchFamily="18" charset="0"/>
              <a:buChar char="•"/>
              <a:defRPr sz="2000" kern="1200">
                <a:solidFill>
                  <a:schemeClr val="tx1"/>
                </a:solidFill>
                <a:latin typeface="Palatino Linotype" panose="02040502050505030304" pitchFamily="18" charset="0"/>
                <a:ea typeface="+mn-ea"/>
                <a:cs typeface="+mn-cs"/>
              </a:defRPr>
            </a:lvl1pPr>
            <a:lvl2pPr marL="631825" indent="-227013" algn="l" defTabSz="914323" rtl="0" eaLnBrk="1" latinLnBrk="0" hangingPunct="1">
              <a:spcBef>
                <a:spcPct val="20000"/>
              </a:spcBef>
              <a:buClr>
                <a:schemeClr val="tx2"/>
              </a:buClr>
              <a:buSzPct val="90000"/>
              <a:buFont typeface="Wingdings" panose="05000000000000000000" pitchFamily="2" charset="2"/>
              <a:buChar char="§"/>
              <a:defRPr sz="1800" kern="1200">
                <a:solidFill>
                  <a:schemeClr val="tx1"/>
                </a:solidFill>
                <a:latin typeface="Palatino Linotype" panose="02040502050505030304" pitchFamily="18" charset="0"/>
                <a:ea typeface="+mn-ea"/>
                <a:cs typeface="+mn-cs"/>
              </a:defRPr>
            </a:lvl2pPr>
            <a:lvl3pPr marL="973138" indent="-231775" algn="l" defTabSz="914323" rtl="0" eaLnBrk="1" latinLnBrk="0" hangingPunct="1">
              <a:spcBef>
                <a:spcPct val="20000"/>
              </a:spcBef>
              <a:buClr>
                <a:schemeClr val="tx2"/>
              </a:buClr>
              <a:buFont typeface="Courier New" panose="02070309020205020404" pitchFamily="49" charset="0"/>
              <a:buChar char="o"/>
              <a:defRPr sz="1600" kern="1200">
                <a:solidFill>
                  <a:schemeClr val="tx1"/>
                </a:solidFill>
                <a:latin typeface="Palatino Linotype" panose="02040502050505030304" pitchFamily="18" charset="0"/>
                <a:ea typeface="+mn-ea"/>
                <a:cs typeface="+mn-cs"/>
              </a:defRPr>
            </a:lvl3pPr>
            <a:lvl4pPr marL="1254125" indent="-222250" algn="l" defTabSz="914323" rtl="0" eaLnBrk="1" latinLnBrk="0" hangingPunct="1">
              <a:spcBef>
                <a:spcPct val="20000"/>
              </a:spcBef>
              <a:buClr>
                <a:schemeClr val="tx2"/>
              </a:buClr>
              <a:buFont typeface="Arial" panose="020B0604020202020204" pitchFamily="34" charset="0"/>
              <a:buChar char="–"/>
              <a:defRPr sz="1400" kern="1200">
                <a:solidFill>
                  <a:schemeClr val="tx1"/>
                </a:solidFill>
                <a:latin typeface="Palatino Linotype" panose="02040502050505030304" pitchFamily="18" charset="0"/>
                <a:ea typeface="+mn-ea"/>
                <a:cs typeface="+mn-cs"/>
              </a:defRPr>
            </a:lvl4pPr>
            <a:lvl5pPr marL="1430338" indent="-176213" algn="l" defTabSz="914323" rtl="0" eaLnBrk="1" latinLnBrk="0" hangingPunct="1">
              <a:spcBef>
                <a:spcPct val="20000"/>
              </a:spcBef>
              <a:buClr>
                <a:schemeClr val="tx2"/>
              </a:buClr>
              <a:buFont typeface="Arial" panose="020B0604020202020204" pitchFamily="34" charset="0"/>
              <a:buChar char="»"/>
              <a:defRPr sz="1200" kern="1200">
                <a:solidFill>
                  <a:schemeClr val="tx1"/>
                </a:solidFill>
                <a:latin typeface="Palatino Linotype" panose="02040502050505030304" pitchFamily="18" charset="0"/>
                <a:ea typeface="+mn-ea"/>
                <a:cs typeface="+mn-cs"/>
              </a:defRPr>
            </a:lvl5pPr>
            <a:lvl6pPr marL="2514389" indent="-228581" algn="l" defTabSz="914323"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551" indent="-228581" algn="l" defTabSz="914323"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713" indent="-228581" algn="l" defTabSz="914323"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874" indent="-228581" algn="l" defTabSz="914323"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lvl="1"/>
            <a:r>
              <a:rPr lang="en-US" dirty="0"/>
              <a:t>Most modern deep NNs use </a:t>
            </a:r>
            <a:r>
              <a:rPr lang="en-US" dirty="0" err="1"/>
              <a:t>ReLU</a:t>
            </a:r>
            <a:r>
              <a:rPr lang="en-US" dirty="0"/>
              <a:t> activations </a:t>
            </a:r>
          </a:p>
          <a:p>
            <a:pPr lvl="1"/>
            <a:r>
              <a:rPr lang="en-US" dirty="0" err="1"/>
              <a:t>ReLU</a:t>
            </a:r>
            <a:r>
              <a:rPr lang="en-US" dirty="0"/>
              <a:t> is fast to compute </a:t>
            </a:r>
          </a:p>
          <a:p>
            <a:pPr lvl="1"/>
            <a:r>
              <a:rPr lang="en-US" dirty="0"/>
              <a:t>Prevents the gradient vanishing problem</a:t>
            </a:r>
          </a:p>
          <a:p>
            <a:endParaRPr lang="en-US" dirty="0"/>
          </a:p>
        </p:txBody>
      </p:sp>
      <p:grpSp>
        <p:nvGrpSpPr>
          <p:cNvPr id="11" name="Group 10">
            <a:extLst>
              <a:ext uri="{FF2B5EF4-FFF2-40B4-BE49-F238E27FC236}">
                <a16:creationId xmlns:a16="http://schemas.microsoft.com/office/drawing/2014/main" id="{74E369C8-A160-46DB-8132-E219CFA9B96A}"/>
              </a:ext>
            </a:extLst>
          </p:cNvPr>
          <p:cNvGrpSpPr/>
          <p:nvPr/>
        </p:nvGrpSpPr>
        <p:grpSpPr>
          <a:xfrm>
            <a:off x="6972860" y="2550503"/>
            <a:ext cx="4487176" cy="3458054"/>
            <a:chOff x="5403431" y="2660394"/>
            <a:chExt cx="4487176" cy="3458054"/>
          </a:xfrm>
        </p:grpSpPr>
        <p:pic>
          <p:nvPicPr>
            <p:cNvPr id="7" name="Εικόνα 5">
              <a:extLst>
                <a:ext uri="{FF2B5EF4-FFF2-40B4-BE49-F238E27FC236}">
                  <a16:creationId xmlns:a16="http://schemas.microsoft.com/office/drawing/2014/main" id="{0A087AF8-854B-4BC8-B615-A39C22ABE255}"/>
                </a:ext>
              </a:extLst>
            </p:cNvPr>
            <p:cNvPicPr>
              <a:picLocks noChangeAspect="1"/>
            </p:cNvPicPr>
            <p:nvPr/>
          </p:nvPicPr>
          <p:blipFill>
            <a:blip r:embed="rId3"/>
            <a:stretch>
              <a:fillRect/>
            </a:stretch>
          </p:blipFill>
          <p:spPr>
            <a:xfrm>
              <a:off x="5965304" y="2909561"/>
              <a:ext cx="3925303" cy="2807389"/>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2F4FECC-7CF3-4D16-B617-11696FA9992E}"/>
                    </a:ext>
                  </a:extLst>
                </p:cNvPr>
                <p:cNvSpPr txBox="1"/>
                <p:nvPr/>
              </p:nvSpPr>
              <p:spPr>
                <a:xfrm>
                  <a:off x="7621488" y="2660394"/>
                  <a:ext cx="1079077" cy="307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l-GR" sz="2000" i="1" smtClean="0">
                                <a:latin typeface="Cambria Math" panose="02040503050406030204" pitchFamily="18" charset="0"/>
                              </a:rPr>
                            </m:ctrlPr>
                          </m:sSupPr>
                          <m:e>
                            <m:r>
                              <a:rPr lang="el-GR" sz="2000" i="1">
                                <a:latin typeface="Cambria Math" panose="02040503050406030204" pitchFamily="18" charset="0"/>
                                <a:ea typeface="Cambria Math" panose="02040503050406030204" pitchFamily="18" charset="0"/>
                              </a:rPr>
                              <m:t>ℝ</m:t>
                            </m:r>
                          </m:e>
                          <m:sup>
                            <m:r>
                              <a:rPr lang="en-US" sz="2000" i="1">
                                <a:latin typeface="Cambria Math" charset="0"/>
                              </a:rPr>
                              <m:t>𝑛</m:t>
                            </m:r>
                          </m:sup>
                        </m:sSup>
                        <m:r>
                          <a:rPr lang="is-IS" sz="2000" i="1">
                            <a:latin typeface="Cambria Math" charset="0"/>
                          </a:rPr>
                          <m:t>→</m:t>
                        </m:r>
                        <m:sSubSup>
                          <m:sSubSupPr>
                            <m:ctrlPr>
                              <a:rPr lang="en-US" sz="2000" i="1" smtClean="0">
                                <a:latin typeface="Cambria Math" panose="02040503050406030204" pitchFamily="18" charset="0"/>
                              </a:rPr>
                            </m:ctrlPr>
                          </m:sSubSupPr>
                          <m:e>
                            <m:r>
                              <a:rPr lang="el-GR" sz="2000" i="1">
                                <a:latin typeface="Cambria Math" panose="02040503050406030204" pitchFamily="18" charset="0"/>
                                <a:ea typeface="Cambria Math" panose="02040503050406030204" pitchFamily="18" charset="0"/>
                              </a:rPr>
                              <m:t>ℝ</m:t>
                            </m:r>
                          </m:e>
                          <m:sub>
                            <m:r>
                              <a:rPr lang="en-US" sz="2000" b="0" i="1" smtClean="0">
                                <a:latin typeface="Cambria Math" charset="0"/>
                              </a:rPr>
                              <m:t>+</m:t>
                            </m:r>
                          </m:sub>
                          <m:sup>
                            <m:r>
                              <a:rPr lang="en-US" sz="2000" b="0" i="1" smtClean="0">
                                <a:latin typeface="Cambria Math" charset="0"/>
                              </a:rPr>
                              <m:t>𝑛</m:t>
                            </m:r>
                          </m:sup>
                        </m:sSubSup>
                      </m:oMath>
                    </m:oMathPara>
                  </a14:m>
                  <a:endParaRPr lang="el-GR" sz="2000" i="1" dirty="0"/>
                </a:p>
              </p:txBody>
            </p:sp>
          </mc:Choice>
          <mc:Fallback xmlns="">
            <p:sp>
              <p:nvSpPr>
                <p:cNvPr id="8" name="TextBox 7">
                  <a:extLst>
                    <a:ext uri="{FF2B5EF4-FFF2-40B4-BE49-F238E27FC236}">
                      <a16:creationId xmlns:a16="http://schemas.microsoft.com/office/drawing/2014/main" id="{82F4FECC-7CF3-4D16-B617-11696FA9992E}"/>
                    </a:ext>
                  </a:extLst>
                </p:cNvPr>
                <p:cNvSpPr txBox="1">
                  <a:spLocks noRot="1" noChangeAspect="1" noMove="1" noResize="1" noEditPoints="1" noAdjustHandles="1" noChangeArrowheads="1" noChangeShapeType="1" noTextEdit="1"/>
                </p:cNvSpPr>
                <p:nvPr/>
              </p:nvSpPr>
              <p:spPr>
                <a:xfrm>
                  <a:off x="7621488" y="2660394"/>
                  <a:ext cx="1079077" cy="307777"/>
                </a:xfrm>
                <a:prstGeom prst="rect">
                  <a:avLst/>
                </a:prstGeom>
                <a:blipFill>
                  <a:blip r:embed="rId4"/>
                  <a:stretch>
                    <a:fillRect l="-5650" r="-1695" b="-13725"/>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9FE82E53-CA49-49B5-9EB4-EA6ED9FCC82F}"/>
                    </a:ext>
                  </a:extLst>
                </p:cNvPr>
                <p:cNvSpPr txBox="1"/>
                <p:nvPr/>
              </p:nvSpPr>
              <p:spPr>
                <a:xfrm>
                  <a:off x="7765504" y="5717441"/>
                  <a:ext cx="504056" cy="40100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𝑥</m:t>
                        </m:r>
                      </m:oMath>
                    </m:oMathPara>
                  </a14:m>
                  <a:endParaRPr lang="en-US" dirty="0"/>
                </a:p>
              </p:txBody>
            </p:sp>
          </mc:Choice>
          <mc:Fallback xmlns="">
            <p:sp>
              <p:nvSpPr>
                <p:cNvPr id="9" name="TextBox 8">
                  <a:extLst>
                    <a:ext uri="{FF2B5EF4-FFF2-40B4-BE49-F238E27FC236}">
                      <a16:creationId xmlns:a16="http://schemas.microsoft.com/office/drawing/2014/main" id="{9FE82E53-CA49-49B5-9EB4-EA6ED9FCC82F}"/>
                    </a:ext>
                  </a:extLst>
                </p:cNvPr>
                <p:cNvSpPr txBox="1">
                  <a:spLocks noRot="1" noChangeAspect="1" noMove="1" noResize="1" noEditPoints="1" noAdjustHandles="1" noChangeArrowheads="1" noChangeShapeType="1" noTextEdit="1"/>
                </p:cNvSpPr>
                <p:nvPr/>
              </p:nvSpPr>
              <p:spPr>
                <a:xfrm>
                  <a:off x="7765504" y="5717441"/>
                  <a:ext cx="504056" cy="401007"/>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FF8767D-962F-4134-956D-E3FAFF83310C}"/>
                    </a:ext>
                  </a:extLst>
                </p:cNvPr>
                <p:cNvSpPr txBox="1"/>
                <p:nvPr/>
              </p:nvSpPr>
              <p:spPr>
                <a:xfrm>
                  <a:off x="5403431" y="3814192"/>
                  <a:ext cx="561873" cy="40100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i="1">
                                <a:latin typeface="Cambria Math" panose="02040503050406030204" pitchFamily="18" charset="0"/>
                              </a:rPr>
                              <m:t>𝑥</m:t>
                            </m:r>
                          </m:e>
                        </m:d>
                      </m:oMath>
                    </m:oMathPara>
                  </a14:m>
                  <a:endParaRPr lang="en-US" dirty="0"/>
                </a:p>
              </p:txBody>
            </p:sp>
          </mc:Choice>
          <mc:Fallback xmlns="">
            <p:sp>
              <p:nvSpPr>
                <p:cNvPr id="10" name="TextBox 9">
                  <a:extLst>
                    <a:ext uri="{FF2B5EF4-FFF2-40B4-BE49-F238E27FC236}">
                      <a16:creationId xmlns:a16="http://schemas.microsoft.com/office/drawing/2014/main" id="{1FF8767D-962F-4134-956D-E3FAFF83310C}"/>
                    </a:ext>
                  </a:extLst>
                </p:cNvPr>
                <p:cNvSpPr txBox="1">
                  <a:spLocks noRot="1" noChangeAspect="1" noMove="1" noResize="1" noEditPoints="1" noAdjustHandles="1" noChangeArrowheads="1" noChangeShapeType="1" noTextEdit="1"/>
                </p:cNvSpPr>
                <p:nvPr/>
              </p:nvSpPr>
              <p:spPr>
                <a:xfrm>
                  <a:off x="5403431" y="3814192"/>
                  <a:ext cx="561873" cy="401007"/>
                </a:xfrm>
                <a:prstGeom prst="rect">
                  <a:avLst/>
                </a:prstGeom>
                <a:blipFill>
                  <a:blip r:embed="rId6"/>
                  <a:stretch>
                    <a:fillRect l="-3261" b="-4615"/>
                  </a:stretch>
                </a:blipFill>
              </p:spPr>
              <p:txBody>
                <a:bodyPr/>
                <a:lstStyle/>
                <a:p>
                  <a:r>
                    <a:rPr lang="en-IN">
                      <a:noFill/>
                    </a:rPr>
                    <a:t> </a:t>
                  </a:r>
                </a:p>
              </p:txBody>
            </p:sp>
          </mc:Fallback>
        </mc:AlternateContent>
      </p:grpSp>
    </p:spTree>
    <p:extLst>
      <p:ext uri="{BB962C8B-B14F-4D97-AF65-F5344CB8AC3E}">
        <p14:creationId xmlns:p14="http://schemas.microsoft.com/office/powerpoint/2010/main" val="23140916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6998079D-19C3-4F28-970A-03F2937B3AFC}"/>
              </a:ext>
            </a:extLst>
          </p:cNvPr>
          <p:cNvSpPr>
            <a:spLocks noGrp="1"/>
          </p:cNvSpPr>
          <p:nvPr>
            <p:ph type="title"/>
          </p:nvPr>
        </p:nvSpPr>
        <p:spPr>
          <a:xfrm>
            <a:off x="318052" y="119814"/>
            <a:ext cx="10058400" cy="1050573"/>
          </a:xfrm>
        </p:spPr>
        <p:txBody>
          <a:bodyPr/>
          <a:lstStyle/>
          <a:p>
            <a:r>
              <a:rPr lang="en-US" dirty="0"/>
              <a:t>Activation: Leaky </a:t>
            </a:r>
            <a:r>
              <a:rPr lang="en-US" dirty="0" err="1"/>
              <a:t>ReLU</a:t>
            </a:r>
            <a:endParaRPr lang="en-US" dirty="0"/>
          </a:p>
        </p:txBody>
      </p:sp>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A1377C8A-6E50-4597-BCDE-8C4F7B679543}"/>
                  </a:ext>
                </a:extLst>
              </p:cNvPr>
              <p:cNvSpPr>
                <a:spLocks noGrp="1"/>
              </p:cNvSpPr>
              <p:nvPr>
                <p:ph idx="1"/>
              </p:nvPr>
            </p:nvSpPr>
            <p:spPr>
              <a:xfrm>
                <a:off x="318052" y="1007498"/>
                <a:ext cx="10469218" cy="5367667"/>
              </a:xfrm>
            </p:spPr>
            <p:txBody>
              <a:bodyPr/>
              <a:lstStyle/>
              <a:p>
                <a:pPr lvl="1"/>
                <a:endParaRPr lang="en-US" sz="1000" dirty="0">
                  <a:solidFill>
                    <a:schemeClr val="tx1"/>
                  </a:solidFill>
                </a:endParaRPr>
              </a:p>
              <a:p>
                <a:r>
                  <a:rPr lang="en-US" i="1" dirty="0">
                    <a:solidFill>
                      <a:schemeClr val="tx1"/>
                    </a:solidFill>
                  </a:rPr>
                  <a:t>Leaky </a:t>
                </a:r>
                <a:r>
                  <a:rPr lang="en-US" i="1" dirty="0" err="1">
                    <a:solidFill>
                      <a:schemeClr val="tx1"/>
                    </a:solidFill>
                  </a:rPr>
                  <a:t>ReLU</a:t>
                </a:r>
                <a:r>
                  <a:rPr lang="en-US" i="1" dirty="0">
                    <a:solidFill>
                      <a:schemeClr val="tx1"/>
                    </a:solidFill>
                  </a:rPr>
                  <a:t> </a:t>
                </a:r>
                <a:r>
                  <a:rPr lang="en-US" sz="2200" dirty="0">
                    <a:solidFill>
                      <a:schemeClr val="tx1"/>
                    </a:solidFill>
                  </a:rPr>
                  <a:t>activation function is a variant of </a:t>
                </a:r>
                <a:r>
                  <a:rPr lang="en-US" sz="2200" dirty="0" err="1">
                    <a:solidFill>
                      <a:schemeClr val="tx1"/>
                    </a:solidFill>
                  </a:rPr>
                  <a:t>ReLU</a:t>
                </a:r>
                <a:endParaRPr lang="en-US" sz="2200" dirty="0">
                  <a:solidFill>
                    <a:schemeClr val="tx1"/>
                  </a:solidFill>
                </a:endParaRPr>
              </a:p>
              <a:p>
                <a:pPr lvl="1"/>
                <a:r>
                  <a:rPr lang="en-US" dirty="0">
                    <a:solidFill>
                      <a:schemeClr val="tx1"/>
                    </a:solidFill>
                  </a:rPr>
                  <a:t>Instead of the function being 0 when </a:t>
                </a:r>
                <a14:m>
                  <m:oMath xmlns:m="http://schemas.openxmlformats.org/officeDocument/2006/math">
                    <m:r>
                      <a:rPr lang="en-US" b="0" i="1" smtClean="0">
                        <a:solidFill>
                          <a:schemeClr val="tx1"/>
                        </a:solidFill>
                        <a:latin typeface="Cambria Math" panose="02040503050406030204" pitchFamily="18" charset="0"/>
                      </a:rPr>
                      <m:t>𝑥</m:t>
                    </m:r>
                    <m:r>
                      <a:rPr lang="en-US" b="0" i="1" smtClean="0">
                        <a:solidFill>
                          <a:schemeClr val="tx1"/>
                        </a:solidFill>
                        <a:latin typeface="Cambria Math" panose="02040503050406030204" pitchFamily="18" charset="0"/>
                      </a:rPr>
                      <m:t>&lt;0</m:t>
                    </m:r>
                  </m:oMath>
                </a14:m>
                <a:r>
                  <a:rPr lang="en-US" dirty="0">
                    <a:solidFill>
                      <a:schemeClr val="tx1"/>
                    </a:solidFill>
                  </a:rPr>
                  <a:t>, a leaky </a:t>
                </a:r>
                <a:r>
                  <a:rPr lang="en-US" dirty="0" err="1">
                    <a:solidFill>
                      <a:schemeClr val="tx1"/>
                    </a:solidFill>
                  </a:rPr>
                  <a:t>ReLU</a:t>
                </a:r>
                <a:r>
                  <a:rPr lang="en-US" dirty="0">
                    <a:solidFill>
                      <a:schemeClr val="tx1"/>
                    </a:solidFill>
                  </a:rPr>
                  <a:t> has a small negative slope (e.g., </a:t>
                </a:r>
                <a:r>
                  <a:rPr lang="el-GR" dirty="0">
                    <a:solidFill>
                      <a:schemeClr val="tx1"/>
                    </a:solidFill>
                  </a:rPr>
                  <a:t>α</a:t>
                </a:r>
                <a:r>
                  <a:rPr lang="en-US" dirty="0">
                    <a:solidFill>
                      <a:schemeClr val="tx1"/>
                    </a:solidFill>
                  </a:rPr>
                  <a:t> = 0.01, or similar)</a:t>
                </a:r>
              </a:p>
            </p:txBody>
          </p:sp>
        </mc:Choice>
        <mc:Fallback xmlns="">
          <p:sp>
            <p:nvSpPr>
              <p:cNvPr id="6" name="Content Placeholder 2">
                <a:extLst>
                  <a:ext uri="{FF2B5EF4-FFF2-40B4-BE49-F238E27FC236}">
                    <a16:creationId xmlns:a16="http://schemas.microsoft.com/office/drawing/2014/main" id="{A1377C8A-6E50-4597-BCDE-8C4F7B679543}"/>
                  </a:ext>
                </a:extLst>
              </p:cNvPr>
              <p:cNvSpPr>
                <a:spLocks noGrp="1" noRot="1" noChangeAspect="1" noMove="1" noResize="1" noEditPoints="1" noAdjustHandles="1" noChangeArrowheads="1" noChangeShapeType="1" noTextEdit="1"/>
              </p:cNvSpPr>
              <p:nvPr>
                <p:ph idx="1"/>
              </p:nvPr>
            </p:nvSpPr>
            <p:spPr>
              <a:xfrm>
                <a:off x="318052" y="1007498"/>
                <a:ext cx="10469218" cy="5367667"/>
              </a:xfrm>
              <a:blipFill>
                <a:blip r:embed="rId2"/>
                <a:stretch>
                  <a:fillRect l="-1048"/>
                </a:stretch>
              </a:blipFill>
            </p:spPr>
            <p:txBody>
              <a:bodyPr/>
              <a:lstStyle/>
              <a:p>
                <a:r>
                  <a:rPr lang="en-IN">
                    <a:noFill/>
                  </a:rPr>
                  <a:t> </a:t>
                </a:r>
              </a:p>
            </p:txBody>
          </p:sp>
        </mc:Fallback>
      </mc:AlternateContent>
      <p:grpSp>
        <p:nvGrpSpPr>
          <p:cNvPr id="9" name="Group 8">
            <a:extLst>
              <a:ext uri="{FF2B5EF4-FFF2-40B4-BE49-F238E27FC236}">
                <a16:creationId xmlns:a16="http://schemas.microsoft.com/office/drawing/2014/main" id="{923FC7AA-08BC-4E3B-8660-A5FB02D782DF}"/>
              </a:ext>
            </a:extLst>
          </p:cNvPr>
          <p:cNvGrpSpPr/>
          <p:nvPr/>
        </p:nvGrpSpPr>
        <p:grpSpPr>
          <a:xfrm>
            <a:off x="3600854" y="2979248"/>
            <a:ext cx="4327681" cy="3664283"/>
            <a:chOff x="7991155" y="3073903"/>
            <a:chExt cx="4327681" cy="3664283"/>
          </a:xfrm>
        </p:grpSpPr>
        <p:pic>
          <p:nvPicPr>
            <p:cNvPr id="4" name="Picture 2" descr="Explain Step / Threshold and Leaky ReLU Activation Functions | i2tutorials">
              <a:extLst>
                <a:ext uri="{FF2B5EF4-FFF2-40B4-BE49-F238E27FC236}">
                  <a16:creationId xmlns:a16="http://schemas.microsoft.com/office/drawing/2014/main" id="{655F8E89-D2F4-43A6-9CB7-B5C7176168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91155" y="4000266"/>
              <a:ext cx="4327681" cy="273792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7006216-BF3E-4D7A-B7E7-033FEA9CA9C6}"/>
                    </a:ext>
                  </a:extLst>
                </p:cNvPr>
                <p:cNvSpPr txBox="1"/>
                <p:nvPr/>
              </p:nvSpPr>
              <p:spPr>
                <a:xfrm>
                  <a:off x="8778308" y="3073903"/>
                  <a:ext cx="2592288" cy="71019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800" b="0" i="1" smtClean="0">
                            <a:latin typeface="Cambria Math" panose="02040503050406030204" pitchFamily="18" charset="0"/>
                          </a:rPr>
                          <m:t>𝑓</m:t>
                        </m:r>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𝑥</m:t>
                            </m:r>
                          </m:e>
                        </m:d>
                        <m:r>
                          <a:rPr lang="en-US" sz="1800" b="0" i="1" smtClean="0">
                            <a:latin typeface="Cambria Math" panose="02040503050406030204" pitchFamily="18" charset="0"/>
                          </a:rPr>
                          <m:t>=</m:t>
                        </m:r>
                        <m:d>
                          <m:dPr>
                            <m:begChr m:val="{"/>
                            <m:endChr m:val=""/>
                            <m:ctrlPr>
                              <a:rPr lang="en-US" sz="1800" b="0" i="1" smtClean="0">
                                <a:latin typeface="Cambria Math" panose="02040503050406030204" pitchFamily="18" charset="0"/>
                              </a:rPr>
                            </m:ctrlPr>
                          </m:dPr>
                          <m:e>
                            <m:m>
                              <m:mPr>
                                <m:mcs>
                                  <m:mc>
                                    <m:mcPr>
                                      <m:count m:val="1"/>
                                      <m:mcJc m:val="center"/>
                                    </m:mcPr>
                                  </m:mc>
                                </m:mcs>
                                <m:ctrlPr>
                                  <a:rPr lang="en-US" sz="1800" b="0" i="1" smtClean="0">
                                    <a:latin typeface="Cambria Math" panose="02040503050406030204" pitchFamily="18" charset="0"/>
                                  </a:rPr>
                                </m:ctrlPr>
                              </m:mPr>
                              <m:mr>
                                <m:e>
                                  <m:m>
                                    <m:mPr>
                                      <m:mcs>
                                        <m:mc>
                                          <m:mcPr>
                                            <m:count m:val="2"/>
                                            <m:mcJc m:val="center"/>
                                          </m:mcPr>
                                        </m:mc>
                                      </m:mcs>
                                      <m:ctrlPr>
                                        <a:rPr lang="en-US" sz="1800" b="0" i="1" smtClean="0">
                                          <a:latin typeface="Cambria Math" panose="02040503050406030204" pitchFamily="18" charset="0"/>
                                        </a:rPr>
                                      </m:ctrlPr>
                                    </m:mPr>
                                    <m:mr>
                                      <m:e>
                                        <m:r>
                                          <m:rPr>
                                            <m:brk m:alnAt="7"/>
                                          </m:rPr>
                                          <a:rPr lang="en-US" sz="1800" b="0" i="1" smtClean="0">
                                            <a:latin typeface="Cambria Math" panose="02040503050406030204" pitchFamily="18" charset="0"/>
                                            <a:ea typeface="Cambria Math" panose="02040503050406030204" pitchFamily="18" charset="0"/>
                                          </a:rPr>
                                          <m:t>𝛼</m:t>
                                        </m:r>
                                        <m:r>
                                          <a:rPr lang="en-US" sz="1800" b="0" i="1" smtClean="0">
                                            <a:latin typeface="Cambria Math" panose="02040503050406030204" pitchFamily="18" charset="0"/>
                                            <a:ea typeface="Cambria Math" panose="02040503050406030204" pitchFamily="18" charset="0"/>
                                          </a:rPr>
                                          <m:t>𝑥</m:t>
                                        </m:r>
                                      </m:e>
                                      <m:e>
                                        <m:r>
                                          <m:rPr>
                                            <m:sty m:val="p"/>
                                          </m:rPr>
                                          <a:rPr lang="en-US" sz="1800" b="0" i="0" smtClean="0">
                                            <a:latin typeface="Cambria Math" panose="02040503050406030204" pitchFamily="18" charset="0"/>
                                          </a:rPr>
                                          <m:t>for</m:t>
                                        </m:r>
                                        <m:r>
                                          <a:rPr lang="en-US" sz="1800" b="0" i="1" smtClean="0">
                                            <a:latin typeface="Cambria Math" panose="02040503050406030204" pitchFamily="18" charset="0"/>
                                          </a:rPr>
                                          <m:t> </m:t>
                                        </m:r>
                                        <m:r>
                                          <a:rPr lang="en-US" sz="1800" b="0" i="1" smtClean="0">
                                            <a:latin typeface="Cambria Math" panose="02040503050406030204" pitchFamily="18" charset="0"/>
                                          </a:rPr>
                                          <m:t>𝑥</m:t>
                                        </m:r>
                                        <m:r>
                                          <a:rPr lang="en-US" sz="1800" b="0" i="1" smtClean="0">
                                            <a:latin typeface="Cambria Math" panose="02040503050406030204" pitchFamily="18" charset="0"/>
                                          </a:rPr>
                                          <m:t>&lt;0   </m:t>
                                        </m:r>
                                      </m:e>
                                    </m:mr>
                                  </m:m>
                                </m:e>
                              </m:mr>
                              <m:mr>
                                <m:e>
                                  <m:m>
                                    <m:mPr>
                                      <m:mcs>
                                        <m:mc>
                                          <m:mcPr>
                                            <m:count m:val="2"/>
                                            <m:mcJc m:val="center"/>
                                          </m:mcPr>
                                        </m:mc>
                                      </m:mcs>
                                      <m:ctrlPr>
                                        <a:rPr lang="en-US" sz="1800" b="0" i="1" smtClean="0">
                                          <a:latin typeface="Cambria Math" panose="02040503050406030204" pitchFamily="18" charset="0"/>
                                        </a:rPr>
                                      </m:ctrlPr>
                                    </m:mPr>
                                    <m:mr>
                                      <m:e>
                                        <m:r>
                                          <m:rPr>
                                            <m:brk m:alnAt="7"/>
                                          </m:rPr>
                                          <a:rPr lang="en-US" sz="1800" b="0" i="1" smtClean="0">
                                            <a:latin typeface="Cambria Math" panose="02040503050406030204" pitchFamily="18" charset="0"/>
                                          </a:rPr>
                                          <m:t>𝑥</m:t>
                                        </m:r>
                                      </m:e>
                                      <m:e>
                                        <m:r>
                                          <m:rPr>
                                            <m:sty m:val="p"/>
                                          </m:rPr>
                                          <a:rPr lang="en-US" sz="1800" b="0" i="0" smtClean="0">
                                            <a:latin typeface="Cambria Math" panose="02040503050406030204" pitchFamily="18" charset="0"/>
                                          </a:rPr>
                                          <m:t>for</m:t>
                                        </m:r>
                                        <m:r>
                                          <a:rPr lang="en-US" sz="1800" b="0" i="1" smtClean="0">
                                            <a:latin typeface="Cambria Math" panose="02040503050406030204" pitchFamily="18" charset="0"/>
                                          </a:rPr>
                                          <m:t> </m:t>
                                        </m:r>
                                        <m:r>
                                          <a:rPr lang="en-US" sz="1800" b="0" i="1" smtClean="0">
                                            <a:latin typeface="Cambria Math" panose="02040503050406030204" pitchFamily="18" charset="0"/>
                                          </a:rPr>
                                          <m:t>𝑥</m:t>
                                        </m:r>
                                        <m:r>
                                          <a:rPr lang="en-US" sz="1800" b="0" i="1" smtClean="0">
                                            <a:latin typeface="Cambria Math" panose="02040503050406030204" pitchFamily="18" charset="0"/>
                                            <a:ea typeface="Cambria Math" panose="02040503050406030204" pitchFamily="18" charset="0"/>
                                          </a:rPr>
                                          <m:t>≫</m:t>
                                        </m:r>
                                        <m:r>
                                          <a:rPr lang="en-US" sz="1800" b="0" i="1" smtClean="0">
                                            <a:latin typeface="Cambria Math" panose="02040503050406030204" pitchFamily="18" charset="0"/>
                                          </a:rPr>
                                          <m:t>0</m:t>
                                        </m:r>
                                      </m:e>
                                    </m:mr>
                                  </m:m>
                                </m:e>
                              </m:mr>
                            </m:m>
                          </m:e>
                        </m:d>
                      </m:oMath>
                    </m:oMathPara>
                  </a14:m>
                  <a:endParaRPr lang="en-US" sz="1800" dirty="0"/>
                </a:p>
              </p:txBody>
            </p:sp>
          </mc:Choice>
          <mc:Fallback xmlns="">
            <p:sp>
              <p:nvSpPr>
                <p:cNvPr id="7" name="TextBox 6">
                  <a:extLst>
                    <a:ext uri="{FF2B5EF4-FFF2-40B4-BE49-F238E27FC236}">
                      <a16:creationId xmlns:a16="http://schemas.microsoft.com/office/drawing/2014/main" id="{57006216-BF3E-4D7A-B7E7-033FEA9CA9C6}"/>
                    </a:ext>
                  </a:extLst>
                </p:cNvPr>
                <p:cNvSpPr txBox="1">
                  <a:spLocks noRot="1" noChangeAspect="1" noMove="1" noResize="1" noEditPoints="1" noAdjustHandles="1" noChangeArrowheads="1" noChangeShapeType="1" noTextEdit="1"/>
                </p:cNvSpPr>
                <p:nvPr/>
              </p:nvSpPr>
              <p:spPr>
                <a:xfrm>
                  <a:off x="8778308" y="3073903"/>
                  <a:ext cx="2592288" cy="710194"/>
                </a:xfrm>
                <a:prstGeom prst="rect">
                  <a:avLst/>
                </a:prstGeom>
                <a:blipFill>
                  <a:blip r:embed="rId4"/>
                  <a:stretch>
                    <a:fillRect/>
                  </a:stretch>
                </a:blipFill>
              </p:spPr>
              <p:txBody>
                <a:bodyPr/>
                <a:lstStyle/>
                <a:p>
                  <a:r>
                    <a:rPr lang="en-IN">
                      <a:noFill/>
                    </a:rPr>
                    <a:t> </a:t>
                  </a:r>
                </a:p>
              </p:txBody>
            </p:sp>
          </mc:Fallback>
        </mc:AlternateContent>
      </p:grpSp>
    </p:spTree>
    <p:extLst>
      <p:ext uri="{BB962C8B-B14F-4D97-AF65-F5344CB8AC3E}">
        <p14:creationId xmlns:p14="http://schemas.microsoft.com/office/powerpoint/2010/main" val="2782280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Bright modern kitchen">
            <a:extLst>
              <a:ext uri="{FF2B5EF4-FFF2-40B4-BE49-F238E27FC236}">
                <a16:creationId xmlns:a16="http://schemas.microsoft.com/office/drawing/2014/main" id="{CECEFAA3-098A-AAB3-D7D8-99C2FED8F24C}"/>
              </a:ext>
            </a:extLst>
          </p:cNvPr>
          <p:cNvPicPr>
            <a:picLocks noChangeAspect="1"/>
          </p:cNvPicPr>
          <p:nvPr/>
        </p:nvPicPr>
        <p:blipFill rotWithShape="1">
          <a:blip r:embed="rId2">
            <a:alphaModFix amt="50000"/>
          </a:blip>
          <a:srcRect t="15730"/>
          <a:stretch/>
        </p:blipFill>
        <p:spPr>
          <a:xfrm>
            <a:off x="20" y="1"/>
            <a:ext cx="12191980" cy="6857999"/>
          </a:xfrm>
          <a:prstGeom prst="rect">
            <a:avLst/>
          </a:prstGeom>
        </p:spPr>
      </p:pic>
      <p:sp>
        <p:nvSpPr>
          <p:cNvPr id="2" name="Title 1">
            <a:extLst>
              <a:ext uri="{FF2B5EF4-FFF2-40B4-BE49-F238E27FC236}">
                <a16:creationId xmlns:a16="http://schemas.microsoft.com/office/drawing/2014/main" id="{1F3F4B9D-21EA-48B0-A6C1-6B099A466181}"/>
              </a:ext>
            </a:extLst>
          </p:cNvPr>
          <p:cNvSpPr>
            <a:spLocks noGrp="1"/>
          </p:cNvSpPr>
          <p:nvPr>
            <p:ph type="title"/>
          </p:nvPr>
        </p:nvSpPr>
        <p:spPr>
          <a:xfrm>
            <a:off x="1524000" y="1122362"/>
            <a:ext cx="9144000" cy="2900518"/>
          </a:xfrm>
        </p:spPr>
        <p:txBody>
          <a:bodyPr vert="horz" lIns="91440" tIns="45720" rIns="91440" bIns="45720" rtlCol="0" anchor="b">
            <a:normAutofit/>
          </a:bodyPr>
          <a:lstStyle/>
          <a:p>
            <a:pPr algn="ctr"/>
            <a:r>
              <a:rPr lang="en-US" sz="6000">
                <a:solidFill>
                  <a:srgbClr val="FFFFFF"/>
                </a:solidFill>
              </a:rPr>
              <a:t>Thank You</a:t>
            </a:r>
          </a:p>
        </p:txBody>
      </p:sp>
    </p:spTree>
    <p:extLst>
      <p:ext uri="{BB962C8B-B14F-4D97-AF65-F5344CB8AC3E}">
        <p14:creationId xmlns:p14="http://schemas.microsoft.com/office/powerpoint/2010/main" val="1851201357"/>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153</TotalTime>
  <Words>1657</Words>
  <Application>Microsoft Office PowerPoint</Application>
  <PresentationFormat>Widescreen</PresentationFormat>
  <Paragraphs>424</Paragraphs>
  <Slides>32</Slides>
  <Notes>7</Notes>
  <HiddenSlides>0</HiddenSlides>
  <MMClips>0</MMClips>
  <ScaleCrop>false</ScaleCrop>
  <HeadingPairs>
    <vt:vector size="8" baseType="variant">
      <vt:variant>
        <vt:lpstr>Fonts Used</vt:lpstr>
      </vt:variant>
      <vt:variant>
        <vt:i4>11</vt:i4>
      </vt:variant>
      <vt:variant>
        <vt:lpstr>Theme</vt:lpstr>
      </vt:variant>
      <vt:variant>
        <vt:i4>2</vt:i4>
      </vt:variant>
      <vt:variant>
        <vt:lpstr>Embedded OLE Servers</vt:lpstr>
      </vt:variant>
      <vt:variant>
        <vt:i4>1</vt:i4>
      </vt:variant>
      <vt:variant>
        <vt:lpstr>Slide Titles</vt:lpstr>
      </vt:variant>
      <vt:variant>
        <vt:i4>32</vt:i4>
      </vt:variant>
    </vt:vector>
  </HeadingPairs>
  <TitlesOfParts>
    <vt:vector size="46" baseType="lpstr">
      <vt:lpstr>新細明體</vt:lpstr>
      <vt:lpstr>Arial</vt:lpstr>
      <vt:lpstr>Calibri</vt:lpstr>
      <vt:lpstr>Calibri Light</vt:lpstr>
      <vt:lpstr>Cambria</vt:lpstr>
      <vt:lpstr>Cambria Math</vt:lpstr>
      <vt:lpstr>Mangal</vt:lpstr>
      <vt:lpstr>Palatino Linotype</vt:lpstr>
      <vt:lpstr>times</vt:lpstr>
      <vt:lpstr>Times New Roman</vt:lpstr>
      <vt:lpstr>Wingdings</vt:lpstr>
      <vt:lpstr>Office Theme</vt:lpstr>
      <vt:lpstr>1_Office Theme</vt:lpstr>
      <vt:lpstr>方程式</vt:lpstr>
      <vt:lpstr>Deep Learning</vt:lpstr>
      <vt:lpstr>What is Deep learning?</vt:lpstr>
      <vt:lpstr>Machine Learning (ML) </vt:lpstr>
      <vt:lpstr>PowerPoint Presentation</vt:lpstr>
      <vt:lpstr>PowerPoint Presentation</vt:lpstr>
      <vt:lpstr>PowerPoint Presentation</vt:lpstr>
      <vt:lpstr>Deep Learning applications</vt:lpstr>
      <vt:lpstr>Deep Learning applications</vt:lpstr>
      <vt:lpstr>Classification Problems</vt:lpstr>
      <vt:lpstr>Linear vs Non Linear</vt:lpstr>
      <vt:lpstr>No Free Lunch Theorem</vt:lpstr>
      <vt:lpstr>Power of Deep learning</vt:lpstr>
      <vt:lpstr>Neural Network Working</vt:lpstr>
      <vt:lpstr>PowerPoint Presentation</vt:lpstr>
      <vt:lpstr>Elements of a Neural Nets</vt:lpstr>
      <vt:lpstr>PowerPoint Presentation</vt:lpstr>
      <vt:lpstr>Play with your own neural network</vt:lpstr>
      <vt:lpstr>Deep Neural Network</vt:lpstr>
      <vt:lpstr>Simple Example</vt:lpstr>
      <vt:lpstr>Simple Example Continued</vt:lpstr>
      <vt:lpstr>Matrix Form </vt:lpstr>
      <vt:lpstr>Matrix Form Continued</vt:lpstr>
      <vt:lpstr>PowerPoint Presentation</vt:lpstr>
      <vt:lpstr>PowerPoint Presentation</vt:lpstr>
      <vt:lpstr>Softmax Layer</vt:lpstr>
      <vt:lpstr>PowerPoint Presentation</vt:lpstr>
      <vt:lpstr>Non Linear Activations are Important</vt:lpstr>
      <vt:lpstr>Activation: Sigmoid</vt:lpstr>
      <vt:lpstr>Activation: Tanh</vt:lpstr>
      <vt:lpstr>Activation: ReLU</vt:lpstr>
      <vt:lpstr>Activation: Leaky ReLU</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Learning</dc:title>
  <dc:creator>Tanveer Ahmed</dc:creator>
  <cp:lastModifiedBy>Admin DyDir</cp:lastModifiedBy>
  <cp:revision>1</cp:revision>
  <dcterms:created xsi:type="dcterms:W3CDTF">2023-01-30T04:45:18Z</dcterms:created>
  <dcterms:modified xsi:type="dcterms:W3CDTF">2026-01-12T07:09:20Z</dcterms:modified>
</cp:coreProperties>
</file>